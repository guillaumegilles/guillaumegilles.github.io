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ABD2275-C5F7-41A4-8E89-05497293A01B}" v="298" dt="2021-10-15T12:54:04.799"/>
    <p1510:client id="{98B62C0F-C5CD-470F-A85D-6BE9EDA11397}" v="266" dt="2021-10-15T13:46:04.484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8 </a:t>
            </a:r>
            <a:endParaRPr lang="fr-F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Pearson 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Yule et Kendall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=1.66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b="0" dirty="0"/>
              </a:p>
              <a:p>
                <a:endParaRPr lang="fr-FR" sz="2400" dirty="0"/>
              </a:p>
              <a:p>
                <a:r>
                  <a:rPr lang="fr-FR" sz="2400" dirty="0"/>
                  <a:t>Coefficient de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1.66 −2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2.228093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=−0.1525969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&lt; 0 </m:t>
                        </m:r>
                      </m:e>
                    </m:box>
                  </m:oMath>
                </a14:m>
                <a:endParaRPr lang="fr-FR" sz="2400" dirty="0"/>
              </a:p>
              <a:p>
                <a:pPr lvl="1"/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blipFill>
                <a:blip r:embed="rId3"/>
                <a:stretch>
                  <a:fillRect l="-12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sz="2400" i="1" dirty="0">
                  <a:latin typeface="Cambria Math" panose="02040503050406030204" pitchFamily="18" charset="0"/>
                </a:endParaRPr>
              </a:p>
              <a:p>
                <a:r>
                  <a:rPr lang="fr-FR" sz="2400" dirty="0"/>
                  <a:t>Coefficient de Yule et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2 −2</m:t>
                                </m:r>
                              </m:e>
                            </m:d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 −(2 −0)</m:t>
                            </m:r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(2 −0)</m:t>
                            </m:r>
                          </m:den>
                        </m:f>
                      </m:e>
                    </m:box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=−1&lt;0</m:t>
                    </m:r>
                  </m:oMath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blipFill>
                <a:blip r:embed="rId2"/>
                <a:stretch>
                  <a:fillRect l="-1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Pearson 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Yule et Kendall</a:t>
            </a:r>
            <a:endParaRPr lang="fr-FR" sz="1600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2400" dirty="0"/>
                  <a:t> </a:t>
                </a:r>
              </a:p>
              <a:p>
                <a:pPr lvl="1"/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r>
                  <a:rPr lang="fr-FR" sz="2400" dirty="0"/>
                  <a:t>Coefficient de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50.875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38.72802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=1.132901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&gt; 0 </m:t>
                        </m:r>
                      </m:e>
                    </m:box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blipFill>
                <a:blip r:embed="rId3"/>
                <a:stretch>
                  <a:fillRect l="-1417" b="-29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sz="2000" dirty="0"/>
              </a:p>
              <a:p>
                <a:endParaRPr lang="fr-FR" sz="2000" dirty="0"/>
              </a:p>
              <a:p>
                <a:r>
                  <a:rPr lang="fr-FR" sz="2000" dirty="0"/>
                  <a:t>Coefficient de Yule et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43.33</m:t>
                                </m:r>
                              </m:e>
                            </m:d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43.33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  <m:r>
                      <a:rPr lang="fr-FR" sz="2000" i="1">
                        <a:latin typeface="Cambria Math" panose="02040503050406030204" pitchFamily="18" charset="0"/>
                      </a:rPr>
                      <m:t>=0.016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FR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blipFill>
                <a:blip r:embed="rId3"/>
                <a:stretch>
                  <a:fillRect l="-1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551</Words>
  <Application>Microsoft Office PowerPoint</Application>
  <PresentationFormat>Grand écran</PresentationFormat>
  <Paragraphs>176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Maher KACHOUR</cp:lastModifiedBy>
  <cp:revision>2</cp:revision>
  <dcterms:created xsi:type="dcterms:W3CDTF">2021-10-14T08:08:29Z</dcterms:created>
  <dcterms:modified xsi:type="dcterms:W3CDTF">2023-04-04T07:15:02Z</dcterms:modified>
</cp:coreProperties>
</file>