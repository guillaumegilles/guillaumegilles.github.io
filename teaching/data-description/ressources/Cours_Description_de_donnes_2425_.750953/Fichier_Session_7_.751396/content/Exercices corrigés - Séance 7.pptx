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3" r:id="rId5"/>
    <p:sldId id="259" r:id="rId6"/>
    <p:sldId id="262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4ABD2275-C5F7-41A4-8E89-05497293A01B}" v="298" dt="2021-10-15T12:54:04.799"/>
    <p1510:client id="{9DB9D0F6-702B-4124-8092-98911D29BF5A}" v="261" dt="2021-10-15T11:29:48.807"/>
    <p1510:client id="{A485481B-7CFB-49EC-B580-AB3492269FCD}" v="352" dt="2021-10-14T16:19:4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7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variation </a:t>
            </a: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interquartile relatif 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2199" t="-8333" r="-2837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4590182" y="1683109"/>
                <a:ext cx="8116167" cy="3936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×40+0×34+2 ×86+3 ×20+7×20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=−1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×0.2+0×0.17+2×0.43+3×0.1+7×0.1</m:t>
                    </m:r>
                  </m:oMath>
                </a14:m>
                <a:endParaRPr lang="fr-FR" dirty="0"/>
              </a:p>
              <a:p>
                <a:r>
                  <a:rPr lang="fr-FR" dirty="0"/>
                  <a:t>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=1.66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(−1)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×40+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×34+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×86+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×20</m:t>
                              </m:r>
                              <m:r>
                                <a:rPr lang="fr-F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×20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1.66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0.17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0.43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0.1) −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1.66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i="1">
                          <a:latin typeface="Cambria Math" panose="02040503050406030204" pitchFamily="18" charset="0"/>
                        </a:rPr>
                        <m:t>=2.228093</m:t>
                      </m:r>
                    </m:oMath>
                  </m:oMathPara>
                </a14:m>
                <a:endParaRPr lang="fr-FR" sz="1600" dirty="0"/>
              </a:p>
              <a:p>
                <a:pPr lvl="1"/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×100=134.2225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%&gt;15%</m:t>
                      </m:r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82" y="1683109"/>
                <a:ext cx="8116167" cy="39365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533158" y="2060554"/>
                <a:ext cx="6096868" cy="2157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𝑑𝑖𝑎𝑛𝑒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=100%&gt;15%</m:t>
                    </m:r>
                  </m:oMath>
                </a14:m>
                <a:r>
                  <a:rPr lang="fr-FR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158" y="2060554"/>
                <a:ext cx="6096868" cy="21577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2330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85496" t="-4762" r="-96947" b="-3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517073" t="-4762" r="-3252" b="-35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67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variation </a:t>
            </a: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interquartile relatif </a:t>
            </a:r>
            <a:endParaRPr lang="fr-FR" sz="1600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5645" t="-6098" r="-126613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7712" t="-6098" r="-261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4150906" y="2676139"/>
                <a:ext cx="6881038" cy="3845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×42+20×48+50×90+85×24+125×36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240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fr-F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50.875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0.175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0.375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0.15) −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50.875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=38.72802</m:t>
                    </m:r>
                  </m:oMath>
                </a14:m>
                <a:r>
                  <a:rPr lang="fr-FR" sz="1600" dirty="0"/>
                  <a:t> </a:t>
                </a:r>
              </a:p>
              <a:p>
                <a:pPr lvl="1"/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×100=76.12387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%&gt;15%</m:t>
                      </m:r>
                    </m:oMath>
                  </m:oMathPara>
                </a14:m>
                <a:endParaRPr lang="fr-FR" sz="160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06" y="2676139"/>
                <a:ext cx="6881038" cy="3845092"/>
              </a:xfrm>
              <a:prstGeom prst="rect">
                <a:avLst/>
              </a:prstGeom>
              <a:blipFill>
                <a:blip r:embed="rId3"/>
                <a:stretch>
                  <a:fillRect r="-90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197" t="-6250" r="-101554" b="-6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5417" t="-6250" r="-2083" b="-6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4960332" cy="1788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17.5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fr-FR" dirty="0"/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121.1632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%&gt;15%</m:t>
                    </m:r>
                  </m:oMath>
                </a14:m>
                <a:r>
                  <a:rPr lang="fr-FR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4960332" cy="1788438"/>
              </a:xfrm>
              <a:prstGeom prst="rect">
                <a:avLst/>
              </a:prstGeom>
              <a:blipFill>
                <a:blip r:embed="rId3"/>
                <a:stretch>
                  <a:fillRect l="-15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615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796</Words>
  <Application>Microsoft Office PowerPoint</Application>
  <PresentationFormat>Grand écran</PresentationFormat>
  <Paragraphs>181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Exercice 1</vt:lpstr>
      <vt:lpstr>Exercice 1 - Solution</vt:lpstr>
      <vt:lpstr>Exercice 1 - Solution</vt:lpstr>
      <vt:lpstr>Exercice 2</vt:lpstr>
      <vt:lpstr>Exercice 2 - Solution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</dc:title>
  <dc:creator>KACHOUR Maher</dc:creator>
  <cp:lastModifiedBy>Maher KACHOUR</cp:lastModifiedBy>
  <cp:revision>2</cp:revision>
  <dcterms:created xsi:type="dcterms:W3CDTF">2021-10-14T08:08:29Z</dcterms:created>
  <dcterms:modified xsi:type="dcterms:W3CDTF">2023-04-04T07:14:51Z</dcterms:modified>
</cp:coreProperties>
</file>