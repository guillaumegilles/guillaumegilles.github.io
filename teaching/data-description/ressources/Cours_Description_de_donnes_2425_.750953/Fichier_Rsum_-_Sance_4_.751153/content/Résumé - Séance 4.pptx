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82" r:id="rId6"/>
    <p:sldId id="308" r:id="rId7"/>
    <p:sldId id="283" r:id="rId8"/>
    <p:sldId id="309" r:id="rId9"/>
    <p:sldId id="293" r:id="rId10"/>
    <p:sldId id="310" r:id="rId11"/>
    <p:sldId id="295" r:id="rId12"/>
    <p:sldId id="311" r:id="rId13"/>
    <p:sldId id="296" r:id="rId14"/>
    <p:sldId id="312" r:id="rId15"/>
    <p:sldId id="313" r:id="rId16"/>
    <p:sldId id="299" r:id="rId17"/>
    <p:sldId id="314" r:id="rId18"/>
    <p:sldId id="300" r:id="rId19"/>
    <p:sldId id="315" r:id="rId20"/>
    <p:sldId id="298" r:id="rId21"/>
    <p:sldId id="316" r:id="rId22"/>
    <p:sldId id="297" r:id="rId23"/>
    <p:sldId id="317" r:id="rId24"/>
    <p:sldId id="301" r:id="rId25"/>
    <p:sldId id="318" r:id="rId26"/>
    <p:sldId id="307" r:id="rId27"/>
    <p:sldId id="319" r:id="rId28"/>
    <p:sldId id="302" r:id="rId29"/>
    <p:sldId id="320" r:id="rId30"/>
    <p:sldId id="303" r:id="rId31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99E134-63CF-4BA3-8421-F3E34B48AA0E}" v="1" dt="2021-10-14T15:31:58.390"/>
    <p1510:client id="{F9FBED83-8A6D-4E29-9846-029E652ACC14}" v="2" dt="2021-10-14T15:21:53.0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>
      <p:cViewPr varScale="1">
        <p:scale>
          <a:sx n="67" d="100"/>
          <a:sy n="67" d="100"/>
        </p:scale>
        <p:origin x="12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F9FBED83-8A6D-4E29-9846-029E652ACC14}"/>
    <pc:docChg chg="undo custSel addSld modSld">
      <pc:chgData name="KACHOUR Maher" userId="09775c39-7739-40bf-ba04-c8ef3ab24a94" providerId="ADAL" clId="{F9FBED83-8A6D-4E29-9846-029E652ACC14}" dt="2021-10-14T15:28:56.695" v="194" actId="1076"/>
      <pc:docMkLst>
        <pc:docMk/>
      </pc:docMkLst>
      <pc:sldChg chg="addSp delSp modSp mod">
        <pc:chgData name="KACHOUR Maher" userId="09775c39-7739-40bf-ba04-c8ef3ab24a94" providerId="ADAL" clId="{F9FBED83-8A6D-4E29-9846-029E652ACC14}" dt="2021-10-14T15:17:27.365" v="107" actId="478"/>
        <pc:sldMkLst>
          <pc:docMk/>
          <pc:sldMk cId="162450746" sldId="295"/>
        </pc:sldMkLst>
        <pc:spChg chg="mod">
          <ac:chgData name="KACHOUR Maher" userId="09775c39-7739-40bf-ba04-c8ef3ab24a94" providerId="ADAL" clId="{F9FBED83-8A6D-4E29-9846-029E652ACC14}" dt="2021-10-14T15:13:13.759" v="100" actId="20577"/>
          <ac:spMkLst>
            <pc:docMk/>
            <pc:sldMk cId="162450746" sldId="295"/>
            <ac:spMk id="3" creationId="{63461B6D-BA36-413D-9F6C-B467BA334FDF}"/>
          </ac:spMkLst>
        </pc:spChg>
        <pc:picChg chg="add del mod">
          <ac:chgData name="KACHOUR Maher" userId="09775c39-7739-40bf-ba04-c8ef3ab24a94" providerId="ADAL" clId="{F9FBED83-8A6D-4E29-9846-029E652ACC14}" dt="2021-10-14T15:17:27.365" v="107" actId="478"/>
          <ac:picMkLst>
            <pc:docMk/>
            <pc:sldMk cId="162450746" sldId="295"/>
            <ac:picMk id="5" creationId="{65493C98-9525-414B-AA5E-6A47F458DEAA}"/>
          </ac:picMkLst>
        </pc:picChg>
        <pc:picChg chg="add mod">
          <ac:chgData name="KACHOUR Maher" userId="09775c39-7739-40bf-ba04-c8ef3ab24a94" providerId="ADAL" clId="{F9FBED83-8A6D-4E29-9846-029E652ACC14}" dt="2021-10-14T15:17:02.441" v="104" actId="1076"/>
          <ac:picMkLst>
            <pc:docMk/>
            <pc:sldMk cId="162450746" sldId="295"/>
            <ac:picMk id="6" creationId="{CDDAAC98-F3A8-46E5-B1B3-201AE1C3CB55}"/>
          </ac:picMkLst>
        </pc:picChg>
        <pc:picChg chg="del">
          <ac:chgData name="KACHOUR Maher" userId="09775c39-7739-40bf-ba04-c8ef3ab24a94" providerId="ADAL" clId="{F9FBED83-8A6D-4E29-9846-029E652ACC14}" dt="2021-10-14T15:11:25.585" v="15" actId="478"/>
          <ac:picMkLst>
            <pc:docMk/>
            <pc:sldMk cId="162450746" sldId="295"/>
            <ac:picMk id="7" creationId="{CE1E8543-F335-45D2-A12C-829280E79098}"/>
          </ac:picMkLst>
        </pc:picChg>
      </pc:sldChg>
      <pc:sldChg chg="addSp delSp modSp mod">
        <pc:chgData name="KACHOUR Maher" userId="09775c39-7739-40bf-ba04-c8ef3ab24a94" providerId="ADAL" clId="{F9FBED83-8A6D-4E29-9846-029E652ACC14}" dt="2021-10-14T15:27:31.187" v="184" actId="20577"/>
        <pc:sldMkLst>
          <pc:docMk/>
          <pc:sldMk cId="4230637915" sldId="296"/>
        </pc:sldMkLst>
        <pc:spChg chg="mod">
          <ac:chgData name="KACHOUR Maher" userId="09775c39-7739-40bf-ba04-c8ef3ab24a94" providerId="ADAL" clId="{F9FBED83-8A6D-4E29-9846-029E652ACC14}" dt="2021-10-14T15:27:31.187" v="184" actId="20577"/>
          <ac:spMkLst>
            <pc:docMk/>
            <pc:sldMk cId="4230637915" sldId="296"/>
            <ac:spMk id="3" creationId="{C80DDF4C-28B2-4CE1-8156-6C6941DB8D01}"/>
          </ac:spMkLst>
        </pc:spChg>
        <pc:picChg chg="del mod">
          <ac:chgData name="KACHOUR Maher" userId="09775c39-7739-40bf-ba04-c8ef3ab24a94" providerId="ADAL" clId="{F9FBED83-8A6D-4E29-9846-029E652ACC14}" dt="2021-10-14T15:24:08.803" v="181" actId="478"/>
          <ac:picMkLst>
            <pc:docMk/>
            <pc:sldMk cId="4230637915" sldId="296"/>
            <ac:picMk id="5" creationId="{F560FF3D-720F-4059-91F0-B792B22A96B5}"/>
          </ac:picMkLst>
        </pc:picChg>
        <pc:picChg chg="add mod">
          <ac:chgData name="KACHOUR Maher" userId="09775c39-7739-40bf-ba04-c8ef3ab24a94" providerId="ADAL" clId="{F9FBED83-8A6D-4E29-9846-029E652ACC14}" dt="2021-10-14T15:24:12.586" v="183" actId="1076"/>
          <ac:picMkLst>
            <pc:docMk/>
            <pc:sldMk cId="4230637915" sldId="296"/>
            <ac:picMk id="6" creationId="{1E303293-B481-490F-8968-DB3C23C95AFF}"/>
          </ac:picMkLst>
        </pc:picChg>
        <pc:picChg chg="del">
          <ac:chgData name="KACHOUR Maher" userId="09775c39-7739-40bf-ba04-c8ef3ab24a94" providerId="ADAL" clId="{F9FBED83-8A6D-4E29-9846-029E652ACC14}" dt="2021-10-14T15:22:06.507" v="126" actId="478"/>
          <ac:picMkLst>
            <pc:docMk/>
            <pc:sldMk cId="4230637915" sldId="296"/>
            <ac:picMk id="7" creationId="{6D8C2BCB-0BDA-4736-92B2-7BDF2CA9D48C}"/>
          </ac:picMkLst>
        </pc:picChg>
        <pc:picChg chg="del">
          <ac:chgData name="KACHOUR Maher" userId="09775c39-7739-40bf-ba04-c8ef3ab24a94" providerId="ADAL" clId="{F9FBED83-8A6D-4E29-9846-029E652ACC14}" dt="2021-10-14T15:22:08.948" v="127" actId="478"/>
          <ac:picMkLst>
            <pc:docMk/>
            <pc:sldMk cId="4230637915" sldId="296"/>
            <ac:picMk id="9" creationId="{159D3E4C-B5F9-43CF-BFDA-1A4A69CDD69F}"/>
          </ac:picMkLst>
        </pc:picChg>
      </pc:sldChg>
      <pc:sldChg chg="delSp modSp mod">
        <pc:chgData name="KACHOUR Maher" userId="09775c39-7739-40bf-ba04-c8ef3ab24a94" providerId="ADAL" clId="{F9FBED83-8A6D-4E29-9846-029E652ACC14}" dt="2021-10-14T15:28:56.695" v="194" actId="1076"/>
        <pc:sldMkLst>
          <pc:docMk/>
          <pc:sldMk cId="1919202102" sldId="301"/>
        </pc:sldMkLst>
        <pc:picChg chg="mod">
          <ac:chgData name="KACHOUR Maher" userId="09775c39-7739-40bf-ba04-c8ef3ab24a94" providerId="ADAL" clId="{F9FBED83-8A6D-4E29-9846-029E652ACC14}" dt="2021-10-14T15:28:56.695" v="194" actId="1076"/>
          <ac:picMkLst>
            <pc:docMk/>
            <pc:sldMk cId="1919202102" sldId="301"/>
            <ac:picMk id="5" creationId="{87D1A6C2-D748-442D-859E-DB0C18C75ECD}"/>
          </ac:picMkLst>
        </pc:picChg>
        <pc:picChg chg="del">
          <ac:chgData name="KACHOUR Maher" userId="09775c39-7739-40bf-ba04-c8ef3ab24a94" providerId="ADAL" clId="{F9FBED83-8A6D-4E29-9846-029E652ACC14}" dt="2021-10-14T15:28:50.875" v="192" actId="478"/>
          <ac:picMkLst>
            <pc:docMk/>
            <pc:sldMk cId="1919202102" sldId="301"/>
            <ac:picMk id="7" creationId="{2129403B-3CCF-4F7D-B8E3-7A7018411724}"/>
          </ac:picMkLst>
        </pc:picChg>
      </pc:sldChg>
      <pc:sldChg chg="addSp delSp modSp add mod">
        <pc:chgData name="KACHOUR Maher" userId="09775c39-7739-40bf-ba04-c8ef3ab24a94" providerId="ADAL" clId="{F9FBED83-8A6D-4E29-9846-029E652ACC14}" dt="2021-10-14T15:17:40.926" v="109" actId="1076"/>
        <pc:sldMkLst>
          <pc:docMk/>
          <pc:sldMk cId="3582832758" sldId="304"/>
        </pc:sldMkLst>
        <pc:spChg chg="mod">
          <ac:chgData name="KACHOUR Maher" userId="09775c39-7739-40bf-ba04-c8ef3ab24a94" providerId="ADAL" clId="{F9FBED83-8A6D-4E29-9846-029E652ACC14}" dt="2021-10-14T15:12:37.695" v="84" actId="20577"/>
          <ac:spMkLst>
            <pc:docMk/>
            <pc:sldMk cId="3582832758" sldId="304"/>
            <ac:spMk id="3" creationId="{63461B6D-BA36-413D-9F6C-B467BA334FDF}"/>
          </ac:spMkLst>
        </pc:spChg>
        <pc:picChg chg="del">
          <ac:chgData name="KACHOUR Maher" userId="09775c39-7739-40bf-ba04-c8ef3ab24a94" providerId="ADAL" clId="{F9FBED83-8A6D-4E29-9846-029E652ACC14}" dt="2021-10-14T15:12:18.218" v="72" actId="478"/>
          <ac:picMkLst>
            <pc:docMk/>
            <pc:sldMk cId="3582832758" sldId="304"/>
            <ac:picMk id="5" creationId="{65493C98-9525-414B-AA5E-6A47F458DEAA}"/>
          </ac:picMkLst>
        </pc:picChg>
        <pc:picChg chg="add mod">
          <ac:chgData name="KACHOUR Maher" userId="09775c39-7739-40bf-ba04-c8ef3ab24a94" providerId="ADAL" clId="{F9FBED83-8A6D-4E29-9846-029E652ACC14}" dt="2021-10-14T15:17:40.926" v="109" actId="1076"/>
          <ac:picMkLst>
            <pc:docMk/>
            <pc:sldMk cId="3582832758" sldId="304"/>
            <ac:picMk id="6" creationId="{3ECE3ABF-8F87-47DB-880F-376A0413B2F1}"/>
          </ac:picMkLst>
        </pc:picChg>
        <pc:picChg chg="mod">
          <ac:chgData name="KACHOUR Maher" userId="09775c39-7739-40bf-ba04-c8ef3ab24a94" providerId="ADAL" clId="{F9FBED83-8A6D-4E29-9846-029E652ACC14}" dt="2021-10-14T15:12:33.629" v="83" actId="1076"/>
          <ac:picMkLst>
            <pc:docMk/>
            <pc:sldMk cId="3582832758" sldId="304"/>
            <ac:picMk id="7" creationId="{CE1E8543-F335-45D2-A12C-829280E79098}"/>
          </ac:picMkLst>
        </pc:picChg>
      </pc:sldChg>
      <pc:sldChg chg="delSp modSp add mod">
        <pc:chgData name="KACHOUR Maher" userId="09775c39-7739-40bf-ba04-c8ef3ab24a94" providerId="ADAL" clId="{F9FBED83-8A6D-4E29-9846-029E652ACC14}" dt="2021-10-14T15:21:43.084" v="120" actId="1076"/>
        <pc:sldMkLst>
          <pc:docMk/>
          <pc:sldMk cId="877684388" sldId="305"/>
        </pc:sldMkLst>
        <pc:spChg chg="mod">
          <ac:chgData name="KACHOUR Maher" userId="09775c39-7739-40bf-ba04-c8ef3ab24a94" providerId="ADAL" clId="{F9FBED83-8A6D-4E29-9846-029E652ACC14}" dt="2021-10-14T15:21:33.686" v="118" actId="20577"/>
          <ac:spMkLst>
            <pc:docMk/>
            <pc:sldMk cId="877684388" sldId="305"/>
            <ac:spMk id="3" creationId="{C80DDF4C-28B2-4CE1-8156-6C6941DB8D01}"/>
          </ac:spMkLst>
        </pc:spChg>
        <pc:picChg chg="mod">
          <ac:chgData name="KACHOUR Maher" userId="09775c39-7739-40bf-ba04-c8ef3ab24a94" providerId="ADAL" clId="{F9FBED83-8A6D-4E29-9846-029E652ACC14}" dt="2021-10-14T15:21:43.084" v="120" actId="1076"/>
          <ac:picMkLst>
            <pc:docMk/>
            <pc:sldMk cId="877684388" sldId="305"/>
            <ac:picMk id="7" creationId="{6D8C2BCB-0BDA-4736-92B2-7BDF2CA9D48C}"/>
          </ac:picMkLst>
        </pc:picChg>
        <pc:picChg chg="del">
          <ac:chgData name="KACHOUR Maher" userId="09775c39-7739-40bf-ba04-c8ef3ab24a94" providerId="ADAL" clId="{F9FBED83-8A6D-4E29-9846-029E652ACC14}" dt="2021-10-14T15:21:39.346" v="119" actId="478"/>
          <ac:picMkLst>
            <pc:docMk/>
            <pc:sldMk cId="877684388" sldId="305"/>
            <ac:picMk id="9" creationId="{159D3E4C-B5F9-43CF-BFDA-1A4A69CDD69F}"/>
          </ac:picMkLst>
        </pc:picChg>
      </pc:sldChg>
      <pc:sldChg chg="addSp delSp modSp add mod">
        <pc:chgData name="KACHOUR Maher" userId="09775c39-7739-40bf-ba04-c8ef3ab24a94" providerId="ADAL" clId="{F9FBED83-8A6D-4E29-9846-029E652ACC14}" dt="2021-10-14T15:21:57.873" v="125" actId="1076"/>
        <pc:sldMkLst>
          <pc:docMk/>
          <pc:sldMk cId="1772952192" sldId="306"/>
        </pc:sldMkLst>
        <pc:picChg chg="add mod">
          <ac:chgData name="KACHOUR Maher" userId="09775c39-7739-40bf-ba04-c8ef3ab24a94" providerId="ADAL" clId="{F9FBED83-8A6D-4E29-9846-029E652ACC14}" dt="2021-10-14T15:21:57.873" v="125" actId="1076"/>
          <ac:picMkLst>
            <pc:docMk/>
            <pc:sldMk cId="1772952192" sldId="306"/>
            <ac:picMk id="6" creationId="{3E78244E-1BF8-49C4-9198-7B90F42E76CF}"/>
          </ac:picMkLst>
        </pc:picChg>
        <pc:picChg chg="del">
          <ac:chgData name="KACHOUR Maher" userId="09775c39-7739-40bf-ba04-c8ef3ab24a94" providerId="ADAL" clId="{F9FBED83-8A6D-4E29-9846-029E652ACC14}" dt="2021-10-14T15:21:52.295" v="122" actId="478"/>
          <ac:picMkLst>
            <pc:docMk/>
            <pc:sldMk cId="1772952192" sldId="306"/>
            <ac:picMk id="7" creationId="{6D8C2BCB-0BDA-4736-92B2-7BDF2CA9D48C}"/>
          </ac:picMkLst>
        </pc:picChg>
      </pc:sldChg>
      <pc:sldChg chg="delSp modSp add mod">
        <pc:chgData name="KACHOUR Maher" userId="09775c39-7739-40bf-ba04-c8ef3ab24a94" providerId="ADAL" clId="{F9FBED83-8A6D-4E29-9846-029E652ACC14}" dt="2021-10-14T15:28:48.167" v="191" actId="1076"/>
        <pc:sldMkLst>
          <pc:docMk/>
          <pc:sldMk cId="2940261288" sldId="307"/>
        </pc:sldMkLst>
        <pc:picChg chg="del">
          <ac:chgData name="KACHOUR Maher" userId="09775c39-7739-40bf-ba04-c8ef3ab24a94" providerId="ADAL" clId="{F9FBED83-8A6D-4E29-9846-029E652ACC14}" dt="2021-10-14T15:28:37.967" v="186" actId="478"/>
          <ac:picMkLst>
            <pc:docMk/>
            <pc:sldMk cId="2940261288" sldId="307"/>
            <ac:picMk id="5" creationId="{87D1A6C2-D748-442D-859E-DB0C18C75ECD}"/>
          </ac:picMkLst>
        </pc:picChg>
        <pc:picChg chg="mod">
          <ac:chgData name="KACHOUR Maher" userId="09775c39-7739-40bf-ba04-c8ef3ab24a94" providerId="ADAL" clId="{F9FBED83-8A6D-4E29-9846-029E652ACC14}" dt="2021-10-14T15:28:48.167" v="191" actId="1076"/>
          <ac:picMkLst>
            <pc:docMk/>
            <pc:sldMk cId="2940261288" sldId="307"/>
            <ac:picMk id="7" creationId="{2129403B-3CCF-4F7D-B8E3-7A7018411724}"/>
          </ac:picMkLst>
        </pc:picChg>
      </pc:sldChg>
    </pc:docChg>
  </pc:docChgLst>
  <pc:docChgLst>
    <pc:chgData name="KACHOUR Maher" userId="09775c39-7739-40bf-ba04-c8ef3ab24a94" providerId="ADAL" clId="{4399E134-63CF-4BA3-8421-F3E34B48AA0E}"/>
    <pc:docChg chg="custSel addSld delSld modSld sldOrd">
      <pc:chgData name="KACHOUR Maher" userId="09775c39-7739-40bf-ba04-c8ef3ab24a94" providerId="ADAL" clId="{4399E134-63CF-4BA3-8421-F3E34B48AA0E}" dt="2021-10-14T15:34:00.307" v="52"/>
      <pc:docMkLst>
        <pc:docMk/>
      </pc:docMkLst>
      <pc:sldChg chg="del">
        <pc:chgData name="KACHOUR Maher" userId="09775c39-7739-40bf-ba04-c8ef3ab24a94" providerId="ADAL" clId="{4399E134-63CF-4BA3-8421-F3E34B48AA0E}" dt="2021-10-14T15:32:30.043" v="19" actId="47"/>
        <pc:sldMkLst>
          <pc:docMk/>
          <pc:sldMk cId="2463768159" sldId="294"/>
        </pc:sldMkLst>
      </pc:sldChg>
      <pc:sldChg chg="del">
        <pc:chgData name="KACHOUR Maher" userId="09775c39-7739-40bf-ba04-c8ef3ab24a94" providerId="ADAL" clId="{4399E134-63CF-4BA3-8421-F3E34B48AA0E}" dt="2021-10-14T15:32:46.646" v="23" actId="47"/>
        <pc:sldMkLst>
          <pc:docMk/>
          <pc:sldMk cId="3582832758" sldId="304"/>
        </pc:sldMkLst>
      </pc:sldChg>
      <pc:sldChg chg="del">
        <pc:chgData name="KACHOUR Maher" userId="09775c39-7739-40bf-ba04-c8ef3ab24a94" providerId="ADAL" clId="{4399E134-63CF-4BA3-8421-F3E34B48AA0E}" dt="2021-10-14T15:32:58.264" v="28" actId="47"/>
        <pc:sldMkLst>
          <pc:docMk/>
          <pc:sldMk cId="877684388" sldId="305"/>
        </pc:sldMkLst>
      </pc:sldChg>
      <pc:sldChg chg="del">
        <pc:chgData name="KACHOUR Maher" userId="09775c39-7739-40bf-ba04-c8ef3ab24a94" providerId="ADAL" clId="{4399E134-63CF-4BA3-8421-F3E34B48AA0E}" dt="2021-10-14T15:33:00.270" v="29" actId="47"/>
        <pc:sldMkLst>
          <pc:docMk/>
          <pc:sldMk cId="1772952192" sldId="306"/>
        </pc:sldMkLst>
      </pc:sldChg>
      <pc:sldChg chg="addSp delSp modSp new mod">
        <pc:chgData name="KACHOUR Maher" userId="09775c39-7739-40bf-ba04-c8ef3ab24a94" providerId="ADAL" clId="{4399E134-63CF-4BA3-8421-F3E34B48AA0E}" dt="2021-10-14T15:32:09.267" v="12" actId="208"/>
        <pc:sldMkLst>
          <pc:docMk/>
          <pc:sldMk cId="971209946" sldId="308"/>
        </pc:sldMkLst>
        <pc:spChg chg="mod">
          <ac:chgData name="KACHOUR Maher" userId="09775c39-7739-40bf-ba04-c8ef3ab24a94" providerId="ADAL" clId="{4399E134-63CF-4BA3-8421-F3E34B48AA0E}" dt="2021-10-14T15:31:44.268" v="8" actId="27636"/>
          <ac:spMkLst>
            <pc:docMk/>
            <pc:sldMk cId="971209946" sldId="308"/>
            <ac:spMk id="2" creationId="{FBAC573F-B569-4D4B-9A3D-67D020EE9D55}"/>
          </ac:spMkLst>
        </pc:spChg>
        <pc:spChg chg="del">
          <ac:chgData name="KACHOUR Maher" userId="09775c39-7739-40bf-ba04-c8ef3ab24a94" providerId="ADAL" clId="{4399E134-63CF-4BA3-8421-F3E34B48AA0E}" dt="2021-10-14T15:31:48.481" v="9" actId="478"/>
          <ac:spMkLst>
            <pc:docMk/>
            <pc:sldMk cId="971209946" sldId="308"/>
            <ac:spMk id="3" creationId="{5449E0A4-506A-42D4-8D7D-79CA40E43F2C}"/>
          </ac:spMkLst>
        </pc:spChg>
        <pc:spChg chg="add mod">
          <ac:chgData name="KACHOUR Maher" userId="09775c39-7739-40bf-ba04-c8ef3ab24a94" providerId="ADAL" clId="{4399E134-63CF-4BA3-8421-F3E34B48AA0E}" dt="2021-10-14T15:32:09.267" v="12" actId="208"/>
          <ac:spMkLst>
            <pc:docMk/>
            <pc:sldMk cId="971209946" sldId="308"/>
            <ac:spMk id="4" creationId="{06673CC7-4653-43B1-B2D2-2A2F56281E28}"/>
          </ac:spMkLst>
        </pc:spChg>
      </pc:sldChg>
      <pc:sldChg chg="add ord">
        <pc:chgData name="KACHOUR Maher" userId="09775c39-7739-40bf-ba04-c8ef3ab24a94" providerId="ADAL" clId="{4399E134-63CF-4BA3-8421-F3E34B48AA0E}" dt="2021-10-14T15:32:15.418" v="15"/>
        <pc:sldMkLst>
          <pc:docMk/>
          <pc:sldMk cId="1742494236" sldId="309"/>
        </pc:sldMkLst>
      </pc:sldChg>
      <pc:sldChg chg="add ord">
        <pc:chgData name="KACHOUR Maher" userId="09775c39-7739-40bf-ba04-c8ef3ab24a94" providerId="ADAL" clId="{4399E134-63CF-4BA3-8421-F3E34B48AA0E}" dt="2021-10-14T15:32:20.695" v="18"/>
        <pc:sldMkLst>
          <pc:docMk/>
          <pc:sldMk cId="3657281795" sldId="310"/>
        </pc:sldMkLst>
      </pc:sldChg>
      <pc:sldChg chg="add ord">
        <pc:chgData name="KACHOUR Maher" userId="09775c39-7739-40bf-ba04-c8ef3ab24a94" providerId="ADAL" clId="{4399E134-63CF-4BA3-8421-F3E34B48AA0E}" dt="2021-10-14T15:32:38.247" v="22"/>
        <pc:sldMkLst>
          <pc:docMk/>
          <pc:sldMk cId="3103551245" sldId="311"/>
        </pc:sldMkLst>
      </pc:sldChg>
      <pc:sldChg chg="add ord">
        <pc:chgData name="KACHOUR Maher" userId="09775c39-7739-40bf-ba04-c8ef3ab24a94" providerId="ADAL" clId="{4399E134-63CF-4BA3-8421-F3E34B48AA0E}" dt="2021-10-14T15:32:53.649" v="26"/>
        <pc:sldMkLst>
          <pc:docMk/>
          <pc:sldMk cId="1765383906" sldId="312"/>
        </pc:sldMkLst>
      </pc:sldChg>
      <pc:sldChg chg="add">
        <pc:chgData name="KACHOUR Maher" userId="09775c39-7739-40bf-ba04-c8ef3ab24a94" providerId="ADAL" clId="{4399E134-63CF-4BA3-8421-F3E34B48AA0E}" dt="2021-10-14T15:32:56.385" v="27" actId="2890"/>
        <pc:sldMkLst>
          <pc:docMk/>
          <pc:sldMk cId="4027268170" sldId="313"/>
        </pc:sldMkLst>
      </pc:sldChg>
      <pc:sldChg chg="add ord">
        <pc:chgData name="KACHOUR Maher" userId="09775c39-7739-40bf-ba04-c8ef3ab24a94" providerId="ADAL" clId="{4399E134-63CF-4BA3-8421-F3E34B48AA0E}" dt="2021-10-14T15:33:14.010" v="32"/>
        <pc:sldMkLst>
          <pc:docMk/>
          <pc:sldMk cId="2895353480" sldId="314"/>
        </pc:sldMkLst>
      </pc:sldChg>
      <pc:sldChg chg="add ord">
        <pc:chgData name="KACHOUR Maher" userId="09775c39-7739-40bf-ba04-c8ef3ab24a94" providerId="ADAL" clId="{4399E134-63CF-4BA3-8421-F3E34B48AA0E}" dt="2021-10-14T15:33:18.639" v="35"/>
        <pc:sldMkLst>
          <pc:docMk/>
          <pc:sldMk cId="45170583" sldId="315"/>
        </pc:sldMkLst>
      </pc:sldChg>
      <pc:sldChg chg="add ord">
        <pc:chgData name="KACHOUR Maher" userId="09775c39-7739-40bf-ba04-c8ef3ab24a94" providerId="ADAL" clId="{4399E134-63CF-4BA3-8421-F3E34B48AA0E}" dt="2021-10-14T15:33:23.670" v="38"/>
        <pc:sldMkLst>
          <pc:docMk/>
          <pc:sldMk cId="663966260" sldId="316"/>
        </pc:sldMkLst>
      </pc:sldChg>
      <pc:sldChg chg="add ord">
        <pc:chgData name="KACHOUR Maher" userId="09775c39-7739-40bf-ba04-c8ef3ab24a94" providerId="ADAL" clId="{4399E134-63CF-4BA3-8421-F3E34B48AA0E}" dt="2021-10-14T15:33:29.419" v="41"/>
        <pc:sldMkLst>
          <pc:docMk/>
          <pc:sldMk cId="1743204950" sldId="317"/>
        </pc:sldMkLst>
      </pc:sldChg>
      <pc:sldChg chg="add ord">
        <pc:chgData name="KACHOUR Maher" userId="09775c39-7739-40bf-ba04-c8ef3ab24a94" providerId="ADAL" clId="{4399E134-63CF-4BA3-8421-F3E34B48AA0E}" dt="2021-10-14T15:33:35.256" v="44"/>
        <pc:sldMkLst>
          <pc:docMk/>
          <pc:sldMk cId="1322764060" sldId="318"/>
        </pc:sldMkLst>
      </pc:sldChg>
      <pc:sldChg chg="add ord">
        <pc:chgData name="KACHOUR Maher" userId="09775c39-7739-40bf-ba04-c8ef3ab24a94" providerId="ADAL" clId="{4399E134-63CF-4BA3-8421-F3E34B48AA0E}" dt="2021-10-14T15:33:41.789" v="47"/>
        <pc:sldMkLst>
          <pc:docMk/>
          <pc:sldMk cId="2334900270" sldId="319"/>
        </pc:sldMkLst>
      </pc:sldChg>
      <pc:sldChg chg="add ord">
        <pc:chgData name="KACHOUR Maher" userId="09775c39-7739-40bf-ba04-c8ef3ab24a94" providerId="ADAL" clId="{4399E134-63CF-4BA3-8421-F3E34B48AA0E}" dt="2021-10-14T15:34:00.307" v="52"/>
        <pc:sldMkLst>
          <pc:docMk/>
          <pc:sldMk cId="2605998303" sldId="32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02334-7E8B-4320-A1E2-4B05AC15A670}" type="datetimeFigureOut">
              <a:rPr lang="fr-FR" smtClean="0"/>
              <a:pPr/>
              <a:t>14/10/2021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8582E2-60D7-40E7-AECB-CED9E7320F8D}" type="slidenum">
              <a:rPr lang="fr-FR" smtClean="0"/>
              <a:pPr/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Séance 4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778A98-30B3-468F-BFD6-C3388BB641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Résumés numériques des données d’une variable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3373FE-F419-458C-B663-2DCE89F925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Il existe plusieurs indicateurs qui permettent de résumer les données d’une variable :</a:t>
            </a:r>
          </a:p>
          <a:p>
            <a:pPr marL="0" indent="0">
              <a:buNone/>
            </a:pPr>
            <a:endParaRPr lang="fr-FR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</a:t>
            </a:r>
          </a:p>
          <a:p>
            <a:pPr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dispersion </a:t>
            </a:r>
          </a:p>
          <a:p>
            <a:pPr>
              <a:buFontTx/>
              <a:buChar char="-"/>
            </a:pPr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forme </a:t>
            </a:r>
          </a:p>
        </p:txBody>
      </p:sp>
    </p:spTree>
    <p:extLst>
      <p:ext uri="{BB962C8B-B14F-4D97-AF65-F5344CB8AC3E}">
        <p14:creationId xmlns:p14="http://schemas.microsoft.com/office/powerpoint/2010/main" val="22474451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71209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E66E722-1B8B-4CBA-86B2-2205DC102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</a:t>
            </a:r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3FEA04C7-29C0-4AA5-BDC4-2533CEC431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55576" y="1417638"/>
            <a:ext cx="7815146" cy="4176464"/>
          </a:xfrm>
        </p:spPr>
      </p:pic>
    </p:spTree>
    <p:extLst>
      <p:ext uri="{BB962C8B-B14F-4D97-AF65-F5344CB8AC3E}">
        <p14:creationId xmlns:p14="http://schemas.microsoft.com/office/powerpoint/2010/main" val="34837105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2494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38433B6-F441-42D4-A9D0-5E6073414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Les indicateurs de position – les valeurs relatives à un pourcentage</a:t>
            </a:r>
            <a:endParaRPr lang="fr-FR" sz="28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0ECBB30-B0A7-4036-896B-73187B36E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3" y="1389088"/>
            <a:ext cx="6349355" cy="5280272"/>
          </a:xfrm>
          <a:prstGeom prst="rect">
            <a:avLst/>
          </a:prstGeom>
        </p:spPr>
      </p:pic>
      <p:sp>
        <p:nvSpPr>
          <p:cNvPr id="9" name="Bulle narrative : ronde 8">
            <a:extLst>
              <a:ext uri="{FF2B5EF4-FFF2-40B4-BE49-F238E27FC236}">
                <a16:creationId xmlns:a16="http://schemas.microsoft.com/office/drawing/2014/main" id="{0B86B280-FCBC-46BA-BF9C-EB2F474F380E}"/>
              </a:ext>
            </a:extLst>
          </p:cNvPr>
          <p:cNvSpPr/>
          <p:nvPr/>
        </p:nvSpPr>
        <p:spPr>
          <a:xfrm>
            <a:off x="6358855" y="1389088"/>
            <a:ext cx="2677641" cy="1262249"/>
          </a:xfrm>
          <a:prstGeom prst="wedgeEllipseCallout">
            <a:avLst>
              <a:gd name="adj1" fmla="val -63946"/>
              <a:gd name="adj2" fmla="val 78347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B7A5BF8-E26D-4098-8639-13D1B4A2C041}"/>
              </a:ext>
            </a:extLst>
          </p:cNvPr>
          <p:cNvSpPr txBox="1"/>
          <p:nvPr/>
        </p:nvSpPr>
        <p:spPr>
          <a:xfrm>
            <a:off x="6806555" y="1534632"/>
            <a:ext cx="187220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Cambria" panose="02040503050406030204" pitchFamily="18" charset="0"/>
                <a:ea typeface="Cambria" panose="02040503050406030204" pitchFamily="18" charset="0"/>
              </a:rPr>
              <a:t>On peut calculer ces valeurs (en appliquant la même technique) lorsque les données  sont issues d’une variable qualitative ordinale</a:t>
            </a:r>
          </a:p>
        </p:txBody>
      </p:sp>
    </p:spTree>
    <p:extLst>
      <p:ext uri="{BB962C8B-B14F-4D97-AF65-F5344CB8AC3E}">
        <p14:creationId xmlns:p14="http://schemas.microsoft.com/office/powerpoint/2010/main" val="3614159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572817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B63A2FC-E2F5-4C2C-966F-0F27856A6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des quartiles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461B6D-BA36-413D-9F6C-B467BA334F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96752"/>
            <a:ext cx="9144000" cy="566124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1 : les données ci-dessous représentent la répartition de 70 familles d’un village selon le nombre d’enfants (moins de 18 ans)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Calculer les quartiles associés à ces données.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CDDAAC98-F3A8-46E5-B1B3-201AE1C3C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5816" y="2198576"/>
            <a:ext cx="35814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507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03551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309BAF-B63E-4849-8818-0500285AC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latin typeface="Cambria" panose="02040503050406030204" pitchFamily="18" charset="0"/>
                <a:ea typeface="Cambria" panose="02040503050406030204" pitchFamily="18" charset="0"/>
              </a:rPr>
              <a:t>Exemples – Calcul des quartiles </a:t>
            </a:r>
            <a:endParaRPr lang="fr-FR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80DDF4C-28B2-4CE1-8156-6C6941DB8D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66018"/>
            <a:ext cx="9144000" cy="56919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Exemple 2 : les données ci-dessous représentent la taille de 100 élèves / membres d’un club de sport</a:t>
            </a: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endParaRPr lang="fr-FR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indent="0">
              <a:buNone/>
            </a:pPr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Calculer les quartiles associés aux données.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1E303293-B481-490F-8968-DB3C23C95A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1840" y="1766094"/>
            <a:ext cx="2667000" cy="158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6379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65383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272681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>
                <a:latin typeface="Cambria" panose="02040503050406030204" pitchFamily="18" charset="0"/>
                <a:ea typeface="Cambria" panose="02040503050406030204" pitchFamily="18" charset="0"/>
              </a:rPr>
              <a:t>Les valeurs relatives à un pourcentage – Graphiquement </a:t>
            </a:r>
            <a:endParaRPr lang="fr-FR" sz="3600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5143769-CA83-45E4-BCF4-80A5665401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50" y="1417638"/>
            <a:ext cx="3898776" cy="5251722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FF2E0BCC-4E90-454A-8F49-A84AD9B98A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8024" y="1517552"/>
            <a:ext cx="4010026" cy="5151808"/>
          </a:xfrm>
          <a:prstGeom prst="rect">
            <a:avLst/>
          </a:prstGeom>
        </p:spPr>
      </p:pic>
      <p:sp>
        <p:nvSpPr>
          <p:cNvPr id="7" name="Bulle narrative : ronde 6">
            <a:extLst>
              <a:ext uri="{FF2B5EF4-FFF2-40B4-BE49-F238E27FC236}">
                <a16:creationId xmlns:a16="http://schemas.microsoft.com/office/drawing/2014/main" id="{AA32D4D2-D860-4B91-A6B6-F04DB63A4E58}"/>
              </a:ext>
            </a:extLst>
          </p:cNvPr>
          <p:cNvSpPr/>
          <p:nvPr/>
        </p:nvSpPr>
        <p:spPr>
          <a:xfrm>
            <a:off x="5652120" y="2996952"/>
            <a:ext cx="1224136" cy="864096"/>
          </a:xfrm>
          <a:prstGeom prst="wedgeEllipseCallout">
            <a:avLst>
              <a:gd name="adj1" fmla="val 68994"/>
              <a:gd name="adj2" fmla="val 99758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EEB5EFF-A88B-43E0-82B3-27BEA8CBDDE0}"/>
              </a:ext>
            </a:extLst>
          </p:cNvPr>
          <p:cNvSpPr txBox="1"/>
          <p:nvPr/>
        </p:nvSpPr>
        <p:spPr>
          <a:xfrm>
            <a:off x="5746204" y="3259723"/>
            <a:ext cx="115212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>
                <a:latin typeface="Cambria" panose="02040503050406030204" pitchFamily="18" charset="0"/>
                <a:ea typeface="Cambria" panose="02040503050406030204" pitchFamily="18" charset="0"/>
              </a:rPr>
              <a:t>Médiane</a:t>
            </a:r>
          </a:p>
        </p:txBody>
      </p:sp>
    </p:spTree>
    <p:extLst>
      <p:ext uri="{BB962C8B-B14F-4D97-AF65-F5344CB8AC3E}">
        <p14:creationId xmlns:p14="http://schemas.microsoft.com/office/powerpoint/2010/main" val="4787749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5353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>
                <a:latin typeface="Cambria" panose="02040503050406030204" pitchFamily="18" charset="0"/>
                <a:ea typeface="Cambria" panose="02040503050406030204" pitchFamily="18" charset="0"/>
              </a:rPr>
              <a:t>Les valeurs relatives à un pourcentage – Graphiquement </a:t>
            </a:r>
            <a:endParaRPr lang="fr-FR" sz="3600" dirty="0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0BE7825-F2B4-4723-A08B-DBE736A07E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556793"/>
            <a:ext cx="8064895" cy="4752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387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5170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F234C3A-3796-4D00-97B5-F5E1AB025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sz="3600">
                <a:latin typeface="Cambria" panose="02040503050406030204" pitchFamily="18" charset="0"/>
                <a:ea typeface="Cambria" panose="02040503050406030204" pitchFamily="18" charset="0"/>
              </a:rPr>
              <a:t>Les valeurs relatives à un pourcentage – Graphiquement </a:t>
            </a:r>
            <a:endParaRPr lang="fr-FR" sz="3600" dirty="0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3B67AB2A-B679-4D16-8BF9-BE0AF584B2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7638"/>
            <a:ext cx="9036496" cy="5688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1945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639662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7EA1F4-0D63-4AEF-B357-FEA5AC376F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2800" dirty="0">
                <a:latin typeface="Cambria" panose="02040503050406030204" pitchFamily="18" charset="0"/>
                <a:ea typeface="Cambria" panose="02040503050406030204" pitchFamily="18" charset="0"/>
              </a:rPr>
              <a:t>La boîte à moustaches – détection de l’existence de valeurs aberrantes 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6CEB04A-2D4C-405C-AE80-01773F42B5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8830" y="1417638"/>
            <a:ext cx="6786339" cy="2956222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D0A9E9A2-7938-4B46-BC3E-F955030B26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592" y="4139952"/>
            <a:ext cx="7344816" cy="2160240"/>
          </a:xfrm>
          <a:prstGeom prst="rect">
            <a:avLst/>
          </a:prstGeom>
        </p:spPr>
      </p:pic>
      <p:sp>
        <p:nvSpPr>
          <p:cNvPr id="10" name="Bulle narrative : ronde 9">
            <a:extLst>
              <a:ext uri="{FF2B5EF4-FFF2-40B4-BE49-F238E27FC236}">
                <a16:creationId xmlns:a16="http://schemas.microsoft.com/office/drawing/2014/main" id="{AF870070-00FF-4974-9840-A6A5B3693D60}"/>
              </a:ext>
            </a:extLst>
          </p:cNvPr>
          <p:cNvSpPr/>
          <p:nvPr/>
        </p:nvSpPr>
        <p:spPr>
          <a:xfrm>
            <a:off x="5268850" y="5973961"/>
            <a:ext cx="2664296" cy="850106"/>
          </a:xfrm>
          <a:prstGeom prst="wedgeEllipseCallout">
            <a:avLst>
              <a:gd name="adj1" fmla="val -71760"/>
              <a:gd name="adj2" fmla="val -109460"/>
            </a:avLst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80C87052-A8C2-4C0E-8BD4-0762D38E4A9B}"/>
              </a:ext>
            </a:extLst>
          </p:cNvPr>
          <p:cNvSpPr txBox="1"/>
          <p:nvPr/>
        </p:nvSpPr>
        <p:spPr>
          <a:xfrm>
            <a:off x="6084168" y="6045071"/>
            <a:ext cx="14401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Cambria" panose="02040503050406030204" pitchFamily="18" charset="0"/>
                <a:ea typeface="Cambria" panose="02040503050406030204" pitchFamily="18" charset="0"/>
              </a:rPr>
              <a:t>Cet outil n’est pas faisable si les données sont issues d’une variable qualitative </a:t>
            </a:r>
          </a:p>
        </p:txBody>
      </p:sp>
    </p:spTree>
    <p:extLst>
      <p:ext uri="{BB962C8B-B14F-4D97-AF65-F5344CB8AC3E}">
        <p14:creationId xmlns:p14="http://schemas.microsoft.com/office/powerpoint/2010/main" val="40871318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432049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La boîte à moustaches – construction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7D1A6C2-D748-442D-859E-DB0C18C75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635" y="1836639"/>
            <a:ext cx="7820451" cy="489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92021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27640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La boîte à moustaches – construction</a:t>
            </a: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2129403B-3CCF-4F7D-B8E3-7A70184117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2210990"/>
            <a:ext cx="8282832" cy="3958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02612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49002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99ED5833-B85B-4103-8A3B-CAB0308E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992ABE3-1EE4-4612-A616-19661284F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560881"/>
            <a:ext cx="7346729" cy="1114380"/>
          </a:xfr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FR" sz="3500" dirty="0">
                <a:latin typeface="Cambria" panose="02040503050406030204" pitchFamily="18" charset="0"/>
                <a:ea typeface="Cambria" panose="02040503050406030204" pitchFamily="18" charset="0"/>
              </a:rPr>
              <a:t>La boîte à moustaches – construction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A1F126-5179-4300-A3E9-86B64BF0E3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74" y="2132856"/>
            <a:ext cx="8245364" cy="383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157841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AC573F-B569-4D4B-9A3D-67D020EE9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dirty="0"/>
              <a:t>Note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06673CC7-4653-43B1-B2D2-2A2F56281E28}"/>
              </a:ext>
            </a:extLst>
          </p:cNvPr>
          <p:cNvSpPr txBox="1"/>
          <p:nvPr/>
        </p:nvSpPr>
        <p:spPr>
          <a:xfrm>
            <a:off x="395536" y="1417638"/>
            <a:ext cx="8352928" cy="510770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59983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E1A6547-570A-4238-BFB7-790DAE80F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184805"/>
            <a:ext cx="78867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4500" kern="1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Remarque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69C3F84-CD07-4193-91E6-7FFFE1CC2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176" y="1340768"/>
            <a:ext cx="7607358" cy="5112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35236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cquiredFrom xmlns="6d93d202-47fc-4405-873a-cab67cc5f1b2" xsi:nil="true"/>
    <IsSearchable xmlns="6d93d202-47fc-4405-873a-cab67cc5f1b2">true</IsSearchable>
    <EditorialStatus xmlns="6d93d202-47fc-4405-873a-cab67cc5f1b2">Complete</EditorialStatus>
    <OriginAsset xmlns="6d93d202-47fc-4405-873a-cab67cc5f1b2" xsi:nil="true"/>
    <ThumbnailAssetId xmlns="6d93d202-47fc-4405-873a-cab67cc5f1b2" xsi:nil="true"/>
    <TrustLevel xmlns="6d93d202-47fc-4405-873a-cab67cc5f1b2">3 Community New</TrustLevel>
    <MarketSpecific xmlns="6d93d202-47fc-4405-873a-cab67cc5f1b2">true</MarketSpecific>
    <TPNamespace xmlns="6d93d202-47fc-4405-873a-cab67cc5f1b2" xsi:nil="true"/>
    <DirectSourceMarket xmlns="6d93d202-47fc-4405-873a-cab67cc5f1b2">english</DirectSourceMarket>
    <MachineTranslated xmlns="6d93d202-47fc-4405-873a-cab67cc5f1b2">false</MachineTranslated>
    <PlannedPubDate xmlns="6d93d202-47fc-4405-873a-cab67cc5f1b2" xsi:nil="true"/>
    <SubmitterId xmlns="6d93d202-47fc-4405-873a-cab67cc5f1b2">9c60ae39-ee33-43c2-b863-454968d0f2cc</SubmitterId>
    <Downloads xmlns="6d93d202-47fc-4405-873a-cab67cc5f1b2">0</Downloads>
    <OriginalSourceMarket xmlns="6d93d202-47fc-4405-873a-cab67cc5f1b2">english</OriginalSourceMarket>
    <PublishTargets xmlns="6d93d202-47fc-4405-873a-cab67cc5f1b2">OfficeOnline</PublishTargets>
    <ArtSampleDocs xmlns="6d93d202-47fc-4405-873a-cab67cc5f1b2" xsi:nil="true"/>
    <ApprovalLog xmlns="6d93d202-47fc-4405-873a-cab67cc5f1b2" xsi:nil="true"/>
    <ApprovalStatus xmlns="6d93d202-47fc-4405-873a-cab67cc5f1b2">InProgress</ApprovalStatus>
    <TPComponent xmlns="6d93d202-47fc-4405-873a-cab67cc5f1b2">PPTFiles</TPComponent>
    <EditorialTags xmlns="6d93d202-47fc-4405-873a-cab67cc5f1b2" xsi:nil="true"/>
    <TPExecutable xmlns="6d93d202-47fc-4405-873a-cab67cc5f1b2" xsi:nil="true"/>
    <LastHandOff xmlns="6d93d202-47fc-4405-873a-cab67cc5f1b2" xsi:nil="true"/>
    <BusinessGroup xmlns="6d93d202-47fc-4405-873a-cab67cc5f1b2" xsi:nil="true"/>
    <TPAppVersion xmlns="6d93d202-47fc-4405-873a-cab67cc5f1b2">12</TPAppVersion>
    <VoteCount xmlns="6d93d202-47fc-4405-873a-cab67cc5f1b2" xsi:nil="true"/>
    <APAuthor xmlns="6d93d202-47fc-4405-873a-cab67cc5f1b2">
      <UserInfo>
        <DisplayName>_o14migrate</DisplayName>
        <AccountId>266</AccountId>
        <AccountType/>
      </UserInfo>
    </APAuthor>
    <TPCommandLine xmlns="6d93d202-47fc-4405-873a-cab67cc5f1b2">{PP} /n {FilePath}</TPCommandLine>
    <UACurrentWords xmlns="6d93d202-47fc-4405-873a-cab67cc5f1b2" xsi:nil="true"/>
    <AssetId xmlns="6d93d202-47fc-4405-873a-cab67cc5f1b2">TP030007281</AssetId>
    <Manager xmlns="6d93d202-47fc-4405-873a-cab67cc5f1b2" xsi:nil="true"/>
    <NumericId xmlns="6d93d202-47fc-4405-873a-cab67cc5f1b2">-1</NumericId>
    <Component xmlns="64acb2c5-0a2b-4bda-bd34-58e36cbb80d2" xsi:nil="true"/>
    <HandoffToMSDN xmlns="6d93d202-47fc-4405-873a-cab67cc5f1b2" xsi:nil="true"/>
    <Markets xmlns="6d93d202-47fc-4405-873a-cab67cc5f1b2">
      <Value>2</Value>
    </Markets>
    <UALocComments xmlns="6d93d202-47fc-4405-873a-cab67cc5f1b2" xsi:nil="true"/>
    <UALocRecommendation xmlns="6d93d202-47fc-4405-873a-cab67cc5f1b2">Localize</UALocRecommendation>
    <AssetStart xmlns="6d93d202-47fc-4405-873a-cab67cc5f1b2">2010-04-16T13:47:45+00:00</AssetStart>
    <CrawlForDependencies xmlns="6d93d202-47fc-4405-873a-cab67cc5f1b2">false</CrawlForDependencies>
    <LastModifiedDateTime xmlns="6d93d202-47fc-4405-873a-cab67cc5f1b2" xsi:nil="true"/>
    <LastPublishResultLookup xmlns="6d93d202-47fc-4405-873a-cab67cc5f1b2" xsi:nil="true"/>
    <PublishStatusLookup xmlns="6d93d202-47fc-4405-873a-cab67cc5f1b2">
      <Value>327671</Value>
      <Value>503520</Value>
    </PublishStatusLookup>
    <AverageRating xmlns="6d93d202-47fc-4405-873a-cab67cc5f1b2" xsi:nil="true"/>
    <CSXUpdate xmlns="6d93d202-47fc-4405-873a-cab67cc5f1b2">false</CSXUpdate>
    <UAProjectedTotalWords xmlns="6d93d202-47fc-4405-873a-cab67cc5f1b2" xsi:nil="true"/>
    <AssetExpire xmlns="6d93d202-47fc-4405-873a-cab67cc5f1b2">2100-01-01T00:00:00+00:00</AssetExpire>
    <AssetType xmlns="6d93d202-47fc-4405-873a-cab67cc5f1b2">TP</AssetType>
    <IntlLangReviewDate xmlns="6d93d202-47fc-4405-873a-cab67cc5f1b2" xsi:nil="true"/>
    <TPFriendlyName xmlns="6d93d202-47fc-4405-873a-cab67cc5f1b2">Thème design - Tunnel</TPFriendlyName>
    <IntlLangReview xmlns="6d93d202-47fc-4405-873a-cab67cc5f1b2" xsi:nil="true"/>
    <OOCacheId xmlns="6d93d202-47fc-4405-873a-cab67cc5f1b2" xsi:nil="true"/>
    <PolicheckWords xmlns="6d93d202-47fc-4405-873a-cab67cc5f1b2" xsi:nil="true"/>
    <TemplateStatus xmlns="6d93d202-47fc-4405-873a-cab67cc5f1b2">Complete</TemplateStatus>
    <CSXSubmissionMarket xmlns="6d93d202-47fc-4405-873a-cab67cc5f1b2" xsi:nil="true"/>
    <FriendlyTitle xmlns="6d93d202-47fc-4405-873a-cab67cc5f1b2" xsi:nil="true"/>
    <TPLaunchHelpLinkType xmlns="6d93d202-47fc-4405-873a-cab67cc5f1b2" xsi:nil="true"/>
    <Providers xmlns="6d93d202-47fc-4405-873a-cab67cc5f1b2" xsi:nil="true"/>
    <SourceTitle xmlns="6d93d202-47fc-4405-873a-cab67cc5f1b2">Thème design - Tunnel</SourceTitle>
    <TemplateTemplateType xmlns="6d93d202-47fc-4405-873a-cab67cc5f1b2">PowerPoint 12 Default</TemplateTemplateType>
    <TimesCloned xmlns="6d93d202-47fc-4405-873a-cab67cc5f1b2" xsi:nil="true"/>
    <ClipArtFilename xmlns="6d93d202-47fc-4405-873a-cab67cc5f1b2" xsi:nil="true"/>
    <APDescription xmlns="6d93d202-47fc-4405-873a-cab67cc5f1b2" xsi:nil="true"/>
    <TPApplication xmlns="6d93d202-47fc-4405-873a-cab67cc5f1b2">PowerPoint</TPApplication>
    <CSXHash xmlns="6d93d202-47fc-4405-873a-cab67cc5f1b2">ONP5ejdaZ6pIyJWiKjJC7LRpyB8=</CSXHash>
    <PrimaryImageGen xmlns="6d93d202-47fc-4405-873a-cab67cc5f1b2">true</PrimaryImageGen>
    <ContentItem xmlns="6d93d202-47fc-4405-873a-cab67cc5f1b2" xsi:nil="true"/>
    <IsDeleted xmlns="6d93d202-47fc-4405-873a-cab67cc5f1b2">false</IsDeleted>
    <ShowIn xmlns="6d93d202-47fc-4405-873a-cab67cc5f1b2">Show everywhere</ShowIn>
    <BugNumber xmlns="6d93d202-47fc-4405-873a-cab67cc5f1b2" xsi:nil="true"/>
    <LegacyData xmlns="6d93d202-47fc-4405-873a-cab67cc5f1b2">ListingID:;Manager:;BuildStatus:Publish Passed;MockupPath:</LegacyData>
    <TPLaunchHelpLink xmlns="6d93d202-47fc-4405-873a-cab67cc5f1b2" xsi:nil="true"/>
    <Milestone xmlns="6d93d202-47fc-4405-873a-cab67cc5f1b2" xsi:nil="true"/>
    <UANotes xmlns="6d93d202-47fc-4405-873a-cab67cc5f1b2" xsi:nil="true"/>
    <Description0 xmlns="64acb2c5-0a2b-4bda-bd34-58e36cbb80d2" xsi:nil="true"/>
    <IntlLangReviewer xmlns="6d93d202-47fc-4405-873a-cab67cc5f1b2" xsi:nil="true"/>
    <IntlLocPriority xmlns="6d93d202-47fc-4405-873a-cab67cc5f1b2" xsi:nil="true"/>
    <OpenTemplate xmlns="6d93d202-47fc-4405-873a-cab67cc5f1b2">true</OpenTemplate>
    <Provider xmlns="6d93d202-47fc-4405-873a-cab67cc5f1b2" xsi:nil="true"/>
    <CSXSubmissionDate xmlns="6d93d202-47fc-4405-873a-cab67cc5f1b2">2009-10-10T07:00:00+00:00</CSXSubmissionDate>
    <TPClientViewer xmlns="6d93d202-47fc-4405-873a-cab67cc5f1b2" xsi:nil="true"/>
    <DSATActionTaken xmlns="6d93d202-47fc-4405-873a-cab67cc5f1b2" xsi:nil="true"/>
    <APEditor xmlns="6d93d202-47fc-4405-873a-cab67cc5f1b2">
      <UserInfo>
        <DisplayName>_o14migrate</DisplayName>
        <AccountId>266</AccountId>
        <AccountType/>
      </UserInfo>
    </APEditor>
    <TPInstallLocation xmlns="6d93d202-47fc-4405-873a-cab67cc5f1b2">{My Templates}</TPInstallLocation>
    <OutputCachingOn xmlns="6d93d202-47fc-4405-873a-cab67cc5f1b2">false</OutputCachingOn>
    <ParentAssetId xmlns="6d93d202-47fc-4405-873a-cab67cc5f1b2" xsi:nil="true"/>
    <LocManualTestRequired xmlns="6d93d202-47fc-4405-873a-cab67cc5f1b2">false</LocManualTestRequired>
    <LocalizationTagsTaxHTField0 xmlns="6d93d202-47fc-4405-873a-cab67cc5f1b2">
      <Terms xmlns="http://schemas.microsoft.com/office/infopath/2007/PartnerControls"/>
    </LocalizationTagsTaxHTField0>
    <CampaignTagsTaxHTField0 xmlns="6d93d202-47fc-4405-873a-cab67cc5f1b2">
      <Terms xmlns="http://schemas.microsoft.com/office/infopath/2007/PartnerControls"/>
    </CampaignTagsTaxHTField0>
    <LocLastLocAttemptVersionLookup xmlns="6d93d202-47fc-4405-873a-cab67cc5f1b2">170195</LocLastLocAttemptVersionLookup>
    <InternalTagsTaxHTField0 xmlns="6d93d202-47fc-4405-873a-cab67cc5f1b2">
      <Terms xmlns="http://schemas.microsoft.com/office/infopath/2007/PartnerControls"/>
    </InternalTagsTaxHTField0>
    <LocRecommendedHandoff xmlns="6d93d202-47fc-4405-873a-cab67cc5f1b2" xsi:nil="true"/>
    <BlockPublish xmlns="6d93d202-47fc-4405-873a-cab67cc5f1b2">false</BlockPublish>
    <LocComments xmlns="6d93d202-47fc-4405-873a-cab67cc5f1b2" xsi:nil="true"/>
    <TaxCatchAll xmlns="6d93d202-47fc-4405-873a-cab67cc5f1b2"/>
    <OriginalRelease xmlns="6d93d202-47fc-4405-873a-cab67cc5f1b2">14</OriginalRelease>
    <RecommendationsModifier xmlns="6d93d202-47fc-4405-873a-cab67cc5f1b2" xsi:nil="true"/>
    <ScenarioTagsTaxHTField0 xmlns="6d93d202-47fc-4405-873a-cab67cc5f1b2">
      <Terms xmlns="http://schemas.microsoft.com/office/infopath/2007/PartnerControls"/>
    </ScenarioTagsTaxHTField0>
    <FeatureTagsTaxHTField0 xmlns="6d93d202-47fc-4405-873a-cab67cc5f1b2">
      <Terms xmlns="http://schemas.microsoft.com/office/infopath/2007/PartnerControls"/>
    </FeatureTagsTaxHTField0>
    <LocMarketGroupTiers2 xmlns="6d93d202-47fc-4405-873a-cab67cc5f1b2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9924D1ECC420D47A2456556BC94F7370400BDF4491DEA4973499845289601F88B9F" ma:contentTypeVersion="55" ma:contentTypeDescription="Create a new document." ma:contentTypeScope="" ma:versionID="41eb558a2b826e6e4f9defd990175bec">
  <xsd:schema xmlns:xsd="http://www.w3.org/2001/XMLSchema" xmlns:xs="http://www.w3.org/2001/XMLSchema" xmlns:p="http://schemas.microsoft.com/office/2006/metadata/properties" xmlns:ns2="6d93d202-47fc-4405-873a-cab67cc5f1b2" xmlns:ns3="64acb2c5-0a2b-4bda-bd34-58e36cbb80d2" targetNamespace="http://schemas.microsoft.com/office/2006/metadata/properties" ma:root="true" ma:fieldsID="19deea0185cf7bc57eee9b90b1ba2ace" ns2:_="" ns3:_="">
    <xsd:import namespace="6d93d202-47fc-4405-873a-cab67cc5f1b2"/>
    <xsd:import namespace="64acb2c5-0a2b-4bda-bd34-58e36cbb80d2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  <xsd:element ref="ns3:Description0" minOccurs="0"/>
                <xsd:element ref="ns3:Compone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93d202-47fc-4405-873a-cab67cc5f1b2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0:00:00Z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dc79c007-7f28-4db9-9ba1-525d19a3279b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80C6DD30-196A-4C6B-B1BF-A43F3B8ACD4F}" ma:internalName="CSXSubmissionMarket" ma:readOnly="false" ma:showField="MarketName" ma:web="6d93d202-47fc-4405-873a-cab67cc5f1b2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bb16b974-ed24-4278-8820-8e232d38904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7E2D4CA2-442A-4FDA-AA57-71B8C7B2C53C}" ma:internalName="InProjectListLookup" ma:readOnly="true" ma:showField="InProjectLis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fd9a49dc-3dbf-4047-b62d-1d587abe7b40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7E2D4CA2-442A-4FDA-AA57-71B8C7B2C53C}" ma:internalName="LastCompleteVersionLookup" ma:readOnly="true" ma:showField="LastComplete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7E2D4CA2-442A-4FDA-AA57-71B8C7B2C53C}" ma:internalName="LastPreviewErrorLookup" ma:readOnly="true" ma:showField="LastPreview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7E2D4CA2-442A-4FDA-AA57-71B8C7B2C53C}" ma:internalName="LastPreviewResultLookup" ma:readOnly="true" ma:showField="LastPreview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7E2D4CA2-442A-4FDA-AA57-71B8C7B2C53C}" ma:internalName="LastPreviewAttemptDateLookup" ma:readOnly="true" ma:showField="LastPreview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7E2D4CA2-442A-4FDA-AA57-71B8C7B2C53C}" ma:internalName="LastPreviewedByLookup" ma:readOnly="true" ma:showField="LastPreview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7E2D4CA2-442A-4FDA-AA57-71B8C7B2C53C}" ma:internalName="LastPreviewTimeLookup" ma:readOnly="true" ma:showField="LastPreview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7E2D4CA2-442A-4FDA-AA57-71B8C7B2C53C}" ma:internalName="LastPreviewVersionLookup" ma:readOnly="true" ma:showField="LastPreview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7E2D4CA2-442A-4FDA-AA57-71B8C7B2C53C}" ma:internalName="LastPublishErrorLookup" ma:readOnly="true" ma:showField="LastPublishError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7E2D4CA2-442A-4FDA-AA57-71B8C7B2C53C}" ma:internalName="LastPublishResultLookup" ma:readOnly="true" ma:showField="LastPublishResult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7E2D4CA2-442A-4FDA-AA57-71B8C7B2C53C}" ma:internalName="LastPublishAttemptDateLookup" ma:readOnly="true" ma:showField="LastPublishAttemptDat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7E2D4CA2-442A-4FDA-AA57-71B8C7B2C53C}" ma:internalName="LastPublishedByLookup" ma:readOnly="true" ma:showField="LastPublishedBy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7E2D4CA2-442A-4FDA-AA57-71B8C7B2C53C}" ma:internalName="LastPublishTimeLookup" ma:readOnly="true" ma:showField="LastPublishTi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7E2D4CA2-442A-4FDA-AA57-71B8C7B2C53C}" ma:internalName="LastPublishVersionLookup" ma:readOnly="true" ma:showField="LastPublishVersion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4CDE398E-75A7-4993-8C61-2BFD31F64754}" ma:internalName="LocLastLocAttemptVersionLookup" ma:readOnly="false" ma:showField="LastLocAttemptVersion" ma:web="6d93d202-47fc-4405-873a-cab67cc5f1b2">
      <xsd:simpleType>
        <xsd:restriction base="dms:Lookup"/>
      </xsd:simpleType>
    </xsd:element>
    <xsd:element name="LocLastLocAttemptVersionTypeLookup" ma:index="72" nillable="true" ma:displayName="Loc Last Loc Attempt Version Type" ma:default="" ma:list="{4CDE398E-75A7-4993-8C61-2BFD31F64754}" ma:internalName="LocLastLocAttemptVersionTypeLookup" ma:readOnly="true" ma:showField="LastLocAttemptVersionType" ma:web="6d93d202-47fc-4405-873a-cab67cc5f1b2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4CDE398E-75A7-4993-8C61-2BFD31F64754}" ma:internalName="LocNewPublishedVersionLookup" ma:readOnly="true" ma:showField="NewPublishedVersion" ma:web="6d93d202-47fc-4405-873a-cab67cc5f1b2">
      <xsd:simpleType>
        <xsd:restriction base="dms:Lookup"/>
      </xsd:simpleType>
    </xsd:element>
    <xsd:element name="LocOverallHandbackStatusLookup" ma:index="76" nillable="true" ma:displayName="Loc Overall Handback Status" ma:default="" ma:list="{4CDE398E-75A7-4993-8C61-2BFD31F64754}" ma:internalName="LocOverallHandbackStatusLookup" ma:readOnly="true" ma:showField="OverallHandbackStatus" ma:web="6d93d202-47fc-4405-873a-cab67cc5f1b2">
      <xsd:simpleType>
        <xsd:restriction base="dms:Lookup"/>
      </xsd:simpleType>
    </xsd:element>
    <xsd:element name="LocOverallLocStatusLookup" ma:index="77" nillable="true" ma:displayName="Loc Overall Localize Status" ma:default="" ma:list="{4CDE398E-75A7-4993-8C61-2BFD31F64754}" ma:internalName="LocOverallLocStatusLookup" ma:readOnly="true" ma:showField="OverallLocStatus" ma:web="6d93d202-47fc-4405-873a-cab67cc5f1b2">
      <xsd:simpleType>
        <xsd:restriction base="dms:Lookup"/>
      </xsd:simpleType>
    </xsd:element>
    <xsd:element name="LocOverallPreviewStatusLookup" ma:index="78" nillable="true" ma:displayName="Loc Overall Preview Status" ma:default="" ma:list="{4CDE398E-75A7-4993-8C61-2BFD31F64754}" ma:internalName="LocOverallPreviewStatusLookup" ma:readOnly="true" ma:showField="OverallPreviewStatus" ma:web="6d93d202-47fc-4405-873a-cab67cc5f1b2">
      <xsd:simpleType>
        <xsd:restriction base="dms:Lookup"/>
      </xsd:simpleType>
    </xsd:element>
    <xsd:element name="LocOverallPublishStatusLookup" ma:index="79" nillable="true" ma:displayName="Loc Overall Publish Status" ma:default="" ma:list="{4CDE398E-75A7-4993-8C61-2BFD31F64754}" ma:internalName="LocOverallPublishStatusLookup" ma:readOnly="true" ma:showField="OverallPublishStatus" ma:web="6d93d202-47fc-4405-873a-cab67cc5f1b2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4CDE398E-75A7-4993-8C61-2BFD31F64754}" ma:internalName="LocProcessedForHandoffsLookup" ma:readOnly="true" ma:showField="ProcessedForHandoffs" ma:web="6d93d202-47fc-4405-873a-cab67cc5f1b2">
      <xsd:simpleType>
        <xsd:restriction base="dms:Lookup"/>
      </xsd:simpleType>
    </xsd:element>
    <xsd:element name="LocProcessedForMarketsLookup" ma:index="82" nillable="true" ma:displayName="Loc Processed For Markets" ma:default="" ma:list="{4CDE398E-75A7-4993-8C61-2BFD31F64754}" ma:internalName="LocProcessedForMarketsLookup" ma:readOnly="true" ma:showField="ProcessedForMarkets" ma:web="6d93d202-47fc-4405-873a-cab67cc5f1b2">
      <xsd:simpleType>
        <xsd:restriction base="dms:Lookup"/>
      </xsd:simpleType>
    </xsd:element>
    <xsd:element name="LocPublishedDependentAssetsLookup" ma:index="83" nillable="true" ma:displayName="Loc Published Dependent Assets" ma:default="" ma:list="{4CDE398E-75A7-4993-8C61-2BFD31F64754}" ma:internalName="LocPublishedDependentAssetsLookup" ma:readOnly="true" ma:showField="PublishedDependentAssets" ma:web="6d93d202-47fc-4405-873a-cab67cc5f1b2">
      <xsd:simpleType>
        <xsd:restriction base="dms:Lookup"/>
      </xsd:simpleType>
    </xsd:element>
    <xsd:element name="LocPublishedLinkedAssetsLookup" ma:index="84" nillable="true" ma:displayName="Loc Published Linked Assets" ma:default="" ma:list="{4CDE398E-75A7-4993-8C61-2BFD31F64754}" ma:internalName="LocPublishedLinkedAssetsLookup" ma:readOnly="true" ma:showField="PublishedLinkedAssets" ma:web="6d93d202-47fc-4405-873a-cab67cc5f1b2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db560eb5-700a-4f94-8fda-b57de4261f12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80C6DD30-196A-4C6B-B1BF-A43F3B8ACD4F}" ma:internalName="Markets" ma:readOnly="false" ma:showField="MarketName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7E2D4CA2-442A-4FDA-AA57-71B8C7B2C53C}" ma:internalName="NumOfRatingsLookup" ma:readOnly="true" ma:showField="NumOfRating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7E2D4CA2-442A-4FDA-AA57-71B8C7B2C53C}" ma:internalName="PublishStatusLookup" ma:readOnly="false" ma:showField="PublishStatus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6e3f7319-fb8f-4449-8902-000ab73a8566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11d213f5-ec09-44b6-a8be-9da225be7a8d}" ma:internalName="TaxCatchAll" ma:showField="CatchAllData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11d213f5-ec09-44b6-a8be-9da225be7a8d}" ma:internalName="TaxCatchAllLabel" ma:readOnly="true" ma:showField="CatchAllDataLabel" ma:web="6d93d202-47fc-4405-873a-cab67cc5f1b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4acb2c5-0a2b-4bda-bd34-58e36cbb80d2" elementFormDefault="qualified">
    <xsd:import namespace="http://schemas.microsoft.com/office/2006/documentManagement/types"/>
    <xsd:import namespace="http://schemas.microsoft.com/office/infopath/2007/PartnerControls"/>
    <xsd:element name="Description0" ma:index="134" nillable="true" ma:displayName="Description" ma:internalName="Description0">
      <xsd:simpleType>
        <xsd:restriction base="dms:Note"/>
      </xsd:simpleType>
    </xsd:element>
    <xsd:element name="Component" ma:index="135" nillable="true" ma:displayName="Component" ma:internalName="Component">
      <xsd:simpleType>
        <xsd:restriction base="dms:Text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1AC1EBE-977F-480B-B90F-A9F24D28C013}">
  <ds:schemaRefs>
    <ds:schemaRef ds:uri="64acb2c5-0a2b-4bda-bd34-58e36cbb80d2"/>
    <ds:schemaRef ds:uri="http://schemas.microsoft.com/office/2006/documentManagement/types"/>
    <ds:schemaRef ds:uri="http://purl.org/dc/elements/1.1/"/>
    <ds:schemaRef ds:uri="http://schemas.microsoft.com/office/2006/metadata/properties"/>
    <ds:schemaRef ds:uri="6d93d202-47fc-4405-873a-cab67cc5f1b2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FC4AD9E9-A9C0-46F2-BF42-B91887159A3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AFB9779-B3DB-419D-A1B1-72B8188D358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d93d202-47fc-4405-873a-cab67cc5f1b2"/>
    <ds:schemaRef ds:uri="64acb2c5-0a2b-4bda-bd34-58e36cbb80d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222</Words>
  <Application>Microsoft Office PowerPoint</Application>
  <PresentationFormat>Affichage à l'écran (4:3)</PresentationFormat>
  <Paragraphs>57</Paragraphs>
  <Slides>27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Cambria</vt:lpstr>
      <vt:lpstr>Thème Office</vt:lpstr>
      <vt:lpstr>Data Description</vt:lpstr>
      <vt:lpstr>Résumés numériques des données d’une variable </vt:lpstr>
      <vt:lpstr>Note</vt:lpstr>
      <vt:lpstr>Les indicateurs de position </vt:lpstr>
      <vt:lpstr>Note</vt:lpstr>
      <vt:lpstr>Les indicateurs de position – les valeurs relatives à un pourcentage</vt:lpstr>
      <vt:lpstr>Note</vt:lpstr>
      <vt:lpstr>Exemples – Calcul des quartiles </vt:lpstr>
      <vt:lpstr>Note</vt:lpstr>
      <vt:lpstr>Exemples – Calcul des quartiles </vt:lpstr>
      <vt:lpstr>Note</vt:lpstr>
      <vt:lpstr>Note</vt:lpstr>
      <vt:lpstr>Les valeurs relatives à un pourcentage – Graphiquement </vt:lpstr>
      <vt:lpstr>Note</vt:lpstr>
      <vt:lpstr>Les valeurs relatives à un pourcentage – Graphiquement </vt:lpstr>
      <vt:lpstr>Note</vt:lpstr>
      <vt:lpstr>Les valeurs relatives à un pourcentage – Graphiquement </vt:lpstr>
      <vt:lpstr>Note</vt:lpstr>
      <vt:lpstr>La boîte à moustaches – détection de l’existence de valeurs aberrantes </vt:lpstr>
      <vt:lpstr>Note</vt:lpstr>
      <vt:lpstr>La boîte à moustaches – construction</vt:lpstr>
      <vt:lpstr>Note</vt:lpstr>
      <vt:lpstr>La boîte à moustaches – construction</vt:lpstr>
      <vt:lpstr>Note</vt:lpstr>
      <vt:lpstr>La boîte à moustaches – construction</vt:lpstr>
      <vt:lpstr>Note</vt:lpstr>
      <vt:lpstr>Remarque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Analytics </dc:title>
  <dc:creator>KACHOUR Maher</dc:creator>
  <cp:lastModifiedBy>KACHOUR Maher</cp:lastModifiedBy>
  <cp:revision>3</cp:revision>
  <dcterms:created xsi:type="dcterms:W3CDTF">2021-02-02T16:40:54Z</dcterms:created>
  <dcterms:modified xsi:type="dcterms:W3CDTF">2021-10-14T15:34:16Z</dcterms:modified>
</cp:coreProperties>
</file>