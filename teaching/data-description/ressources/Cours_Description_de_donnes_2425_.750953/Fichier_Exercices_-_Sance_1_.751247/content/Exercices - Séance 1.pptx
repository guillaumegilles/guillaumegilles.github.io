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0" r:id="rId4"/>
    <p:sldId id="259" r:id="rId5"/>
    <p:sldId id="261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EDF028-40CE-443A-9DF8-736EF466EB4D}" v="2" dt="2021-10-16T16:04:17.0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B8EDF028-40CE-443A-9DF8-736EF466EB4D}"/>
    <pc:docChg chg="custSel addSld delSld modSld sldOrd addMainMaster delMainMaster modMainMaster">
      <pc:chgData name="KACHOUR Maher" userId="09775c39-7739-40bf-ba04-c8ef3ab24a94" providerId="ADAL" clId="{B8EDF028-40CE-443A-9DF8-736EF466EB4D}" dt="2021-10-16T16:10:56.451" v="63" actId="47"/>
      <pc:docMkLst>
        <pc:docMk/>
      </pc:docMkLst>
      <pc:sldChg chg="del">
        <pc:chgData name="KACHOUR Maher" userId="09775c39-7739-40bf-ba04-c8ef3ab24a94" providerId="ADAL" clId="{B8EDF028-40CE-443A-9DF8-736EF466EB4D}" dt="2021-10-16T16:04:11.150" v="18" actId="2696"/>
        <pc:sldMkLst>
          <pc:docMk/>
          <pc:sldMk cId="3884457258" sldId="256"/>
        </pc:sldMkLst>
      </pc:sldChg>
      <pc:sldChg chg="modSp add mod">
        <pc:chgData name="KACHOUR Maher" userId="09775c39-7739-40bf-ba04-c8ef3ab24a94" providerId="ADAL" clId="{B8EDF028-40CE-443A-9DF8-736EF466EB4D}" dt="2021-10-16T16:06:00.281" v="60" actId="20577"/>
        <pc:sldMkLst>
          <pc:docMk/>
          <pc:sldMk cId="4044968239" sldId="256"/>
        </pc:sldMkLst>
        <pc:spChg chg="mod">
          <ac:chgData name="KACHOUR Maher" userId="09775c39-7739-40bf-ba04-c8ef3ab24a94" providerId="ADAL" clId="{B8EDF028-40CE-443A-9DF8-736EF466EB4D}" dt="2021-10-16T16:06:00.281" v="60" actId="20577"/>
          <ac:spMkLst>
            <pc:docMk/>
            <pc:sldMk cId="4044968239" sldId="256"/>
            <ac:spMk id="4" creationId="{DF25F7F9-D26E-4B65-8387-484298AE7CF4}"/>
          </ac:spMkLst>
        </pc:spChg>
      </pc:sldChg>
      <pc:sldChg chg="modSp add mod">
        <pc:chgData name="KACHOUR Maher" userId="09775c39-7739-40bf-ba04-c8ef3ab24a94" providerId="ADAL" clId="{B8EDF028-40CE-443A-9DF8-736EF466EB4D}" dt="2021-10-16T16:04:27.579" v="31" actId="20577"/>
        <pc:sldMkLst>
          <pc:docMk/>
          <pc:sldMk cId="415179086" sldId="257"/>
        </pc:sldMkLst>
        <pc:spChg chg="mod">
          <ac:chgData name="KACHOUR Maher" userId="09775c39-7739-40bf-ba04-c8ef3ab24a94" providerId="ADAL" clId="{B8EDF028-40CE-443A-9DF8-736EF466EB4D}" dt="2021-10-16T16:04:27.579" v="31" actId="20577"/>
          <ac:spMkLst>
            <pc:docMk/>
            <pc:sldMk cId="415179086" sldId="257"/>
            <ac:spMk id="3" creationId="{00000000-0000-0000-0000-000000000000}"/>
          </ac:spMkLst>
        </pc:spChg>
      </pc:sldChg>
      <pc:sldChg chg="del">
        <pc:chgData name="KACHOUR Maher" userId="09775c39-7739-40bf-ba04-c8ef3ab24a94" providerId="ADAL" clId="{B8EDF028-40CE-443A-9DF8-736EF466EB4D}" dt="2021-10-16T16:04:11.150" v="18" actId="2696"/>
        <pc:sldMkLst>
          <pc:docMk/>
          <pc:sldMk cId="415179086" sldId="257"/>
        </pc:sldMkLst>
      </pc:sldChg>
      <pc:sldChg chg="del">
        <pc:chgData name="KACHOUR Maher" userId="09775c39-7739-40bf-ba04-c8ef3ab24a94" providerId="ADAL" clId="{B8EDF028-40CE-443A-9DF8-736EF466EB4D}" dt="2021-10-14T10:10:06.567" v="0" actId="47"/>
        <pc:sldMkLst>
          <pc:docMk/>
          <pc:sldMk cId="1632906986" sldId="258"/>
        </pc:sldMkLst>
      </pc:sldChg>
      <pc:sldChg chg="modSp add mod">
        <pc:chgData name="KACHOUR Maher" userId="09775c39-7739-40bf-ba04-c8ef3ab24a94" providerId="ADAL" clId="{B8EDF028-40CE-443A-9DF8-736EF466EB4D}" dt="2021-10-16T16:06:05.544" v="62" actId="20577"/>
        <pc:sldMkLst>
          <pc:docMk/>
          <pc:sldMk cId="2078765063" sldId="259"/>
        </pc:sldMkLst>
        <pc:spChg chg="mod">
          <ac:chgData name="KACHOUR Maher" userId="09775c39-7739-40bf-ba04-c8ef3ab24a94" providerId="ADAL" clId="{B8EDF028-40CE-443A-9DF8-736EF466EB4D}" dt="2021-10-16T16:06:05.544" v="62" actId="20577"/>
          <ac:spMkLst>
            <pc:docMk/>
            <pc:sldMk cId="2078765063" sldId="259"/>
            <ac:spMk id="3" creationId="{86DA4EC6-6600-48BE-AED2-90A0A908CF8F}"/>
          </ac:spMkLst>
        </pc:spChg>
      </pc:sldChg>
      <pc:sldChg chg="del">
        <pc:chgData name="KACHOUR Maher" userId="09775c39-7739-40bf-ba04-c8ef3ab24a94" providerId="ADAL" clId="{B8EDF028-40CE-443A-9DF8-736EF466EB4D}" dt="2021-10-16T16:04:11.150" v="18" actId="2696"/>
        <pc:sldMkLst>
          <pc:docMk/>
          <pc:sldMk cId="3342625250" sldId="259"/>
        </pc:sldMkLst>
      </pc:sldChg>
      <pc:sldChg chg="del">
        <pc:chgData name="KACHOUR Maher" userId="09775c39-7739-40bf-ba04-c8ef3ab24a94" providerId="ADAL" clId="{B8EDF028-40CE-443A-9DF8-736EF466EB4D}" dt="2021-10-14T10:10:09.887" v="1" actId="47"/>
        <pc:sldMkLst>
          <pc:docMk/>
          <pc:sldMk cId="962425727" sldId="260"/>
        </pc:sldMkLst>
      </pc:sldChg>
      <pc:sldChg chg="addSp delSp modSp new del mod">
        <pc:chgData name="KACHOUR Maher" userId="09775c39-7739-40bf-ba04-c8ef3ab24a94" providerId="ADAL" clId="{B8EDF028-40CE-443A-9DF8-736EF466EB4D}" dt="2021-10-16T16:04:11.150" v="18" actId="2696"/>
        <pc:sldMkLst>
          <pc:docMk/>
          <pc:sldMk cId="1088878758" sldId="260"/>
        </pc:sldMkLst>
        <pc:spChg chg="mod">
          <ac:chgData name="KACHOUR Maher" userId="09775c39-7739-40bf-ba04-c8ef3ab24a94" providerId="ADAL" clId="{B8EDF028-40CE-443A-9DF8-736EF466EB4D}" dt="2021-10-14T10:10:18.021" v="7" actId="20577"/>
          <ac:spMkLst>
            <pc:docMk/>
            <pc:sldMk cId="1088878758" sldId="260"/>
            <ac:spMk id="2" creationId="{6C21B6AC-A03F-4C48-B4A2-DC00411E7056}"/>
          </ac:spMkLst>
        </pc:spChg>
        <pc:spChg chg="del mod">
          <ac:chgData name="KACHOUR Maher" userId="09775c39-7739-40bf-ba04-c8ef3ab24a94" providerId="ADAL" clId="{B8EDF028-40CE-443A-9DF8-736EF466EB4D}" dt="2021-10-14T10:10:33.979" v="10" actId="478"/>
          <ac:spMkLst>
            <pc:docMk/>
            <pc:sldMk cId="1088878758" sldId="260"/>
            <ac:spMk id="3" creationId="{26F6251E-C5D4-4BEF-BC3A-AAFA50217EFF}"/>
          </ac:spMkLst>
        </pc:spChg>
        <pc:spChg chg="add mod">
          <ac:chgData name="KACHOUR Maher" userId="09775c39-7739-40bf-ba04-c8ef3ab24a94" providerId="ADAL" clId="{B8EDF028-40CE-443A-9DF8-736EF466EB4D}" dt="2021-10-14T10:10:48.819" v="12" actId="208"/>
          <ac:spMkLst>
            <pc:docMk/>
            <pc:sldMk cId="1088878758" sldId="260"/>
            <ac:spMk id="4" creationId="{1B55EEAE-A1AF-4897-B6FD-C5774DEDF2C1}"/>
          </ac:spMkLst>
        </pc:spChg>
      </pc:sldChg>
      <pc:sldChg chg="add">
        <pc:chgData name="KACHOUR Maher" userId="09775c39-7739-40bf-ba04-c8ef3ab24a94" providerId="ADAL" clId="{B8EDF028-40CE-443A-9DF8-736EF466EB4D}" dt="2021-10-16T16:04:16.955" v="19"/>
        <pc:sldMkLst>
          <pc:docMk/>
          <pc:sldMk cId="2331950318" sldId="260"/>
        </pc:sldMkLst>
      </pc:sldChg>
      <pc:sldChg chg="add">
        <pc:chgData name="KACHOUR Maher" userId="09775c39-7739-40bf-ba04-c8ef3ab24a94" providerId="ADAL" clId="{B8EDF028-40CE-443A-9DF8-736EF466EB4D}" dt="2021-10-16T16:04:16.955" v="19"/>
        <pc:sldMkLst>
          <pc:docMk/>
          <pc:sldMk cId="18207897" sldId="261"/>
        </pc:sldMkLst>
      </pc:sldChg>
      <pc:sldChg chg="add del ord">
        <pc:chgData name="KACHOUR Maher" userId="09775c39-7739-40bf-ba04-c8ef3ab24a94" providerId="ADAL" clId="{B8EDF028-40CE-443A-9DF8-736EF466EB4D}" dt="2021-10-16T16:04:11.150" v="18" actId="2696"/>
        <pc:sldMkLst>
          <pc:docMk/>
          <pc:sldMk cId="116742252" sldId="261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3722591259" sldId="262"/>
        </pc:sldMkLst>
      </pc:sldChg>
      <pc:sldChg chg="add del">
        <pc:chgData name="KACHOUR Maher" userId="09775c39-7739-40bf-ba04-c8ef3ab24a94" providerId="ADAL" clId="{B8EDF028-40CE-443A-9DF8-736EF466EB4D}" dt="2021-10-16T16:05:23.008" v="47" actId="47"/>
        <pc:sldMkLst>
          <pc:docMk/>
          <pc:sldMk cId="4201482127" sldId="263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2217304767" sldId="264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3217821410" sldId="265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3736043133" sldId="266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3702166110" sldId="267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4231536356" sldId="268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640108291" sldId="269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3750733516" sldId="270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2649331480" sldId="271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7104055" sldId="272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2131802041" sldId="273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2312124873" sldId="274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2470683761" sldId="275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2293044713" sldId="276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4029125219" sldId="277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2651005374" sldId="278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870743358" sldId="279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2423292845" sldId="280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726246081" sldId="281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1645057024" sldId="282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3176704708" sldId="283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526900021" sldId="284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4072213904" sldId="285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3215142804" sldId="286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1707031861" sldId="287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2337749244" sldId="288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1979777204" sldId="289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624425180" sldId="290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1439155719" sldId="291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1725238209" sldId="292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1159882443" sldId="293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875781349" sldId="294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4275988030" sldId="295"/>
        </pc:sldMkLst>
      </pc:sldChg>
      <pc:sldChg chg="add del">
        <pc:chgData name="KACHOUR Maher" userId="09775c39-7739-40bf-ba04-c8ef3ab24a94" providerId="ADAL" clId="{B8EDF028-40CE-443A-9DF8-736EF466EB4D}" dt="2021-10-16T16:10:56.451" v="63" actId="47"/>
        <pc:sldMkLst>
          <pc:docMk/>
          <pc:sldMk cId="63679619" sldId="296"/>
        </pc:sldMkLst>
      </pc:sldChg>
      <pc:sldChg chg="modSp add del mod ord">
        <pc:chgData name="KACHOUR Maher" userId="09775c39-7739-40bf-ba04-c8ef3ab24a94" providerId="ADAL" clId="{B8EDF028-40CE-443A-9DF8-736EF466EB4D}" dt="2021-10-16T16:10:56.451" v="63" actId="47"/>
        <pc:sldMkLst>
          <pc:docMk/>
          <pc:sldMk cId="3002894236" sldId="297"/>
        </pc:sldMkLst>
        <pc:spChg chg="mod">
          <ac:chgData name="KACHOUR Maher" userId="09775c39-7739-40bf-ba04-c8ef3ab24a94" providerId="ADAL" clId="{B8EDF028-40CE-443A-9DF8-736EF466EB4D}" dt="2021-10-16T16:05:29.352" v="58" actId="20577"/>
          <ac:spMkLst>
            <pc:docMk/>
            <pc:sldMk cId="3002894236" sldId="297"/>
            <ac:spMk id="3" creationId="{00000000-0000-0000-0000-000000000000}"/>
          </ac:spMkLst>
        </pc:spChg>
      </pc:sldChg>
      <pc:sldMasterChg chg="add addSldLayout">
        <pc:chgData name="KACHOUR Maher" userId="09775c39-7739-40bf-ba04-c8ef3ab24a94" providerId="ADAL" clId="{B8EDF028-40CE-443A-9DF8-736EF466EB4D}" dt="2021-10-16T16:03:17.858" v="16" actId="27028"/>
        <pc:sldMasterMkLst>
          <pc:docMk/>
          <pc:sldMasterMk cId="3268259502" sldId="2147483648"/>
        </pc:sldMasterMkLst>
        <pc:sldLayoutChg chg="add">
          <pc:chgData name="KACHOUR Maher" userId="09775c39-7739-40bf-ba04-c8ef3ab24a94" providerId="ADAL" clId="{B8EDF028-40CE-443A-9DF8-736EF466EB4D}" dt="2021-10-16T16:03:17.858" v="16" actId="27028"/>
          <pc:sldLayoutMkLst>
            <pc:docMk/>
            <pc:sldMasterMk cId="3268259502" sldId="2147483648"/>
            <pc:sldLayoutMk cId="2223489954" sldId="2147483649"/>
          </pc:sldLayoutMkLst>
        </pc:sldLayoutChg>
        <pc:sldLayoutChg chg="add">
          <pc:chgData name="KACHOUR Maher" userId="09775c39-7739-40bf-ba04-c8ef3ab24a94" providerId="ADAL" clId="{B8EDF028-40CE-443A-9DF8-736EF466EB4D}" dt="2021-10-16T16:03:17.858" v="16" actId="27028"/>
          <pc:sldLayoutMkLst>
            <pc:docMk/>
            <pc:sldMasterMk cId="3268259502" sldId="2147483648"/>
            <pc:sldLayoutMk cId="2420459280" sldId="2147483650"/>
          </pc:sldLayoutMkLst>
        </pc:sldLayoutChg>
        <pc:sldLayoutChg chg="add">
          <pc:chgData name="KACHOUR Maher" userId="09775c39-7739-40bf-ba04-c8ef3ab24a94" providerId="ADAL" clId="{B8EDF028-40CE-443A-9DF8-736EF466EB4D}" dt="2021-10-16T16:03:17.858" v="16" actId="27028"/>
          <pc:sldLayoutMkLst>
            <pc:docMk/>
            <pc:sldMasterMk cId="3268259502" sldId="2147483648"/>
            <pc:sldLayoutMk cId="964467677" sldId="2147483651"/>
          </pc:sldLayoutMkLst>
        </pc:sldLayoutChg>
        <pc:sldLayoutChg chg="add">
          <pc:chgData name="KACHOUR Maher" userId="09775c39-7739-40bf-ba04-c8ef3ab24a94" providerId="ADAL" clId="{B8EDF028-40CE-443A-9DF8-736EF466EB4D}" dt="2021-10-16T16:03:17.858" v="16" actId="27028"/>
          <pc:sldLayoutMkLst>
            <pc:docMk/>
            <pc:sldMasterMk cId="3268259502" sldId="2147483648"/>
            <pc:sldLayoutMk cId="3695765815" sldId="2147483652"/>
          </pc:sldLayoutMkLst>
        </pc:sldLayoutChg>
        <pc:sldLayoutChg chg="add">
          <pc:chgData name="KACHOUR Maher" userId="09775c39-7739-40bf-ba04-c8ef3ab24a94" providerId="ADAL" clId="{B8EDF028-40CE-443A-9DF8-736EF466EB4D}" dt="2021-10-16T16:03:17.858" v="16" actId="27028"/>
          <pc:sldLayoutMkLst>
            <pc:docMk/>
            <pc:sldMasterMk cId="3268259502" sldId="2147483648"/>
            <pc:sldLayoutMk cId="2315313931" sldId="2147483653"/>
          </pc:sldLayoutMkLst>
        </pc:sldLayoutChg>
        <pc:sldLayoutChg chg="add">
          <pc:chgData name="KACHOUR Maher" userId="09775c39-7739-40bf-ba04-c8ef3ab24a94" providerId="ADAL" clId="{B8EDF028-40CE-443A-9DF8-736EF466EB4D}" dt="2021-10-16T16:03:17.858" v="16" actId="27028"/>
          <pc:sldLayoutMkLst>
            <pc:docMk/>
            <pc:sldMasterMk cId="3268259502" sldId="2147483648"/>
            <pc:sldLayoutMk cId="4161383345" sldId="2147483654"/>
          </pc:sldLayoutMkLst>
        </pc:sldLayoutChg>
        <pc:sldLayoutChg chg="add">
          <pc:chgData name="KACHOUR Maher" userId="09775c39-7739-40bf-ba04-c8ef3ab24a94" providerId="ADAL" clId="{B8EDF028-40CE-443A-9DF8-736EF466EB4D}" dt="2021-10-16T16:03:17.858" v="16" actId="27028"/>
          <pc:sldLayoutMkLst>
            <pc:docMk/>
            <pc:sldMasterMk cId="3268259502" sldId="2147483648"/>
            <pc:sldLayoutMk cId="1361634931" sldId="2147483655"/>
          </pc:sldLayoutMkLst>
        </pc:sldLayoutChg>
        <pc:sldLayoutChg chg="add">
          <pc:chgData name="KACHOUR Maher" userId="09775c39-7739-40bf-ba04-c8ef3ab24a94" providerId="ADAL" clId="{B8EDF028-40CE-443A-9DF8-736EF466EB4D}" dt="2021-10-16T16:03:17.858" v="16" actId="27028"/>
          <pc:sldLayoutMkLst>
            <pc:docMk/>
            <pc:sldMasterMk cId="3268259502" sldId="2147483648"/>
            <pc:sldLayoutMk cId="1669242631" sldId="2147483656"/>
          </pc:sldLayoutMkLst>
        </pc:sldLayoutChg>
        <pc:sldLayoutChg chg="add">
          <pc:chgData name="KACHOUR Maher" userId="09775c39-7739-40bf-ba04-c8ef3ab24a94" providerId="ADAL" clId="{B8EDF028-40CE-443A-9DF8-736EF466EB4D}" dt="2021-10-16T16:03:17.858" v="16" actId="27028"/>
          <pc:sldLayoutMkLst>
            <pc:docMk/>
            <pc:sldMasterMk cId="3268259502" sldId="2147483648"/>
            <pc:sldLayoutMk cId="847776745" sldId="2147483657"/>
          </pc:sldLayoutMkLst>
        </pc:sldLayoutChg>
        <pc:sldLayoutChg chg="add">
          <pc:chgData name="KACHOUR Maher" userId="09775c39-7739-40bf-ba04-c8ef3ab24a94" providerId="ADAL" clId="{B8EDF028-40CE-443A-9DF8-736EF466EB4D}" dt="2021-10-16T16:03:17.858" v="16" actId="27028"/>
          <pc:sldLayoutMkLst>
            <pc:docMk/>
            <pc:sldMasterMk cId="3268259502" sldId="2147483648"/>
            <pc:sldLayoutMk cId="113634429" sldId="2147483658"/>
          </pc:sldLayoutMkLst>
        </pc:sldLayoutChg>
        <pc:sldLayoutChg chg="add">
          <pc:chgData name="KACHOUR Maher" userId="09775c39-7739-40bf-ba04-c8ef3ab24a94" providerId="ADAL" clId="{B8EDF028-40CE-443A-9DF8-736EF466EB4D}" dt="2021-10-16T16:03:17.858" v="16" actId="27028"/>
          <pc:sldLayoutMkLst>
            <pc:docMk/>
            <pc:sldMasterMk cId="3268259502" sldId="2147483648"/>
            <pc:sldLayoutMk cId="1111661742" sldId="2147483659"/>
          </pc:sldLayoutMkLst>
        </pc:sldLayoutChg>
      </pc:sldMasterChg>
      <pc:sldMasterChg chg="del replId delSldLayout modSldLayout">
        <pc:chgData name="KACHOUR Maher" userId="09775c39-7739-40bf-ba04-c8ef3ab24a94" providerId="ADAL" clId="{B8EDF028-40CE-443A-9DF8-736EF466EB4D}" dt="2021-10-16T16:04:11.150" v="18" actId="2696"/>
        <pc:sldMasterMkLst>
          <pc:docMk/>
          <pc:sldMasterMk cId="3874565995" sldId="2147483660"/>
        </pc:sldMasterMkLst>
        <pc:sldLayoutChg chg="del replId">
          <pc:chgData name="KACHOUR Maher" userId="09775c39-7739-40bf-ba04-c8ef3ab24a94" providerId="ADAL" clId="{B8EDF028-40CE-443A-9DF8-736EF466EB4D}" dt="2021-10-16T16:04:11.150" v="18" actId="2696"/>
          <pc:sldLayoutMkLst>
            <pc:docMk/>
            <pc:sldMasterMk cId="3874565995" sldId="2147483660"/>
            <pc:sldLayoutMk cId="4161759770" sldId="2147483661"/>
          </pc:sldLayoutMkLst>
        </pc:sldLayoutChg>
        <pc:sldLayoutChg chg="del replId">
          <pc:chgData name="KACHOUR Maher" userId="09775c39-7739-40bf-ba04-c8ef3ab24a94" providerId="ADAL" clId="{B8EDF028-40CE-443A-9DF8-736EF466EB4D}" dt="2021-10-16T16:04:11.150" v="18" actId="2696"/>
          <pc:sldLayoutMkLst>
            <pc:docMk/>
            <pc:sldMasterMk cId="3874565995" sldId="2147483660"/>
            <pc:sldLayoutMk cId="885094201" sldId="2147483662"/>
          </pc:sldLayoutMkLst>
        </pc:sldLayoutChg>
        <pc:sldLayoutChg chg="del replId">
          <pc:chgData name="KACHOUR Maher" userId="09775c39-7739-40bf-ba04-c8ef3ab24a94" providerId="ADAL" clId="{B8EDF028-40CE-443A-9DF8-736EF466EB4D}" dt="2021-10-16T16:04:11.150" v="18" actId="2696"/>
          <pc:sldLayoutMkLst>
            <pc:docMk/>
            <pc:sldMasterMk cId="3874565995" sldId="2147483660"/>
            <pc:sldLayoutMk cId="1829979175" sldId="2147483663"/>
          </pc:sldLayoutMkLst>
        </pc:sldLayoutChg>
        <pc:sldLayoutChg chg="del replId">
          <pc:chgData name="KACHOUR Maher" userId="09775c39-7739-40bf-ba04-c8ef3ab24a94" providerId="ADAL" clId="{B8EDF028-40CE-443A-9DF8-736EF466EB4D}" dt="2021-10-16T16:04:11.150" v="18" actId="2696"/>
          <pc:sldLayoutMkLst>
            <pc:docMk/>
            <pc:sldMasterMk cId="3874565995" sldId="2147483660"/>
            <pc:sldLayoutMk cId="1446996196" sldId="2147483664"/>
          </pc:sldLayoutMkLst>
        </pc:sldLayoutChg>
        <pc:sldLayoutChg chg="del replId">
          <pc:chgData name="KACHOUR Maher" userId="09775c39-7739-40bf-ba04-c8ef3ab24a94" providerId="ADAL" clId="{B8EDF028-40CE-443A-9DF8-736EF466EB4D}" dt="2021-10-16T16:04:11.150" v="18" actId="2696"/>
          <pc:sldLayoutMkLst>
            <pc:docMk/>
            <pc:sldMasterMk cId="3874565995" sldId="2147483660"/>
            <pc:sldLayoutMk cId="3460002409" sldId="2147483665"/>
          </pc:sldLayoutMkLst>
        </pc:sldLayoutChg>
        <pc:sldLayoutChg chg="del replId">
          <pc:chgData name="KACHOUR Maher" userId="09775c39-7739-40bf-ba04-c8ef3ab24a94" providerId="ADAL" clId="{B8EDF028-40CE-443A-9DF8-736EF466EB4D}" dt="2021-10-16T16:04:11.150" v="18" actId="2696"/>
          <pc:sldLayoutMkLst>
            <pc:docMk/>
            <pc:sldMasterMk cId="3874565995" sldId="2147483660"/>
            <pc:sldLayoutMk cId="1910136977" sldId="2147483666"/>
          </pc:sldLayoutMkLst>
        </pc:sldLayoutChg>
        <pc:sldLayoutChg chg="del replId">
          <pc:chgData name="KACHOUR Maher" userId="09775c39-7739-40bf-ba04-c8ef3ab24a94" providerId="ADAL" clId="{B8EDF028-40CE-443A-9DF8-736EF466EB4D}" dt="2021-10-16T16:04:11.150" v="18" actId="2696"/>
          <pc:sldLayoutMkLst>
            <pc:docMk/>
            <pc:sldMasterMk cId="3874565995" sldId="2147483660"/>
            <pc:sldLayoutMk cId="875228239" sldId="2147483667"/>
          </pc:sldLayoutMkLst>
        </pc:sldLayoutChg>
        <pc:sldLayoutChg chg="del replId">
          <pc:chgData name="KACHOUR Maher" userId="09775c39-7739-40bf-ba04-c8ef3ab24a94" providerId="ADAL" clId="{B8EDF028-40CE-443A-9DF8-736EF466EB4D}" dt="2021-10-16T16:04:11.150" v="18" actId="2696"/>
          <pc:sldLayoutMkLst>
            <pc:docMk/>
            <pc:sldMasterMk cId="3874565995" sldId="2147483660"/>
            <pc:sldLayoutMk cId="741507455" sldId="2147483668"/>
          </pc:sldLayoutMkLst>
        </pc:sldLayoutChg>
        <pc:sldLayoutChg chg="del replId">
          <pc:chgData name="KACHOUR Maher" userId="09775c39-7739-40bf-ba04-c8ef3ab24a94" providerId="ADAL" clId="{B8EDF028-40CE-443A-9DF8-736EF466EB4D}" dt="2021-10-16T16:04:11.150" v="18" actId="2696"/>
          <pc:sldLayoutMkLst>
            <pc:docMk/>
            <pc:sldMasterMk cId="3874565995" sldId="2147483660"/>
            <pc:sldLayoutMk cId="2750819391" sldId="2147483669"/>
          </pc:sldLayoutMkLst>
        </pc:sldLayoutChg>
        <pc:sldLayoutChg chg="del replId">
          <pc:chgData name="KACHOUR Maher" userId="09775c39-7739-40bf-ba04-c8ef3ab24a94" providerId="ADAL" clId="{B8EDF028-40CE-443A-9DF8-736EF466EB4D}" dt="2021-10-16T16:04:11.150" v="18" actId="2696"/>
          <pc:sldLayoutMkLst>
            <pc:docMk/>
            <pc:sldMasterMk cId="3874565995" sldId="2147483660"/>
            <pc:sldLayoutMk cId="1665716371" sldId="2147483670"/>
          </pc:sldLayoutMkLst>
        </pc:sldLayoutChg>
        <pc:sldLayoutChg chg="del replId">
          <pc:chgData name="KACHOUR Maher" userId="09775c39-7739-40bf-ba04-c8ef3ab24a94" providerId="ADAL" clId="{B8EDF028-40CE-443A-9DF8-736EF466EB4D}" dt="2021-10-16T16:04:11.150" v="18" actId="2696"/>
          <pc:sldLayoutMkLst>
            <pc:docMk/>
            <pc:sldMasterMk cId="3874565995" sldId="2147483660"/>
            <pc:sldLayoutMk cId="2015786058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5CD48A-7959-453D-96FD-F2568DF092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E9AE1C6-8934-4193-8E52-C89080953C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91D980-76C1-4F38-9103-CEBA26689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F8844-7B90-4502-8FF2-9D5A0C1C84C9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ACE9AD-064F-4E74-8FBE-5FCC776E9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0C5F12-A829-46E3-8BEB-15F30662A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E78A-39E2-4AB9-BB3B-1FB32FBEF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3489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301CBC-68B6-4B88-AB96-B80C3FFA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66839A-2A5D-4A67-BFCE-7D2B5B9BA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28219C-256B-4B2C-B402-9110E3FB3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F8844-7B90-4502-8FF2-9D5A0C1C84C9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C211A5-2A9A-4BF5-BA32-1078A3C70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F9D73D-AED2-405C-A055-91E81D767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E78A-39E2-4AB9-BB3B-1FB32FBEF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0459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33E5B2-8206-4000-9D61-28C450A81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3D7CA95-1D90-4AD6-846C-65CCBF92C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6C49C4-EDEC-4F6F-A341-047DA3AFA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F8844-7B90-4502-8FF2-9D5A0C1C84C9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B3F1A38-A0F2-479B-A82F-F6A053C3F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9A7C38-9117-4D04-9D9C-4D6310D48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E78A-39E2-4AB9-BB3B-1FB32FBEF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4467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A6EEC0-FE8A-4098-AE95-89A2B1B3E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5CD543-5490-47E7-A6B8-06A3CB4A3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B224BF5-C7AB-409B-989C-A7AC5C28B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661F8FC-55A8-4642-A701-992F58698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F8844-7B90-4502-8FF2-9D5A0C1C84C9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DA3AD0-C78B-4629-A47E-E896BD028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97EADC3-C05D-4E79-B4AE-36FBCEC9D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E78A-39E2-4AB9-BB3B-1FB32FBEF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5765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62D9D2-BBC0-4587-81D1-86B884715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A9CF6B-5AA6-46F8-B06B-15D7F743F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46B02E7-6949-48E2-96F5-DB50378E9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4A4F179-6959-4AC7-9338-A17C65582A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7B5ECF2-E88E-4A82-AD29-CA985E3E10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CAD51C3-5262-4456-B09D-2140596EE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F8844-7B90-4502-8FF2-9D5A0C1C84C9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321615F-1223-4BC3-926E-3D17C13E1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A5E568-71D5-43DC-B2E6-F9C333214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E78A-39E2-4AB9-BB3B-1FB32FBEF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531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8F43EE-1457-4F9B-872F-1F0F28A75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EFBA2F6-044C-476F-BF7F-E0AF3288F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F8844-7B90-4502-8FF2-9D5A0C1C84C9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A0AD0C0-063F-4131-8F6A-33231F92D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1ED5DA2-0E3B-4496-B190-A20A2B6C9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E78A-39E2-4AB9-BB3B-1FB32FBEF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383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658C83C-9F6E-43CC-83BA-7FF017741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F8844-7B90-4502-8FF2-9D5A0C1C84C9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EDE7076-ACBE-44C0-B711-4A823FECD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A18BF31-298F-46D2-872F-2E98804C9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E78A-39E2-4AB9-BB3B-1FB32FBEF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1634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487634-25AB-4B6D-91CE-F289A5D57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FE0E26-C521-4DD2-9D9E-525813B50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214E225-9B11-4F09-B141-0965303138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DDD122-72C9-467E-B270-EC8D69C13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F8844-7B90-4502-8FF2-9D5A0C1C84C9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D942024-55E9-4B32-BD0B-CA4DC3C6D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A05EB5-6491-464A-A6F1-DF59BBE5A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E78A-39E2-4AB9-BB3B-1FB32FBEF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9242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9491DA-DA8E-4EB6-830F-BA8B00143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6BB936F-269E-432C-97F3-019D3ABFB8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60AE283-E904-44CE-97B7-A476B43A3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449B809-C4F1-45AD-8661-2772414A2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F8844-7B90-4502-8FF2-9D5A0C1C84C9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FCC6AC4-01AF-440A-8D82-6D66F5D01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8648E53-048D-4504-961C-D5F682C96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E78A-39E2-4AB9-BB3B-1FB32FBEF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7776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F92FCB-D798-4766-9E27-EA2F92DFB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A867327-E090-4A8D-B406-C9BE38E2E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D1F6DC-F615-42D4-A947-868E4E655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F8844-7B90-4502-8FF2-9D5A0C1C84C9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2ECC65-731B-4375-87EF-17777569D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49C9C4-C0C5-4603-A297-C6FBD67D1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E78A-39E2-4AB9-BB3B-1FB32FBEF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634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742939E-8F55-4E6B-9217-60A5813A7C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1368C13-6253-4E68-99A7-646240B14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CDB5BA-BD12-44CF-9314-0778FD075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F8844-7B90-4502-8FF2-9D5A0C1C84C9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09B897-E0F9-4D1D-A5C5-E0C7F4D1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73649B-199F-4EEE-9591-AA68B762D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E78A-39E2-4AB9-BB3B-1FB32FBEF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1661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69F22A5-4218-487A-AC06-3334814A4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929DEC-370C-4F31-86CC-626F8E22F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A299D8-805E-4F38-8C98-BCE93C2593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F8844-7B90-4502-8FF2-9D5A0C1C84C9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BF7E76-43AB-45B9-BE91-6585F340A5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FE237B-F339-4C29-A7DB-7437D3DD9E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1E78A-39E2-4AB9-BB3B-1FB32FBEF7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8259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1 - Exercices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  <p:extLst>
      <p:ext uri="{BB962C8B-B14F-4D97-AF65-F5344CB8AC3E}">
        <p14:creationId xmlns:p14="http://schemas.microsoft.com/office/powerpoint/2010/main" val="415179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1230312"/>
          </a:xfrm>
        </p:spPr>
        <p:txBody>
          <a:bodyPr/>
          <a:lstStyle/>
          <a:p>
            <a:r>
              <a:rPr lang="fr-FR" dirty="0"/>
              <a:t>Exercice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Nous avons étudié la température matinale (i.e. mesurée entre 7h et 7h 30) sur 100 jours choisis au hasard parmi les périodes d’hier observées durant 20 dernières années. </a:t>
            </a:r>
          </a:p>
          <a:p>
            <a:r>
              <a:rPr lang="fr-FR" dirty="0"/>
              <a:t>Compléter le tableau suivant 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8D618231-F795-4672-A643-43223F39DFB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22500" y="2743200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89921894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334691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1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oMath>
                          </a14:m>
                          <a:r>
                            <a:rPr lang="fr-FR" sz="1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fr-FR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8D618231-F795-4672-A643-43223F39DF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2060009"/>
                  </p:ext>
                </p:extLst>
              </p:nvPr>
            </p:nvGraphicFramePr>
            <p:xfrm>
              <a:off x="2222500" y="2743200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89921894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33469163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901" t="-4762" r="-302703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00901" t="-4762" r="-202703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9103" t="-4762" r="-101794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1351" t="-4762" r="-2252" b="-36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44968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21B6AC-A03F-4C48-B4A2-DC00411E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B55EEAE-A1AF-4897-B6FD-C5774DEDF2C1}"/>
              </a:ext>
            </a:extLst>
          </p:cNvPr>
          <p:cNvSpPr txBox="1"/>
          <p:nvPr/>
        </p:nvSpPr>
        <p:spPr>
          <a:xfrm>
            <a:off x="981075" y="1690688"/>
            <a:ext cx="10953750" cy="46243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1950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1800" dirty="0"/>
              <a:t>Nous avons étudié la vitesse matinale (i.e. mesurée (en Km/h) entre 7h et 7h 30) du vent sur n jours choisis au hasard parmi les périodes d’hier observées durant 20 dernières années. </a:t>
            </a:r>
          </a:p>
          <a:p>
            <a:pPr marL="0" indent="0">
              <a:buNone/>
            </a:pPr>
            <a:r>
              <a:rPr lang="fr-FR" sz="1800" dirty="0"/>
              <a:t>Compléter le tableau suivant :</a:t>
            </a:r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31720" y="3115945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17433617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Vitesse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1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oMath>
                          </a14:m>
                          <a:r>
                            <a:rPr lang="fr-FR" sz="1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fr-FR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[0 ; 10[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 ; 30[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[30 ; 70[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[70 ; 100[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[100 ; 150[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7472258"/>
                  </p:ext>
                </p:extLst>
              </p:nvPr>
            </p:nvGraphicFramePr>
            <p:xfrm>
              <a:off x="2331720" y="3115945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17433617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Vitesse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901" t="-4762" r="-302252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00901" t="-4762" r="-202252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9103" t="-4762" r="-101345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1351" t="-4762" r="-1802" b="-36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[0 ; 10[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 ; 30[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[30 ; 70[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[70 ; 100[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[100 ; 150[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78765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21B6AC-A03F-4C48-B4A2-DC00411E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B55EEAE-A1AF-4897-B6FD-C5774DEDF2C1}"/>
              </a:ext>
            </a:extLst>
          </p:cNvPr>
          <p:cNvSpPr txBox="1"/>
          <p:nvPr/>
        </p:nvSpPr>
        <p:spPr>
          <a:xfrm>
            <a:off x="981075" y="1690688"/>
            <a:ext cx="10953750" cy="46243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0789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162</Words>
  <Application>Microsoft Office PowerPoint</Application>
  <PresentationFormat>Grand écran</PresentationFormat>
  <Paragraphs>46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Cambria Math</vt:lpstr>
      <vt:lpstr>Thème Office</vt:lpstr>
      <vt:lpstr>Data Description </vt:lpstr>
      <vt:lpstr>Exercice 1</vt:lpstr>
      <vt:lpstr>Note </vt:lpstr>
      <vt:lpstr>Exercice 2</vt:lpstr>
      <vt:lpstr>Note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2021-10-16T16:11:22Z</dcterms:modified>
</cp:coreProperties>
</file>