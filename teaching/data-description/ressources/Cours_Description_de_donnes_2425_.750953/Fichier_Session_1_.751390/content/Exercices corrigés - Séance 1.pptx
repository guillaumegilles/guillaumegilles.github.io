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6:15:45.526" v="3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E5A1AE0A-D964-4669-B03E-987D59F22204}" dt="2021-10-14T16:15:45.526" v="3" actId="20577"/>
        <pc:sldMkLst>
          <pc:docMk/>
          <pc:sldMk cId="962425727" sldId="260"/>
        </pc:sldMkLst>
        <pc:graphicFrameChg chg="modGraphic">
          <ac:chgData name="KACHOUR Maher" userId="09775c39-7739-40bf-ba04-c8ef3ab24a94" providerId="ADAL" clId="{E5A1AE0A-D964-4669-B03E-987D59F22204}" dt="2021-10-14T16:15:45.526" v="3" actId="20577"/>
          <ac:graphicFrameMkLst>
            <pc:docMk/>
            <pc:sldMk cId="962425727" sldId="260"/>
            <ac:graphicFrameMk id="4" creationId="{D8731FE7-289F-4569-8899-DD98785D8C02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Séance 1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7963"/>
            <a:ext cx="9144000" cy="1230312"/>
          </a:xfrm>
        </p:spPr>
        <p:txBody>
          <a:bodyPr/>
          <a:lstStyle/>
          <a:p>
            <a:r>
              <a:rPr lang="fr-FR" dirty="0"/>
              <a:t>Exercice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Nous avons étudié la température matinale (i.e. mesurée entre 7h et 7h 30) sur 100 jours choisis au hasard parmi les périodes d’hiver observées durant 20 dernières années. </a:t>
            </a:r>
          </a:p>
          <a:p>
            <a:r>
              <a:rPr lang="fr-FR" dirty="0"/>
              <a:t>Compléter de tableau suivant :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8D618231-F795-4672-A643-43223F39DF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2060009"/>
                  </p:ext>
                </p:extLst>
              </p:nvPr>
            </p:nvGraphicFramePr>
            <p:xfrm>
              <a:off x="2222500" y="2743200"/>
              <a:ext cx="8128002" cy="2865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274234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899218944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5334691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fr-FR" sz="1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fr-FR" sz="1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>
                                  <m: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</m:oMath>
                          </a14:m>
                          <a:r>
                            <a:rPr lang="fr-FR" sz="1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endParaRPr lang="fr-FR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43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8D618231-F795-4672-A643-43223F39DF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2060009"/>
                  </p:ext>
                </p:extLst>
              </p:nvPr>
            </p:nvGraphicFramePr>
            <p:xfrm>
              <a:off x="2222500" y="2743200"/>
              <a:ext cx="8128002" cy="2865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274234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899218944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533469163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200901" t="-4762" r="-302703" b="-3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00901" t="-4762" r="-202703" b="-3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99103" t="-4762" r="-101794" b="-3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501351" t="-4762" r="-2252" b="-36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43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30312"/>
          </a:xfrm>
        </p:spPr>
        <p:txBody>
          <a:bodyPr/>
          <a:lstStyle/>
          <a:p>
            <a:r>
              <a:rPr lang="fr-FR" dirty="0"/>
              <a:t>Exercice 1 -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23950" y="2552700"/>
            <a:ext cx="10039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5726636"/>
                  </p:ext>
                </p:extLst>
              </p:nvPr>
            </p:nvGraphicFramePr>
            <p:xfrm>
              <a:off x="2031999" y="2686050"/>
              <a:ext cx="8128002" cy="25961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2009776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1019175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954617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899218944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5334691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fr-FR" sz="1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fr-FR" sz="1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>
                                  <m: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</m:oMath>
                          </a14:m>
                          <a:r>
                            <a:rPr lang="fr-FR" sz="1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endParaRPr lang="fr-FR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80%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43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80%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63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63%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90%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7030A0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7030A0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7030A0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7030A0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5726636"/>
                  </p:ext>
                </p:extLst>
              </p:nvPr>
            </p:nvGraphicFramePr>
            <p:xfrm>
              <a:off x="2031999" y="2686050"/>
              <a:ext cx="8128002" cy="25961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2009776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1019175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954617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899218944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533469163"/>
                        </a:ext>
                      </a:extLst>
                    </a:gridCol>
                  </a:tblGrid>
                  <a:tr h="371158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36905" t="-8197" r="-360119" b="-6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470513" t="-8197" r="-287821" b="-6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99103" t="-8197" r="-101345" b="-6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501351" t="-8197" r="-1802" b="-6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80%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43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80%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63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63%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90%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7030A0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7030A0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7030A0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7030A0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32906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Exercice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1800" dirty="0"/>
              <a:t>Nous avons étudié la vitesse matinale (i.e. mesurée (en Km/h) entre 7h et 7h 30) du vent sur n jours choisis au hasard parmi les périodes d’hiver observées durant 20 dernières années. </a:t>
            </a:r>
          </a:p>
          <a:p>
            <a:pPr marL="0" indent="0">
              <a:buNone/>
            </a:pPr>
            <a:r>
              <a:rPr lang="fr-FR" sz="1800" dirty="0"/>
              <a:t>Compléter de tableau suivant :</a:t>
            </a:r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7472258"/>
                  </p:ext>
                </p:extLst>
              </p:nvPr>
            </p:nvGraphicFramePr>
            <p:xfrm>
              <a:off x="2331720" y="3115945"/>
              <a:ext cx="8128002" cy="2865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274234">
                      <a:extLst>
                        <a:ext uri="{9D8B030D-6E8A-4147-A177-3AD203B41FA5}">
                          <a16:colId xmlns:a16="http://schemas.microsoft.com/office/drawing/2014/main" val="174336170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Vitesse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fr-FR" sz="1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fr-FR" sz="1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>
                                  <m: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</m:oMath>
                          </a14:m>
                          <a:r>
                            <a:rPr lang="fr-FR" sz="1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endParaRPr lang="fr-FR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[0 ; 10[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17.5%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[10 ; 30[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37.5%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[30 ; 70[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[70 ; 100[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[100 ; 150[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7472258"/>
                  </p:ext>
                </p:extLst>
              </p:nvPr>
            </p:nvGraphicFramePr>
            <p:xfrm>
              <a:off x="2331720" y="3115945"/>
              <a:ext cx="8128002" cy="2865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274234">
                      <a:extLst>
                        <a:ext uri="{9D8B030D-6E8A-4147-A177-3AD203B41FA5}">
                          <a16:colId xmlns:a16="http://schemas.microsoft.com/office/drawing/2014/main" val="174336170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Vitesse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200901" t="-4762" r="-302252" b="-3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00901" t="-4762" r="-202252" b="-3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99103" t="-4762" r="-101345" b="-3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501351" t="-4762" r="-1802" b="-36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[0 ; 10[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17.5%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[10 ; 30[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37.5%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[30 ; 70[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[70 ; 100[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[100 ; 150[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Exercice 2 - Solution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7496063"/>
                  </p:ext>
                </p:extLst>
              </p:nvPr>
            </p:nvGraphicFramePr>
            <p:xfrm>
              <a:off x="2331720" y="3115945"/>
              <a:ext cx="8128002" cy="2865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274234">
                      <a:extLst>
                        <a:ext uri="{9D8B030D-6E8A-4147-A177-3AD203B41FA5}">
                          <a16:colId xmlns:a16="http://schemas.microsoft.com/office/drawing/2014/main" val="174336170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Vitesse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fr-FR" sz="1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fr-FR" sz="1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>
                                  <m: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</m:oMath>
                          </a14:m>
                          <a:r>
                            <a:rPr lang="fr-FR" sz="1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endParaRPr lang="fr-FR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[0 ; 10[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17.5%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17.5%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120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[10 ; 30[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37.5%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99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82.5%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[30 ; 70[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75%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37.5%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75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62.5%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[70 ; 100[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85%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25%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[100 ; 150[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7030A0"/>
                              </a:solidFill>
                            </a:rPr>
                            <a:t>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7030A0"/>
                              </a:solidFill>
                            </a:rPr>
                            <a:t>15%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7030A0"/>
                              </a:solidFill>
                            </a:rPr>
                            <a:t>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7030A0"/>
                              </a:solidFill>
                            </a:rPr>
                            <a:t>15%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120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7496063"/>
                  </p:ext>
                </p:extLst>
              </p:nvPr>
            </p:nvGraphicFramePr>
            <p:xfrm>
              <a:off x="2331720" y="3115945"/>
              <a:ext cx="8128002" cy="2865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274234">
                      <a:extLst>
                        <a:ext uri="{9D8B030D-6E8A-4147-A177-3AD203B41FA5}">
                          <a16:colId xmlns:a16="http://schemas.microsoft.com/office/drawing/2014/main" val="174336170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Vitesse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200901" t="-4762" r="-302252" b="-3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00901" t="-4762" r="-202252" b="-3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99103" t="-4762" r="-101345" b="-3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501351" t="-4762" r="-1802" b="-36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[0 ; 10[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17.5%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17.5%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120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[10 ; 30[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37.5%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99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F0"/>
                              </a:solidFill>
                            </a:rPr>
                            <a:t>82.5%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[30 ; 70[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75%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37.5%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75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62.5%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[70 ; 100[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85%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25%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[100 ; 150[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7030A0"/>
                              </a:solidFill>
                            </a:rPr>
                            <a:t>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00B050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7030A0"/>
                              </a:solidFill>
                            </a:rPr>
                            <a:t>15%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7030A0"/>
                              </a:solidFill>
                            </a:rPr>
                            <a:t>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7030A0"/>
                              </a:solidFill>
                            </a:rPr>
                            <a:t>15%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rgbClr val="FF0000"/>
                              </a:solidFill>
                            </a:rPr>
                            <a:t>120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6242572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301</Words>
  <Application>Microsoft Office PowerPoint</Application>
  <PresentationFormat>Grand écran</PresentationFormat>
  <Paragraphs>125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</vt:lpstr>
      <vt:lpstr>Cambria Math</vt:lpstr>
      <vt:lpstr>Thème Office</vt:lpstr>
      <vt:lpstr>Data Description </vt:lpstr>
      <vt:lpstr>Exercice 1</vt:lpstr>
      <vt:lpstr>Exercice 1 - Solution</vt:lpstr>
      <vt:lpstr>Exercice 2</vt:lpstr>
      <vt:lpstr>Exercice 2 -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KACHOUR Maher</cp:lastModifiedBy>
  <cp:revision>1</cp:revision>
  <dcterms:created xsi:type="dcterms:W3CDTF">2021-10-14T08:08:29Z</dcterms:created>
  <dcterms:modified xsi:type="dcterms:W3CDTF">2021-10-14T16:15:53Z</dcterms:modified>
</cp:coreProperties>
</file>