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DF028-40CE-443A-9DF8-736EF466EB4D}" v="1" dt="2021-10-14T10:10:43.5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B8EDF028-40CE-443A-9DF8-736EF466EB4D}"/>
    <pc:docChg chg="custSel addSld delSld modSld sldOrd">
      <pc:chgData name="KACHOUR Maher" userId="09775c39-7739-40bf-ba04-c8ef3ab24a94" providerId="ADAL" clId="{B8EDF028-40CE-443A-9DF8-736EF466EB4D}" dt="2021-10-14T10:10:57.083" v="15"/>
      <pc:docMkLst>
        <pc:docMk/>
      </pc:docMkLst>
      <pc:sldChg chg="del">
        <pc:chgData name="KACHOUR Maher" userId="09775c39-7739-40bf-ba04-c8ef3ab24a94" providerId="ADAL" clId="{B8EDF028-40CE-443A-9DF8-736EF466EB4D}" dt="2021-10-14T10:10:06.567" v="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B8EDF028-40CE-443A-9DF8-736EF466EB4D}" dt="2021-10-14T10:10:09.887" v="1" actId="47"/>
        <pc:sldMkLst>
          <pc:docMk/>
          <pc:sldMk cId="962425727" sldId="260"/>
        </pc:sldMkLst>
      </pc:sldChg>
      <pc:sldChg chg="addSp delSp modSp new mod">
        <pc:chgData name="KACHOUR Maher" userId="09775c39-7739-40bf-ba04-c8ef3ab24a94" providerId="ADAL" clId="{B8EDF028-40CE-443A-9DF8-736EF466EB4D}" dt="2021-10-14T10:10:48.819" v="12" actId="208"/>
        <pc:sldMkLst>
          <pc:docMk/>
          <pc:sldMk cId="1088878758" sldId="260"/>
        </pc:sldMkLst>
        <pc:spChg chg="mod">
          <ac:chgData name="KACHOUR Maher" userId="09775c39-7739-40bf-ba04-c8ef3ab24a94" providerId="ADAL" clId="{B8EDF028-40CE-443A-9DF8-736EF466EB4D}" dt="2021-10-14T10:10:18.021" v="7" actId="20577"/>
          <ac:spMkLst>
            <pc:docMk/>
            <pc:sldMk cId="1088878758" sldId="260"/>
            <ac:spMk id="2" creationId="{6C21B6AC-A03F-4C48-B4A2-DC00411E7056}"/>
          </ac:spMkLst>
        </pc:spChg>
        <pc:spChg chg="del mod">
          <ac:chgData name="KACHOUR Maher" userId="09775c39-7739-40bf-ba04-c8ef3ab24a94" providerId="ADAL" clId="{B8EDF028-40CE-443A-9DF8-736EF466EB4D}" dt="2021-10-14T10:10:33.979" v="10" actId="478"/>
          <ac:spMkLst>
            <pc:docMk/>
            <pc:sldMk cId="1088878758" sldId="260"/>
            <ac:spMk id="3" creationId="{26F6251E-C5D4-4BEF-BC3A-AAFA50217EFF}"/>
          </ac:spMkLst>
        </pc:spChg>
        <pc:spChg chg="add mod">
          <ac:chgData name="KACHOUR Maher" userId="09775c39-7739-40bf-ba04-c8ef3ab24a94" providerId="ADAL" clId="{B8EDF028-40CE-443A-9DF8-736EF466EB4D}" dt="2021-10-14T10:10:48.819" v="12" actId="208"/>
          <ac:spMkLst>
            <pc:docMk/>
            <pc:sldMk cId="1088878758" sldId="260"/>
            <ac:spMk id="4" creationId="{1B55EEAE-A1AF-4897-B6FD-C5774DEDF2C1}"/>
          </ac:spMkLst>
        </pc:spChg>
      </pc:sldChg>
      <pc:sldChg chg="add ord">
        <pc:chgData name="KACHOUR Maher" userId="09775c39-7739-40bf-ba04-c8ef3ab24a94" providerId="ADAL" clId="{B8EDF028-40CE-443A-9DF8-736EF466EB4D}" dt="2021-10-14T10:10:57.083" v="15"/>
        <pc:sldMkLst>
          <pc:docMk/>
          <pc:sldMk cId="116742252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100 jours choisis au hasard parmi les périodes d’hier observées durant 20 dernières années. </a:t>
            </a:r>
          </a:p>
          <a:p>
            <a:r>
              <a:rPr lang="fr-FR" dirty="0"/>
              <a:t>Compléter de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2060009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2060009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794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225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1B6AC-A03F-4C48-B4A2-DC00411E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55EEAE-A1AF-4897-B6FD-C5774DEDF2C1}"/>
              </a:ext>
            </a:extLst>
          </p:cNvPr>
          <p:cNvSpPr txBox="1"/>
          <p:nvPr/>
        </p:nvSpPr>
        <p:spPr>
          <a:xfrm>
            <a:off x="981075" y="1690688"/>
            <a:ext cx="10953750" cy="4624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887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/>
              <a:t>Nous avons étudié la vitesse matinale (i.e. mesurée (en Km/h) entre 7h et 7h 30) du vent sur n jours choisis au hasard parmi les périodes d’hier observées durant 20 dernières années. </a:t>
            </a:r>
          </a:p>
          <a:p>
            <a:pPr marL="0" indent="0">
              <a:buNone/>
            </a:pPr>
            <a:r>
              <a:rPr lang="fr-FR" sz="1800" dirty="0"/>
              <a:t>Compléter de tableau suivant :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72258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72258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1B6AC-A03F-4C48-B4A2-DC00411E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55EEAE-A1AF-4897-B6FD-C5774DEDF2C1}"/>
              </a:ext>
            </a:extLst>
          </p:cNvPr>
          <p:cNvSpPr txBox="1"/>
          <p:nvPr/>
        </p:nvSpPr>
        <p:spPr>
          <a:xfrm>
            <a:off x="981075" y="1690688"/>
            <a:ext cx="10953750" cy="4624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7422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160</Words>
  <Application>Microsoft Office PowerPoint</Application>
  <PresentationFormat>Grand écran</PresentationFormat>
  <Paragraphs>46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Note </vt:lpstr>
      <vt:lpstr>Exercice 2</vt:lpstr>
      <vt:lpstr>Note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2021-10-14T10:11:09Z</dcterms:modified>
</cp:coreProperties>
</file>