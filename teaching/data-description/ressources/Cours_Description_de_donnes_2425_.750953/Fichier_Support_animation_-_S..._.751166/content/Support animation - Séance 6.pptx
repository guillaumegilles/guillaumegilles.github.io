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4" r:id="rId6"/>
    <p:sldId id="286" r:id="rId7"/>
    <p:sldId id="296" r:id="rId8"/>
    <p:sldId id="295" r:id="rId9"/>
    <p:sldId id="297" r:id="rId10"/>
    <p:sldId id="287" r:id="rId11"/>
    <p:sldId id="288" r:id="rId12"/>
    <p:sldId id="289" r:id="rId13"/>
    <p:sldId id="285" r:id="rId14"/>
    <p:sldId id="298" r:id="rId15"/>
    <p:sldId id="299" r:id="rId16"/>
    <p:sldId id="290" r:id="rId17"/>
    <p:sldId id="300" r:id="rId18"/>
    <p:sldId id="291" r:id="rId19"/>
    <p:sldId id="301" r:id="rId20"/>
    <p:sldId id="292" r:id="rId21"/>
    <p:sldId id="302" r:id="rId22"/>
    <p:sldId id="293" r:id="rId23"/>
    <p:sldId id="294" r:id="rId2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5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D920E7EE-4D90-4756-8B1B-138FD5BB1236}"/>
    <pc:docChg chg="custSel addSld delSld modSld">
      <pc:chgData name="KACHOUR Maher" userId="09775c39-7739-40bf-ba04-c8ef3ab24a94" providerId="ADAL" clId="{D920E7EE-4D90-4756-8B1B-138FD5BB1236}" dt="2021-10-15T06:51:10.833" v="478" actId="20577"/>
      <pc:docMkLst>
        <pc:docMk/>
      </pc:docMkLst>
      <pc:sldChg chg="delSp modSp mod">
        <pc:chgData name="KACHOUR Maher" userId="09775c39-7739-40bf-ba04-c8ef3ab24a94" providerId="ADAL" clId="{D920E7EE-4D90-4756-8B1B-138FD5BB1236}" dt="2021-10-15T06:38:35.608" v="320" actId="14100"/>
        <pc:sldMkLst>
          <pc:docMk/>
          <pc:sldMk cId="3059624298" sldId="285"/>
        </pc:sldMkLst>
        <pc:spChg chg="mod">
          <ac:chgData name="KACHOUR Maher" userId="09775c39-7739-40bf-ba04-c8ef3ab24a94" providerId="ADAL" clId="{D920E7EE-4D90-4756-8B1B-138FD5BB1236}" dt="2021-10-15T06:38:35.608" v="320" actId="14100"/>
          <ac:spMkLst>
            <pc:docMk/>
            <pc:sldMk cId="3059624298" sldId="285"/>
            <ac:spMk id="10" creationId="{DF55DCCE-4867-488F-A29D-2B1A5B61A63A}"/>
          </ac:spMkLst>
        </pc:spChg>
        <pc:picChg chg="mod">
          <ac:chgData name="KACHOUR Maher" userId="09775c39-7739-40bf-ba04-c8ef3ab24a94" providerId="ADAL" clId="{D920E7EE-4D90-4756-8B1B-138FD5BB1236}" dt="2021-10-15T06:38:27.017" v="319" actId="1076"/>
          <ac:picMkLst>
            <pc:docMk/>
            <pc:sldMk cId="3059624298" sldId="285"/>
            <ac:picMk id="5" creationId="{F2D59576-822D-4C2D-949C-C98598D499BE}"/>
          </ac:picMkLst>
        </pc:picChg>
        <pc:picChg chg="del">
          <ac:chgData name="KACHOUR Maher" userId="09775c39-7739-40bf-ba04-c8ef3ab24a94" providerId="ADAL" clId="{D920E7EE-4D90-4756-8B1B-138FD5BB1236}" dt="2021-10-15T06:38:10.315" v="315" actId="478"/>
          <ac:picMkLst>
            <pc:docMk/>
            <pc:sldMk cId="3059624298" sldId="285"/>
            <ac:picMk id="7" creationId="{B899ED29-3986-4F1C-804B-7B6CC1D8C3A1}"/>
          </ac:picMkLst>
        </pc:picChg>
        <pc:picChg chg="del">
          <ac:chgData name="KACHOUR Maher" userId="09775c39-7739-40bf-ba04-c8ef3ab24a94" providerId="ADAL" clId="{D920E7EE-4D90-4756-8B1B-138FD5BB1236}" dt="2021-10-15T06:38:13.059" v="316" actId="478"/>
          <ac:picMkLst>
            <pc:docMk/>
            <pc:sldMk cId="3059624298" sldId="285"/>
            <ac:picMk id="9" creationId="{B09131A0-6E55-4020-B8CF-8CC070EB04C4}"/>
          </ac:picMkLst>
        </pc:picChg>
      </pc:sldChg>
      <pc:sldChg chg="addSp delSp modSp mod">
        <pc:chgData name="KACHOUR Maher" userId="09775c39-7739-40bf-ba04-c8ef3ab24a94" providerId="ADAL" clId="{D920E7EE-4D90-4756-8B1B-138FD5BB1236}" dt="2021-10-15T06:28:58.357" v="279" actId="20577"/>
        <pc:sldMkLst>
          <pc:docMk/>
          <pc:sldMk cId="1083900585" sldId="286"/>
        </pc:sldMkLst>
        <pc:spChg chg="mod">
          <ac:chgData name="KACHOUR Maher" userId="09775c39-7739-40bf-ba04-c8ef3ab24a94" providerId="ADAL" clId="{D920E7EE-4D90-4756-8B1B-138FD5BB1236}" dt="2021-10-15T06:28:58.357" v="279" actId="20577"/>
          <ac:spMkLst>
            <pc:docMk/>
            <pc:sldMk cId="1083900585" sldId="286"/>
            <ac:spMk id="3" creationId="{D18B0C6A-EF14-4ADA-9C88-BB4B731F3167}"/>
          </ac:spMkLst>
        </pc:spChg>
        <pc:graphicFrameChg chg="add mod modGraphic">
          <ac:chgData name="KACHOUR Maher" userId="09775c39-7739-40bf-ba04-c8ef3ab24a94" providerId="ADAL" clId="{D920E7EE-4D90-4756-8B1B-138FD5BB1236}" dt="2021-10-15T06:26:25.225" v="209" actId="1076"/>
          <ac:graphicFrameMkLst>
            <pc:docMk/>
            <pc:sldMk cId="1083900585" sldId="286"/>
            <ac:graphicFrameMk id="4" creationId="{B5BBF23C-94C6-440E-8D40-2DBB12E23239}"/>
          </ac:graphicFrameMkLst>
        </pc:graphicFrameChg>
        <pc:picChg chg="del">
          <ac:chgData name="KACHOUR Maher" userId="09775c39-7739-40bf-ba04-c8ef3ab24a94" providerId="ADAL" clId="{D920E7EE-4D90-4756-8B1B-138FD5BB1236}" dt="2021-10-15T06:23:39.761" v="3" actId="478"/>
          <ac:picMkLst>
            <pc:docMk/>
            <pc:sldMk cId="1083900585" sldId="286"/>
            <ac:picMk id="5" creationId="{55927AF9-732D-483F-B3AE-4237F04A0300}"/>
          </ac:picMkLst>
        </pc:picChg>
        <pc:picChg chg="del mod">
          <ac:chgData name="KACHOUR Maher" userId="09775c39-7739-40bf-ba04-c8ef3ab24a94" providerId="ADAL" clId="{D920E7EE-4D90-4756-8B1B-138FD5BB1236}" dt="2021-10-15T06:26:20.294" v="208" actId="478"/>
          <ac:picMkLst>
            <pc:docMk/>
            <pc:sldMk cId="1083900585" sldId="286"/>
            <ac:picMk id="7" creationId="{C7C5496F-7ECF-4E89-BE8D-2EE9433621E0}"/>
          </ac:picMkLst>
        </pc:picChg>
      </pc:sldChg>
      <pc:sldChg chg="addSp delSp modSp mod">
        <pc:chgData name="KACHOUR Maher" userId="09775c39-7739-40bf-ba04-c8ef3ab24a94" providerId="ADAL" clId="{D920E7EE-4D90-4756-8B1B-138FD5BB1236}" dt="2021-10-15T06:41:51.064" v="324" actId="1076"/>
        <pc:sldMkLst>
          <pc:docMk/>
          <pc:sldMk cId="1520845004" sldId="290"/>
        </pc:sldMkLst>
        <pc:picChg chg="del">
          <ac:chgData name="KACHOUR Maher" userId="09775c39-7739-40bf-ba04-c8ef3ab24a94" providerId="ADAL" clId="{D920E7EE-4D90-4756-8B1B-138FD5BB1236}" dt="2021-10-15T06:41:47.232" v="322" actId="478"/>
          <ac:picMkLst>
            <pc:docMk/>
            <pc:sldMk cId="1520845004" sldId="290"/>
            <ac:picMk id="5" creationId="{CD9EF1D2-F51F-4DC8-B4D5-72C8A6F28BB5}"/>
          </ac:picMkLst>
        </pc:picChg>
        <pc:picChg chg="add mod">
          <ac:chgData name="KACHOUR Maher" userId="09775c39-7739-40bf-ba04-c8ef3ab24a94" providerId="ADAL" clId="{D920E7EE-4D90-4756-8B1B-138FD5BB1236}" dt="2021-10-15T06:41:51.064" v="324" actId="1076"/>
          <ac:picMkLst>
            <pc:docMk/>
            <pc:sldMk cId="1520845004" sldId="290"/>
            <ac:picMk id="6" creationId="{48AD889B-BBC4-490B-B93C-DA77FF8FCD55}"/>
          </ac:picMkLst>
        </pc:picChg>
      </pc:sldChg>
      <pc:sldChg chg="addSp delSp modSp mod">
        <pc:chgData name="KACHOUR Maher" userId="09775c39-7739-40bf-ba04-c8ef3ab24a94" providerId="ADAL" clId="{D920E7EE-4D90-4756-8B1B-138FD5BB1236}" dt="2021-10-15T06:49:16.454" v="423" actId="20577"/>
        <pc:sldMkLst>
          <pc:docMk/>
          <pc:sldMk cId="4113038995" sldId="291"/>
        </pc:sldMkLst>
        <pc:spChg chg="mod">
          <ac:chgData name="KACHOUR Maher" userId="09775c39-7739-40bf-ba04-c8ef3ab24a94" providerId="ADAL" clId="{D920E7EE-4D90-4756-8B1B-138FD5BB1236}" dt="2021-10-15T06:49:16.454" v="423" actId="20577"/>
          <ac:spMkLst>
            <pc:docMk/>
            <pc:sldMk cId="4113038995" sldId="291"/>
            <ac:spMk id="3" creationId="{640910BD-C27F-4E47-8643-E68BB45A886B}"/>
          </ac:spMkLst>
        </pc:spChg>
        <pc:picChg chg="add mod">
          <ac:chgData name="KACHOUR Maher" userId="09775c39-7739-40bf-ba04-c8ef3ab24a94" providerId="ADAL" clId="{D920E7EE-4D90-4756-8B1B-138FD5BB1236}" dt="2021-10-15T06:45:59.336" v="395" actId="1076"/>
          <ac:picMkLst>
            <pc:docMk/>
            <pc:sldMk cId="4113038995" sldId="291"/>
            <ac:picMk id="5" creationId="{33246BD7-9795-42BE-8047-2FBAB527D561}"/>
          </ac:picMkLst>
        </pc:picChg>
        <pc:picChg chg="del">
          <ac:chgData name="KACHOUR Maher" userId="09775c39-7739-40bf-ba04-c8ef3ab24a94" providerId="ADAL" clId="{D920E7EE-4D90-4756-8B1B-138FD5BB1236}" dt="2021-10-15T06:44:52.618" v="326" actId="478"/>
          <ac:picMkLst>
            <pc:docMk/>
            <pc:sldMk cId="4113038995" sldId="291"/>
            <ac:picMk id="6" creationId="{B8AF548E-C39D-4B86-9346-047C52CEF2EA}"/>
          </ac:picMkLst>
        </pc:picChg>
      </pc:sldChg>
      <pc:sldChg chg="addSp delSp modSp mod">
        <pc:chgData name="KACHOUR Maher" userId="09775c39-7739-40bf-ba04-c8ef3ab24a94" providerId="ADAL" clId="{D920E7EE-4D90-4756-8B1B-138FD5BB1236}" dt="2021-10-15T06:51:10.833" v="478" actId="20577"/>
        <pc:sldMkLst>
          <pc:docMk/>
          <pc:sldMk cId="976014693" sldId="292"/>
        </pc:sldMkLst>
        <pc:spChg chg="mod">
          <ac:chgData name="KACHOUR Maher" userId="09775c39-7739-40bf-ba04-c8ef3ab24a94" providerId="ADAL" clId="{D920E7EE-4D90-4756-8B1B-138FD5BB1236}" dt="2021-10-15T06:51:10.833" v="478" actId="20577"/>
          <ac:spMkLst>
            <pc:docMk/>
            <pc:sldMk cId="976014693" sldId="292"/>
            <ac:spMk id="3" creationId="{640910BD-C27F-4E47-8643-E68BB45A886B}"/>
          </ac:spMkLst>
        </pc:spChg>
        <pc:picChg chg="add">
          <ac:chgData name="KACHOUR Maher" userId="09775c39-7739-40bf-ba04-c8ef3ab24a94" providerId="ADAL" clId="{D920E7EE-4D90-4756-8B1B-138FD5BB1236}" dt="2021-10-15T06:50:47.491" v="431" actId="22"/>
          <ac:picMkLst>
            <pc:docMk/>
            <pc:sldMk cId="976014693" sldId="292"/>
            <ac:picMk id="5" creationId="{9EFB1C78-BC23-4F29-A602-DE13AD4AA3CA}"/>
          </ac:picMkLst>
        </pc:picChg>
        <pc:picChg chg="del">
          <ac:chgData name="KACHOUR Maher" userId="09775c39-7739-40bf-ba04-c8ef3ab24a94" providerId="ADAL" clId="{D920E7EE-4D90-4756-8B1B-138FD5BB1236}" dt="2021-10-15T06:50:45.870" v="430" actId="478"/>
          <ac:picMkLst>
            <pc:docMk/>
            <pc:sldMk cId="976014693" sldId="292"/>
            <ac:picMk id="8" creationId="{E810B792-F652-49C6-9A0A-408BB3540886}"/>
          </ac:picMkLst>
        </pc:picChg>
      </pc:sldChg>
      <pc:sldChg chg="addSp delSp modSp add mod">
        <pc:chgData name="KACHOUR Maher" userId="09775c39-7739-40bf-ba04-c8ef3ab24a94" providerId="ADAL" clId="{D920E7EE-4D90-4756-8B1B-138FD5BB1236}" dt="2021-10-15T06:29:25.583" v="292"/>
        <pc:sldMkLst>
          <pc:docMk/>
          <pc:sldMk cId="1902628929" sldId="295"/>
        </pc:sldMkLst>
        <pc:spChg chg="mod">
          <ac:chgData name="KACHOUR Maher" userId="09775c39-7739-40bf-ba04-c8ef3ab24a94" providerId="ADAL" clId="{D920E7EE-4D90-4756-8B1B-138FD5BB1236}" dt="2021-10-15T06:29:25.583" v="292"/>
          <ac:spMkLst>
            <pc:docMk/>
            <pc:sldMk cId="1902628929" sldId="295"/>
            <ac:spMk id="3" creationId="{D18B0C6A-EF14-4ADA-9C88-BB4B731F3167}"/>
          </ac:spMkLst>
        </pc:spChg>
        <pc:picChg chg="del mod">
          <ac:chgData name="KACHOUR Maher" userId="09775c39-7739-40bf-ba04-c8ef3ab24a94" providerId="ADAL" clId="{D920E7EE-4D90-4756-8B1B-138FD5BB1236}" dt="2021-10-15T06:28:32.944" v="271" actId="478"/>
          <ac:picMkLst>
            <pc:docMk/>
            <pc:sldMk cId="1902628929" sldId="295"/>
            <ac:picMk id="5" creationId="{55927AF9-732D-483F-B3AE-4237F04A0300}"/>
          </ac:picMkLst>
        </pc:picChg>
        <pc:picChg chg="add mod">
          <ac:chgData name="KACHOUR Maher" userId="09775c39-7739-40bf-ba04-c8ef3ab24a94" providerId="ADAL" clId="{D920E7EE-4D90-4756-8B1B-138FD5BB1236}" dt="2021-10-15T06:29:17.083" v="282" actId="1076"/>
          <ac:picMkLst>
            <pc:docMk/>
            <pc:sldMk cId="1902628929" sldId="295"/>
            <ac:picMk id="6" creationId="{534373AD-A3AF-4556-89A6-B56DF8F82586}"/>
          </ac:picMkLst>
        </pc:picChg>
        <pc:picChg chg="del">
          <ac:chgData name="KACHOUR Maher" userId="09775c39-7739-40bf-ba04-c8ef3ab24a94" providerId="ADAL" clId="{D920E7EE-4D90-4756-8B1B-138FD5BB1236}" dt="2021-10-15T06:24:00.693" v="5" actId="478"/>
          <ac:picMkLst>
            <pc:docMk/>
            <pc:sldMk cId="1902628929" sldId="295"/>
            <ac:picMk id="7" creationId="{C7C5496F-7ECF-4E89-BE8D-2EE9433621E0}"/>
          </ac:picMkLst>
        </pc:picChg>
      </pc:sldChg>
      <pc:sldChg chg="new del">
        <pc:chgData name="KACHOUR Maher" userId="09775c39-7739-40bf-ba04-c8ef3ab24a94" providerId="ADAL" clId="{D920E7EE-4D90-4756-8B1B-138FD5BB1236}" dt="2021-10-15T06:23:28.497" v="1" actId="47"/>
        <pc:sldMkLst>
          <pc:docMk/>
          <pc:sldMk cId="2848427873" sldId="295"/>
        </pc:sldMkLst>
      </pc:sldChg>
      <pc:sldChg chg="modSp add mod">
        <pc:chgData name="KACHOUR Maher" userId="09775c39-7739-40bf-ba04-c8ef3ab24a94" providerId="ADAL" clId="{D920E7EE-4D90-4756-8B1B-138FD5BB1236}" dt="2021-10-15T06:27:03.576" v="267" actId="1076"/>
        <pc:sldMkLst>
          <pc:docMk/>
          <pc:sldMk cId="2878685833" sldId="296"/>
        </pc:sldMkLst>
        <pc:picChg chg="mod">
          <ac:chgData name="KACHOUR Maher" userId="09775c39-7739-40bf-ba04-c8ef3ab24a94" providerId="ADAL" clId="{D920E7EE-4D90-4756-8B1B-138FD5BB1236}" dt="2021-10-15T06:27:03.576" v="267" actId="1076"/>
          <ac:picMkLst>
            <pc:docMk/>
            <pc:sldMk cId="2878685833" sldId="296"/>
            <ac:picMk id="7" creationId="{C7C5496F-7ECF-4E89-BE8D-2EE9433621E0}"/>
          </ac:picMkLst>
        </pc:picChg>
      </pc:sldChg>
      <pc:sldChg chg="add">
        <pc:chgData name="KACHOUR Maher" userId="09775c39-7739-40bf-ba04-c8ef3ab24a94" providerId="ADAL" clId="{D920E7EE-4D90-4756-8B1B-138FD5BB1236}" dt="2021-10-15T06:27:14.708" v="268" actId="2890"/>
        <pc:sldMkLst>
          <pc:docMk/>
          <pc:sldMk cId="276079498" sldId="297"/>
        </pc:sldMkLst>
      </pc:sldChg>
      <pc:sldChg chg="addSp delSp modSp add mod">
        <pc:chgData name="KACHOUR Maher" userId="09775c39-7739-40bf-ba04-c8ef3ab24a94" providerId="ADAL" clId="{D920E7EE-4D90-4756-8B1B-138FD5BB1236}" dt="2021-10-15T06:38:04.533" v="314" actId="14100"/>
        <pc:sldMkLst>
          <pc:docMk/>
          <pc:sldMk cId="55737197" sldId="298"/>
        </pc:sldMkLst>
        <pc:spChg chg="add del mod">
          <ac:chgData name="KACHOUR Maher" userId="09775c39-7739-40bf-ba04-c8ef3ab24a94" providerId="ADAL" clId="{D920E7EE-4D90-4756-8B1B-138FD5BB1236}" dt="2021-10-15T06:37:45.792" v="307" actId="478"/>
          <ac:spMkLst>
            <pc:docMk/>
            <pc:sldMk cId="55737197" sldId="298"/>
            <ac:spMk id="4" creationId="{78E47828-8E07-4DF5-A47C-B66DBB2D45DF}"/>
          </ac:spMkLst>
        </pc:spChg>
        <pc:spChg chg="del">
          <ac:chgData name="KACHOUR Maher" userId="09775c39-7739-40bf-ba04-c8ef3ab24a94" providerId="ADAL" clId="{D920E7EE-4D90-4756-8B1B-138FD5BB1236}" dt="2021-10-15T06:37:38.309" v="304" actId="478"/>
          <ac:spMkLst>
            <pc:docMk/>
            <pc:sldMk cId="55737197" sldId="298"/>
            <ac:spMk id="10" creationId="{DF55DCCE-4867-488F-A29D-2B1A5B61A63A}"/>
          </ac:spMkLst>
        </pc:spChg>
        <pc:spChg chg="del">
          <ac:chgData name="KACHOUR Maher" userId="09775c39-7739-40bf-ba04-c8ef3ab24a94" providerId="ADAL" clId="{D920E7EE-4D90-4756-8B1B-138FD5BB1236}" dt="2021-10-15T06:37:40.706" v="305" actId="478"/>
          <ac:spMkLst>
            <pc:docMk/>
            <pc:sldMk cId="55737197" sldId="298"/>
            <ac:spMk id="11" creationId="{702ABF83-14D4-40AE-B23F-DBEAE22D2248}"/>
          </ac:spMkLst>
        </pc:spChg>
        <pc:picChg chg="del">
          <ac:chgData name="KACHOUR Maher" userId="09775c39-7739-40bf-ba04-c8ef3ab24a94" providerId="ADAL" clId="{D920E7EE-4D90-4756-8B1B-138FD5BB1236}" dt="2021-10-15T06:37:42.845" v="306" actId="478"/>
          <ac:picMkLst>
            <pc:docMk/>
            <pc:sldMk cId="55737197" sldId="298"/>
            <ac:picMk id="5" creationId="{F2D59576-822D-4C2D-949C-C98598D499BE}"/>
          </ac:picMkLst>
        </pc:picChg>
        <pc:picChg chg="mod">
          <ac:chgData name="KACHOUR Maher" userId="09775c39-7739-40bf-ba04-c8ef3ab24a94" providerId="ADAL" clId="{D920E7EE-4D90-4756-8B1B-138FD5BB1236}" dt="2021-10-15T06:38:04.533" v="314" actId="14100"/>
          <ac:picMkLst>
            <pc:docMk/>
            <pc:sldMk cId="55737197" sldId="298"/>
            <ac:picMk id="7" creationId="{B899ED29-3986-4F1C-804B-7B6CC1D8C3A1}"/>
          </ac:picMkLst>
        </pc:picChg>
        <pc:picChg chg="del">
          <ac:chgData name="KACHOUR Maher" userId="09775c39-7739-40bf-ba04-c8ef3ab24a94" providerId="ADAL" clId="{D920E7EE-4D90-4756-8B1B-138FD5BB1236}" dt="2021-10-15T06:37:48.502" v="308" actId="478"/>
          <ac:picMkLst>
            <pc:docMk/>
            <pc:sldMk cId="55737197" sldId="298"/>
            <ac:picMk id="9" creationId="{B09131A0-6E55-4020-B8CF-8CC070EB04C4}"/>
          </ac:picMkLst>
        </pc:picChg>
      </pc:sldChg>
      <pc:sldChg chg="addSp delSp modSp add mod">
        <pc:chgData name="KACHOUR Maher" userId="09775c39-7739-40bf-ba04-c8ef3ab24a94" providerId="ADAL" clId="{D920E7EE-4D90-4756-8B1B-138FD5BB1236}" dt="2021-10-15T06:37:31.509" v="303" actId="478"/>
        <pc:sldMkLst>
          <pc:docMk/>
          <pc:sldMk cId="2104343752" sldId="299"/>
        </pc:sldMkLst>
        <pc:spChg chg="add del mod">
          <ac:chgData name="KACHOUR Maher" userId="09775c39-7739-40bf-ba04-c8ef3ab24a94" providerId="ADAL" clId="{D920E7EE-4D90-4756-8B1B-138FD5BB1236}" dt="2021-10-15T06:37:02.720" v="296" actId="478"/>
          <ac:spMkLst>
            <pc:docMk/>
            <pc:sldMk cId="2104343752" sldId="299"/>
            <ac:spMk id="4" creationId="{3BB78260-1972-46A2-BE02-5704326E4A74}"/>
          </ac:spMkLst>
        </pc:spChg>
        <pc:spChg chg="del">
          <ac:chgData name="KACHOUR Maher" userId="09775c39-7739-40bf-ba04-c8ef3ab24a94" providerId="ADAL" clId="{D920E7EE-4D90-4756-8B1B-138FD5BB1236}" dt="2021-10-15T06:37:28.145" v="302" actId="478"/>
          <ac:spMkLst>
            <pc:docMk/>
            <pc:sldMk cId="2104343752" sldId="299"/>
            <ac:spMk id="10" creationId="{DF55DCCE-4867-488F-A29D-2B1A5B61A63A}"/>
          </ac:spMkLst>
        </pc:spChg>
        <pc:spChg chg="del">
          <ac:chgData name="KACHOUR Maher" userId="09775c39-7739-40bf-ba04-c8ef3ab24a94" providerId="ADAL" clId="{D920E7EE-4D90-4756-8B1B-138FD5BB1236}" dt="2021-10-15T06:37:31.509" v="303" actId="478"/>
          <ac:spMkLst>
            <pc:docMk/>
            <pc:sldMk cId="2104343752" sldId="299"/>
            <ac:spMk id="11" creationId="{702ABF83-14D4-40AE-B23F-DBEAE22D2248}"/>
          </ac:spMkLst>
        </pc:spChg>
        <pc:picChg chg="del">
          <ac:chgData name="KACHOUR Maher" userId="09775c39-7739-40bf-ba04-c8ef3ab24a94" providerId="ADAL" clId="{D920E7EE-4D90-4756-8B1B-138FD5BB1236}" dt="2021-10-15T06:36:58.086" v="295" actId="478"/>
          <ac:picMkLst>
            <pc:docMk/>
            <pc:sldMk cId="2104343752" sldId="299"/>
            <ac:picMk id="5" creationId="{F2D59576-822D-4C2D-949C-C98598D499BE}"/>
          </ac:picMkLst>
        </pc:picChg>
        <pc:picChg chg="del">
          <ac:chgData name="KACHOUR Maher" userId="09775c39-7739-40bf-ba04-c8ef3ab24a94" providerId="ADAL" clId="{D920E7EE-4D90-4756-8B1B-138FD5BB1236}" dt="2021-10-15T06:37:05.091" v="297" actId="478"/>
          <ac:picMkLst>
            <pc:docMk/>
            <pc:sldMk cId="2104343752" sldId="299"/>
            <ac:picMk id="7" creationId="{B899ED29-3986-4F1C-804B-7B6CC1D8C3A1}"/>
          </ac:picMkLst>
        </pc:picChg>
        <pc:picChg chg="mod">
          <ac:chgData name="KACHOUR Maher" userId="09775c39-7739-40bf-ba04-c8ef3ab24a94" providerId="ADAL" clId="{D920E7EE-4D90-4756-8B1B-138FD5BB1236}" dt="2021-10-15T06:37:14.477" v="301" actId="1076"/>
          <ac:picMkLst>
            <pc:docMk/>
            <pc:sldMk cId="2104343752" sldId="299"/>
            <ac:picMk id="9" creationId="{B09131A0-6E55-4020-B8CF-8CC070EB04C4}"/>
          </ac:picMkLst>
        </pc:picChg>
      </pc:sldChg>
      <pc:sldChg chg="add">
        <pc:chgData name="KACHOUR Maher" userId="09775c39-7739-40bf-ba04-c8ef3ab24a94" providerId="ADAL" clId="{D920E7EE-4D90-4756-8B1B-138FD5BB1236}" dt="2021-10-15T06:41:18.978" v="321" actId="2890"/>
        <pc:sldMkLst>
          <pc:docMk/>
          <pc:sldMk cId="4146095499" sldId="300"/>
        </pc:sldMkLst>
      </pc:sldChg>
      <pc:sldChg chg="modSp add mod">
        <pc:chgData name="KACHOUR Maher" userId="09775c39-7739-40bf-ba04-c8ef3ab24a94" providerId="ADAL" clId="{D920E7EE-4D90-4756-8B1B-138FD5BB1236}" dt="2021-10-15T06:46:09.481" v="397" actId="1076"/>
        <pc:sldMkLst>
          <pc:docMk/>
          <pc:sldMk cId="1496095161" sldId="301"/>
        </pc:sldMkLst>
        <pc:spChg chg="mod">
          <ac:chgData name="KACHOUR Maher" userId="09775c39-7739-40bf-ba04-c8ef3ab24a94" providerId="ADAL" clId="{D920E7EE-4D90-4756-8B1B-138FD5BB1236}" dt="2021-10-15T06:46:07.126" v="396" actId="20577"/>
          <ac:spMkLst>
            <pc:docMk/>
            <pc:sldMk cId="1496095161" sldId="301"/>
            <ac:spMk id="3" creationId="{640910BD-C27F-4E47-8643-E68BB45A886B}"/>
          </ac:spMkLst>
        </pc:spChg>
        <pc:picChg chg="mod">
          <ac:chgData name="KACHOUR Maher" userId="09775c39-7739-40bf-ba04-c8ef3ab24a94" providerId="ADAL" clId="{D920E7EE-4D90-4756-8B1B-138FD5BB1236}" dt="2021-10-15T06:46:09.481" v="397" actId="1076"/>
          <ac:picMkLst>
            <pc:docMk/>
            <pc:sldMk cId="1496095161" sldId="301"/>
            <ac:picMk id="6" creationId="{B8AF548E-C39D-4B86-9346-047C52CEF2EA}"/>
          </ac:picMkLst>
        </pc:picChg>
      </pc:sldChg>
      <pc:sldChg chg="modSp add mod">
        <pc:chgData name="KACHOUR Maher" userId="09775c39-7739-40bf-ba04-c8ef3ab24a94" providerId="ADAL" clId="{D920E7EE-4D90-4756-8B1B-138FD5BB1236}" dt="2021-10-15T06:50:02.338" v="429" actId="1076"/>
        <pc:sldMkLst>
          <pc:docMk/>
          <pc:sldMk cId="3879211568" sldId="302"/>
        </pc:sldMkLst>
        <pc:spChg chg="mod">
          <ac:chgData name="KACHOUR Maher" userId="09775c39-7739-40bf-ba04-c8ef3ab24a94" providerId="ADAL" clId="{D920E7EE-4D90-4756-8B1B-138FD5BB1236}" dt="2021-10-15T06:49:50.346" v="425" actId="6549"/>
          <ac:spMkLst>
            <pc:docMk/>
            <pc:sldMk cId="3879211568" sldId="302"/>
            <ac:spMk id="3" creationId="{640910BD-C27F-4E47-8643-E68BB45A886B}"/>
          </ac:spMkLst>
        </pc:spChg>
        <pc:picChg chg="mod">
          <ac:chgData name="KACHOUR Maher" userId="09775c39-7739-40bf-ba04-c8ef3ab24a94" providerId="ADAL" clId="{D920E7EE-4D90-4756-8B1B-138FD5BB1236}" dt="2021-10-15T06:50:02.338" v="429" actId="1076"/>
          <ac:picMkLst>
            <pc:docMk/>
            <pc:sldMk cId="3879211568" sldId="302"/>
            <ac:picMk id="8" creationId="{E810B792-F652-49C6-9A0A-408BB354088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6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C2A41-D9C8-4926-AA64-B06A3E3B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– Le mode</a:t>
            </a:r>
            <a:endParaRPr lang="fr-FR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0948F3-1972-4983-AF65-48CF94EB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08" y="1556792"/>
            <a:ext cx="892899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L'observation la mieux représentée des données observées est appelée le mode.</a:t>
            </a:r>
          </a:p>
          <a:p>
            <a:pPr marL="0" indent="0">
              <a:buNone/>
            </a:pPr>
            <a:r>
              <a:rPr lang="fr-FR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Ce dernier est considéré comme une valeur centrale associée aux données.</a:t>
            </a: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Notons que le mode n’est pas nécessairement une valeur unique. 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D5FCD45-81EB-4C84-B1AA-D3A9142A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08" y="2968601"/>
            <a:ext cx="4800847" cy="92079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D074CA8-6C75-45A6-BBB6-E4368C193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08" y="3939062"/>
            <a:ext cx="5042159" cy="272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du mode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Exemple 1 : les données ci-dessous représentent la répartition des salaires de 15 employés travaillant dans une petite entreprise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Identifier le(s) mode(s) associés aux données.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au 5">
            <a:extLst>
              <a:ext uri="{FF2B5EF4-FFF2-40B4-BE49-F238E27FC236}">
                <a16:creationId xmlns:a16="http://schemas.microsoft.com/office/drawing/2014/main" id="{B5BBF23C-94C6-440E-8D40-2DBB12E23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862929"/>
              </p:ext>
            </p:extLst>
          </p:nvPr>
        </p:nvGraphicFramePr>
        <p:xfrm>
          <a:off x="1691680" y="2168879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9521856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2618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Salaire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d’employés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45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798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330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789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844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90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du mode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Exemple 1 : les données ci-dessous représentent la répartition des salaires de 15 employés travaillant dans une petite entreprise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7C5496F-7ECF-4E89-BE8D-2EE943362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396644"/>
            <a:ext cx="5256584" cy="312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85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du mode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Exemple 2 : les données ci-dessous représentent l’âge de 60 participants à un concours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Identifier le(s) mode(s) associés aux données.</a:t>
            </a: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34373AD-A3AF-4556-89A6-B56DF8F82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863" y="1988840"/>
            <a:ext cx="2464274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28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du mode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Exemple 2 : les données ci-dessous représentent l’âge de 60 participants à un concours 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927AF9-732D-483F-B3AE-4237F04A0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132856"/>
            <a:ext cx="5760640" cy="229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9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CE81A5-DBB5-454A-8C13-8B3F7A98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700" dirty="0">
                <a:latin typeface="Cambria" panose="02040503050406030204" pitchFamily="18" charset="0"/>
                <a:ea typeface="Cambria" panose="02040503050406030204" pitchFamily="18" charset="0"/>
              </a:rPr>
              <a:t>Le mode - Graphiquement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EB5C4F08-6194-4B06-A6EF-79411837E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877" y="197820"/>
            <a:ext cx="4190207" cy="288076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1E4C3BF-EDCA-4565-B507-776E678B1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0028" y="3315854"/>
            <a:ext cx="2513956" cy="345561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AE9D07E-39B9-41EC-800A-4255E849F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878" y="3540423"/>
            <a:ext cx="4190207" cy="300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27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210FE-4560-4465-907D-BDEC1997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 mode - Graphiquement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84AA767-AF2D-4FCE-B5ED-C727F5B7E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744" y="1700808"/>
            <a:ext cx="6092682" cy="4392488"/>
          </a:xfrm>
        </p:spPr>
      </p:pic>
      <p:sp>
        <p:nvSpPr>
          <p:cNvPr id="6" name="Bulle narrative : ronde 5">
            <a:extLst>
              <a:ext uri="{FF2B5EF4-FFF2-40B4-BE49-F238E27FC236}">
                <a16:creationId xmlns:a16="http://schemas.microsoft.com/office/drawing/2014/main" id="{56902919-0345-420A-9614-B6A7E25DBECB}"/>
              </a:ext>
            </a:extLst>
          </p:cNvPr>
          <p:cNvSpPr/>
          <p:nvPr/>
        </p:nvSpPr>
        <p:spPr>
          <a:xfrm>
            <a:off x="323528" y="1844824"/>
            <a:ext cx="1512168" cy="2160240"/>
          </a:xfrm>
          <a:prstGeom prst="wedgeEllipseCallout">
            <a:avLst>
              <a:gd name="adj1" fmla="val 187758"/>
              <a:gd name="adj2" fmla="val 6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CD6E96-E1BF-4298-96B1-2CAFB966B5E6}"/>
              </a:ext>
            </a:extLst>
          </p:cNvPr>
          <p:cNvSpPr txBox="1"/>
          <p:nvPr/>
        </p:nvSpPr>
        <p:spPr>
          <a:xfrm>
            <a:off x="539552" y="2463279"/>
            <a:ext cx="1234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La marche la plus haute</a:t>
            </a:r>
          </a:p>
        </p:txBody>
      </p:sp>
    </p:spTree>
    <p:extLst>
      <p:ext uri="{BB962C8B-B14F-4D97-AF65-F5344CB8AC3E}">
        <p14:creationId xmlns:p14="http://schemas.microsoft.com/office/powerpoint/2010/main" val="455950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D9A70-7071-42D7-A193-63327EDC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 mode - Graphiquement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197BE54-2E9D-4DAB-8002-EA443B0A6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387524"/>
            <a:ext cx="8805664" cy="5470475"/>
          </a:xfrm>
        </p:spPr>
      </p:pic>
    </p:spTree>
    <p:extLst>
      <p:ext uri="{BB962C8B-B14F-4D97-AF65-F5344CB8AC3E}">
        <p14:creationId xmlns:p14="http://schemas.microsoft.com/office/powerpoint/2010/main" val="43760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– </a:t>
            </a:r>
            <a:b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La moyenne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2D59576-822D-4C2D-949C-C98598D49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7443" y="2355371"/>
            <a:ext cx="6496923" cy="3624015"/>
          </a:xfrm>
          <a:prstGeom prst="rect">
            <a:avLst/>
          </a:prstGeom>
        </p:spPr>
      </p:pic>
      <p:sp>
        <p:nvSpPr>
          <p:cNvPr id="10" name="Bulle narrative : ronde 9">
            <a:extLst>
              <a:ext uri="{FF2B5EF4-FFF2-40B4-BE49-F238E27FC236}">
                <a16:creationId xmlns:a16="http://schemas.microsoft.com/office/drawing/2014/main" id="{DF55DCCE-4867-488F-A29D-2B1A5B61A63A}"/>
              </a:ext>
            </a:extLst>
          </p:cNvPr>
          <p:cNvSpPr/>
          <p:nvPr/>
        </p:nvSpPr>
        <p:spPr>
          <a:xfrm>
            <a:off x="4679957" y="555619"/>
            <a:ext cx="2677641" cy="1262249"/>
          </a:xfrm>
          <a:prstGeom prst="wedgeEllipseCallout">
            <a:avLst>
              <a:gd name="adj1" fmla="val -105210"/>
              <a:gd name="adj2" fmla="val 5872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02ABF83-14D4-40AE-B23F-DBEAE22D2248}"/>
              </a:ext>
            </a:extLst>
          </p:cNvPr>
          <p:cNvSpPr txBox="1"/>
          <p:nvPr/>
        </p:nvSpPr>
        <p:spPr>
          <a:xfrm>
            <a:off x="5292080" y="878614"/>
            <a:ext cx="1872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Cambria" panose="02040503050406030204" pitchFamily="18" charset="0"/>
                <a:ea typeface="Cambria" panose="02040503050406030204" pitchFamily="18" charset="0"/>
              </a:rPr>
              <a:t>Indicateur associé aux données d’une variable quantitative uniquement</a:t>
            </a:r>
          </a:p>
        </p:txBody>
      </p:sp>
    </p:spTree>
    <p:extLst>
      <p:ext uri="{BB962C8B-B14F-4D97-AF65-F5344CB8AC3E}">
        <p14:creationId xmlns:p14="http://schemas.microsoft.com/office/powerpoint/2010/main" val="305962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– </a:t>
            </a:r>
            <a:b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La moyenne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B899ED29-3986-4F1C-804B-7B6CC1D8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15" y="2498796"/>
            <a:ext cx="6840760" cy="301843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7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– </a:t>
            </a:r>
            <a:b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La moyenne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09131A0-6E55-4020-B8CF-8CC070EB0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602" y="2472996"/>
            <a:ext cx="6048672" cy="292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43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moyenne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Exemple 1 : </a:t>
            </a:r>
          </a:p>
          <a:p>
            <a:pPr marL="0" indent="0">
              <a:buNone/>
            </a:pP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les notes de 10 étudiants 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8AD889B-BBC4-490B-B93C-DA77FF8FC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2"/>
            <a:ext cx="627697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4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moyenne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Exemple 1 : </a:t>
            </a:r>
          </a:p>
          <a:p>
            <a:pPr marL="0" indent="0">
              <a:buNone/>
            </a:pP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les notes de 10 étudiants 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D9EF1D2-F51F-4DC8-B4D5-72C8A6F28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24944"/>
            <a:ext cx="6792456" cy="291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95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moyenne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2 : </a:t>
            </a: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 nombre d’achats (par semaine) d’un produit étudié sur 100 familles français.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nombre moyen de produits achetés par les familles étudiées.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3246BD7-9795-42BE-8047-2FBAB527D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7" y="2780928"/>
            <a:ext cx="39719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38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moyenne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2 : 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8AF548E-C39D-4B86-9346-047C52CEF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70" y="1700808"/>
            <a:ext cx="7859216" cy="439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95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moyenne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3 : </a:t>
            </a: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</a:t>
            </a:r>
            <a:r>
              <a:rPr lang="fr-FR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les dépenses mensuelles de100 ménages pour l'achat d’un certain produit.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Calculer la dépense moyenne mensuelle.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FB1C78-BC23-4F29-A602-DE13AD4AA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087" y="2838450"/>
            <a:ext cx="317182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14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moyenne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3 : 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810B792-F652-49C6-9A0A-408BB3540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635745"/>
            <a:ext cx="7488832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11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13CDB-1EDC-44EB-B090-F345EA47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Exercice d’application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FD2EB1-B5CC-4236-B5FC-3D9FC9A9A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" y="116601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l’âge des visiteurs d’un site internet :</a:t>
            </a: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497DA1E1-A633-4A5C-9134-A5B498E3E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96836"/>
              </p:ext>
            </p:extLst>
          </p:nvPr>
        </p:nvGraphicFramePr>
        <p:xfrm>
          <a:off x="2322192" y="1590725"/>
          <a:ext cx="446449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75720466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619792581"/>
                    </a:ext>
                  </a:extLst>
                </a:gridCol>
              </a:tblGrid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Nombre de visiteur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48265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595301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19078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008459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46892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969946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41456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46E9BA3F-97F7-4963-B63C-E4ED48DA7B81}"/>
              </a:ext>
            </a:extLst>
          </p:cNvPr>
          <p:cNvSpPr txBox="1"/>
          <p:nvPr/>
        </p:nvSpPr>
        <p:spPr>
          <a:xfrm>
            <a:off x="0" y="4350852"/>
            <a:ext cx="846001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Trouver la bonne proposition (parmi les quatre propositions ci-dessous) :</a:t>
            </a:r>
          </a:p>
          <a:p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[30 ; 35[ est la classe modale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55 est le centre de la dernière classe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Le mode est égal à 19 ans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L’âge moyen est égal à 32.25 ans </a:t>
            </a:r>
          </a:p>
        </p:txBody>
      </p:sp>
    </p:spTree>
    <p:extLst>
      <p:ext uri="{BB962C8B-B14F-4D97-AF65-F5344CB8AC3E}">
        <p14:creationId xmlns:p14="http://schemas.microsoft.com/office/powerpoint/2010/main" val="11239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13CDB-1EDC-44EB-B090-F345EA47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Exercice d’application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FD2EB1-B5CC-4236-B5FC-3D9FC9A9A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" y="116601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l’âge des visiteurs d’un site internet :</a:t>
            </a:r>
          </a:p>
          <a:p>
            <a:pPr marL="0" indent="0" algn="ctr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497DA1E1-A633-4A5C-9134-A5B498E3E1B1}"/>
              </a:ext>
            </a:extLst>
          </p:cNvPr>
          <p:cNvGraphicFramePr>
            <a:graphicFrameLocks noGrp="1"/>
          </p:cNvGraphicFramePr>
          <p:nvPr/>
        </p:nvGraphicFramePr>
        <p:xfrm>
          <a:off x="2322192" y="1590725"/>
          <a:ext cx="446449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75720466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619792581"/>
                    </a:ext>
                  </a:extLst>
                </a:gridCol>
              </a:tblGrid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Nombre de visiteur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48265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595301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19078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008459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46892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969946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414564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E444153F-8892-4A6B-A8A6-37E3E6185691}"/>
              </a:ext>
            </a:extLst>
          </p:cNvPr>
          <p:cNvSpPr txBox="1"/>
          <p:nvPr/>
        </p:nvSpPr>
        <p:spPr>
          <a:xfrm>
            <a:off x="0" y="4350852"/>
            <a:ext cx="846001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Trouver la bonne proposition (parmi les quatre propositions ci-dessous) :</a:t>
            </a:r>
          </a:p>
          <a:p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[30 ; 35[ est la classe modale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55 est le centre de la dernière classe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Le mode est égal à 19 ans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L’âge moyen est égal à 32.25 ans </a:t>
            </a:r>
          </a:p>
        </p:txBody>
      </p:sp>
    </p:spTree>
    <p:extLst>
      <p:ext uri="{BB962C8B-B14F-4D97-AF65-F5344CB8AC3E}">
        <p14:creationId xmlns:p14="http://schemas.microsoft.com/office/powerpoint/2010/main" val="28620583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TP030007281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2010-04-16T13:47:45+00:00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327671</Value>
      <Value>503520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design - Tunnel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design - Tunnel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ONP5ejdaZ6pIyJWiKjJC7LRpyB8=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2009-10-10T07:00:00+00:00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170195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Props1.xml><?xml version="1.0" encoding="utf-8"?>
<ds:datastoreItem xmlns:ds="http://schemas.openxmlformats.org/officeDocument/2006/customXml" ds:itemID="{FC4AD9E9-A9C0-46F2-BF42-B91887159A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FB9779-B3DB-419D-A1B1-72B8188D3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534</Words>
  <Application>Microsoft Office PowerPoint</Application>
  <PresentationFormat>Affichage à l'écran (4:3)</PresentationFormat>
  <Paragraphs>142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Wingdings</vt:lpstr>
      <vt:lpstr>Thème Office</vt:lpstr>
      <vt:lpstr>Data Description </vt:lpstr>
      <vt:lpstr>Les indicateurs de position – Le mode</vt:lpstr>
      <vt:lpstr>Exemples – calcul du mode</vt:lpstr>
      <vt:lpstr>Exemples – calcul du mode</vt:lpstr>
      <vt:lpstr>Exemples – calcul du mode</vt:lpstr>
      <vt:lpstr>Exemples – calcul du mode</vt:lpstr>
      <vt:lpstr>Le mode - Graphiquement</vt:lpstr>
      <vt:lpstr>Le mode - Graphiquement</vt:lpstr>
      <vt:lpstr>Le mode - Graphiquement</vt:lpstr>
      <vt:lpstr>Les indicateurs de position –  La moyenne</vt:lpstr>
      <vt:lpstr>Les indicateurs de position –  La moyenne</vt:lpstr>
      <vt:lpstr>Les indicateurs de position –  La moyenne</vt:lpstr>
      <vt:lpstr>Exemples – calcul de la moyenne</vt:lpstr>
      <vt:lpstr>Exemples – calcul de la moyenne</vt:lpstr>
      <vt:lpstr>Exemples – calcul de la moyenne</vt:lpstr>
      <vt:lpstr>Exemples – calcul de la moyenne</vt:lpstr>
      <vt:lpstr>Exemples – calcul de la moyenne</vt:lpstr>
      <vt:lpstr>Exemples – calcul de la moyenne</vt:lpstr>
      <vt:lpstr>Exercice d’application </vt:lpstr>
      <vt:lpstr>Exercice d’application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6</cp:revision>
  <dcterms:created xsi:type="dcterms:W3CDTF">2021-02-02T16:40:54Z</dcterms:created>
  <dcterms:modified xsi:type="dcterms:W3CDTF">2021-10-15T06:51:22Z</dcterms:modified>
</cp:coreProperties>
</file>