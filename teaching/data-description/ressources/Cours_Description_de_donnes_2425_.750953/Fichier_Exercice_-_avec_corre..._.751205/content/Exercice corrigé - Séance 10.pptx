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BD2275-C5F7-41A4-8E89-05497293A01B}" v="298" dt="2021-10-15T12:54:04.799"/>
    <p1510:client id="{6BC31A12-6872-407D-B196-620DB8D11C41}" v="2" dt="2021-10-15T14:33:26.918"/>
    <p1510:client id="{98B62C0F-C5CD-470F-A85D-6BE9EDA11397}" v="266" dt="2021-10-15T13:46:04.484"/>
    <p1510:client id="{9DB9D0F6-702B-4124-8092-98911D29BF5A}" v="261" dt="2021-10-15T11:29:48.807"/>
    <p1510:client id="{A485481B-7CFB-49EC-B580-AB3492269FCD}" v="352" dt="2021-10-14T16:19:40.4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6BC31A12-6872-407D-B196-620DB8D11C41}"/>
    <pc:docChg chg="custSel delSld modSld">
      <pc:chgData name="KACHOUR Maher" userId="09775c39-7739-40bf-ba04-c8ef3ab24a94" providerId="ADAL" clId="{6BC31A12-6872-407D-B196-620DB8D11C41}" dt="2021-10-15T14:44:34.583" v="33" actId="20577"/>
      <pc:docMkLst>
        <pc:docMk/>
      </pc:docMkLst>
      <pc:sldChg chg="addSp delSp modSp mod">
        <pc:chgData name="KACHOUR Maher" userId="09775c39-7739-40bf-ba04-c8ef3ab24a94" providerId="ADAL" clId="{6BC31A12-6872-407D-B196-620DB8D11C41}" dt="2021-10-15T14:44:34.583" v="33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BC31A12-6872-407D-B196-620DB8D11C41}" dt="2021-10-15T14:44:34.583" v="33" actId="20577"/>
          <ac:spMkLst>
            <pc:docMk/>
            <pc:sldMk cId="3884457258" sldId="256"/>
            <ac:spMk id="4" creationId="{DF25F7F9-D26E-4B65-8387-484298AE7CF4}"/>
          </ac:spMkLst>
        </pc:spChg>
        <pc:graphicFrameChg chg="del">
          <ac:chgData name="KACHOUR Maher" userId="09775c39-7739-40bf-ba04-c8ef3ab24a94" providerId="ADAL" clId="{6BC31A12-6872-407D-B196-620DB8D11C41}" dt="2021-10-15T14:32:18.067" v="7" actId="478"/>
          <ac:graphicFrameMkLst>
            <pc:docMk/>
            <pc:sldMk cId="3884457258" sldId="256"/>
            <ac:graphicFrameMk id="5" creationId="{8D618231-F795-4672-A643-43223F39DFB3}"/>
          </ac:graphicFrameMkLst>
        </pc:graphicFrameChg>
        <pc:picChg chg="add mod">
          <ac:chgData name="KACHOUR Maher" userId="09775c39-7739-40bf-ba04-c8ef3ab24a94" providerId="ADAL" clId="{6BC31A12-6872-407D-B196-620DB8D11C41}" dt="2021-10-15T14:32:31.636" v="12" actId="1076"/>
          <ac:picMkLst>
            <pc:docMk/>
            <pc:sldMk cId="3884457258" sldId="256"/>
            <ac:picMk id="6" creationId="{F522A9A2-6AFD-4695-93C8-765E6CDE86C3}"/>
          </ac:picMkLst>
        </pc:picChg>
      </pc:sldChg>
      <pc:sldChg chg="modSp mod">
        <pc:chgData name="KACHOUR Maher" userId="09775c39-7739-40bf-ba04-c8ef3ab24a94" providerId="ADAL" clId="{6BC31A12-6872-407D-B196-620DB8D11C41}" dt="2021-10-15T14:28:53.903" v="2" actId="20577"/>
        <pc:sldMkLst>
          <pc:docMk/>
          <pc:sldMk cId="0" sldId="257"/>
        </pc:sldMkLst>
        <pc:spChg chg="mod">
          <ac:chgData name="KACHOUR Maher" userId="09775c39-7739-40bf-ba04-c8ef3ab24a94" providerId="ADAL" clId="{6BC31A12-6872-407D-B196-620DB8D11C41}" dt="2021-10-15T14:28:53.903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KACHOUR Maher" userId="09775c39-7739-40bf-ba04-c8ef3ab24a94" providerId="ADAL" clId="{6BC31A12-6872-407D-B196-620DB8D11C41}" dt="2021-10-15T14:34:10.557" v="32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BC31A12-6872-407D-B196-620DB8D11C41}" dt="2021-10-15T14:34:10.557" v="32" actId="20577"/>
          <ac:spMkLst>
            <pc:docMk/>
            <pc:sldMk cId="1632906986" sldId="258"/>
            <ac:spMk id="3" creationId="{CC9FE004-1C6E-4667-8710-CA96506DE21E}"/>
          </ac:spMkLst>
        </pc:spChg>
        <pc:graphicFrameChg chg="del">
          <ac:chgData name="KACHOUR Maher" userId="09775c39-7739-40bf-ba04-c8ef3ab24a94" providerId="ADAL" clId="{6BC31A12-6872-407D-B196-620DB8D11C41}" dt="2021-10-15T14:33:00.913" v="22" actId="478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del">
        <pc:chgData name="KACHOUR Maher" userId="09775c39-7739-40bf-ba04-c8ef3ab24a94" providerId="ADAL" clId="{6BC31A12-6872-407D-B196-620DB8D11C41}" dt="2021-10-15T14:31:34.412" v="3" actId="47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6BC31A12-6872-407D-B196-620DB8D11C41}" dt="2021-10-15T14:31:36.378" v="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6BC31A12-6872-407D-B196-620DB8D11C41}" dt="2021-10-15T14:33:07.928" v="23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6BC31A12-6872-407D-B196-620DB8D11C41}" dt="2021-10-15T14:31:38.419" v="5" actId="47"/>
        <pc:sldMkLst>
          <pc:docMk/>
          <pc:sldMk cId="385761548" sldId="264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15/10/2021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10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/>
              <a:t>Exercice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587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Le département des ressources humaines d'une entreprise souhaite étudier le lien entre deux caractéristiques : </a:t>
            </a:r>
            <a:r>
              <a:rPr lang="fr-FR" sz="18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x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l'âge des salariés et </a:t>
            </a:r>
            <a:r>
              <a:rPr lang="fr-FR" sz="1800" dirty="0">
                <a:solidFill>
                  <a:srgbClr val="FF0000"/>
                </a:solidFill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y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CMMI10"/>
              </a:rPr>
              <a:t>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le degré du stress (score sur une échelle allant de 0 à 3). Les deux caractéristiques ont été étudiées sur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CMR10"/>
              </a:rPr>
              <a:t>124 </a:t>
            </a: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salariés. Les résultats de l'enquête sont présentés dans le tableau suivant :</a:t>
            </a:r>
            <a:endParaRPr lang="fr-F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fr-FR" sz="1800" dirty="0">
                <a:effectLst/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Calculer le coefficient de corrélation linéaire entre les données deux variables étudiées. Interpréter le résultat.</a:t>
            </a:r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22A9A2-6AFD-4695-93C8-765E6CDE86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356" y="2936874"/>
            <a:ext cx="4205287" cy="215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/>
              <a:t>Exercice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9FE004-1C6E-4667-8710-CA96506DE21E}"/>
              </a:ext>
            </a:extLst>
          </p:cNvPr>
          <p:cNvSpPr txBox="1"/>
          <p:nvPr/>
        </p:nvSpPr>
        <p:spPr>
          <a:xfrm>
            <a:off x="951632" y="1967061"/>
            <a:ext cx="811616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2400" dirty="0"/>
              <a:t>L’âge moyen : ≈ 36.04032</a:t>
            </a:r>
          </a:p>
          <a:p>
            <a:pPr lvl="0"/>
            <a:r>
              <a:rPr lang="fr-FR" sz="2400" dirty="0"/>
              <a:t>L’écart-type de l’âge : ≈ 11.57054</a:t>
            </a:r>
          </a:p>
          <a:p>
            <a:pPr lvl="0"/>
            <a:r>
              <a:rPr lang="fr-FR" sz="2400" dirty="0"/>
              <a:t>Niveau de stress moyen : ≈ 1.112903</a:t>
            </a:r>
          </a:p>
          <a:p>
            <a:pPr lvl="0"/>
            <a:r>
              <a:rPr lang="fr-FR" sz="2400" dirty="0"/>
              <a:t>L’écart-type du niveau de stress : ≈ 1.064149</a:t>
            </a:r>
          </a:p>
          <a:p>
            <a:pPr lvl="0"/>
            <a:r>
              <a:rPr lang="fr-FR" sz="2400" dirty="0"/>
              <a:t>La covariance ≈ 2.438996 &gt; 0</a:t>
            </a:r>
          </a:p>
          <a:p>
            <a:pPr lvl="0"/>
            <a:r>
              <a:rPr lang="fr-FR" sz="2400" dirty="0"/>
              <a:t>Le coefficient de corrélation linéaire ≈ 0.1980865</a:t>
            </a:r>
          </a:p>
          <a:p>
            <a:endParaRPr lang="fr-FR" sz="2400" dirty="0"/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126</Words>
  <Application>Microsoft Office PowerPoint</Application>
  <PresentationFormat>Grand écran</PresentationFormat>
  <Paragraphs>25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</vt:lpstr>
      <vt:lpstr>Georgia</vt:lpstr>
      <vt:lpstr>Thème Office</vt:lpstr>
      <vt:lpstr>Data Description </vt:lpstr>
      <vt:lpstr>Exercice 1</vt:lpstr>
      <vt:lpstr>Exercice 1 -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 </dc:title>
  <dc:creator>KACHOUR Maher</dc:creator>
  <cp:lastModifiedBy>KACHOUR Maher</cp:lastModifiedBy>
  <cp:revision>1</cp:revision>
  <dcterms:created xsi:type="dcterms:W3CDTF">2021-10-14T08:08:29Z</dcterms:created>
  <dcterms:modified xsi:type="dcterms:W3CDTF">2021-10-15T14:44:41Z</dcterms:modified>
</cp:coreProperties>
</file>