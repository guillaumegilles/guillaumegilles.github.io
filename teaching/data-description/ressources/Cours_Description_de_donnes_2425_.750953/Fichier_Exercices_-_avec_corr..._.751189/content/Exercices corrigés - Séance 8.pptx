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4ABD2275-C5F7-41A4-8E89-05497293A01B}" v="298" dt="2021-10-15T12:54:04.799"/>
    <p1510:client id="{98B62C0F-C5CD-470F-A85D-6BE9EDA11397}" v="266" dt="2021-10-15T13:46:04.484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8 </a:t>
            </a:r>
            <a:endParaRPr lang="fr-FR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Pearson 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Yule et Kendall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4590182" y="1683109"/>
                <a:ext cx="8116167" cy="2962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=1.66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sz="2400" b="0" dirty="0"/>
              </a:p>
              <a:p>
                <a:endParaRPr lang="fr-FR" sz="2400" dirty="0"/>
              </a:p>
              <a:p>
                <a:r>
                  <a:rPr lang="fr-FR" sz="2400" dirty="0"/>
                  <a:t>Coefficient de Pearson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1.66 −2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2.228093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=−0.1525969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&lt; 0 </m:t>
                        </m:r>
                      </m:e>
                    </m:box>
                  </m:oMath>
                </a14:m>
                <a:endParaRPr lang="fr-FR" sz="2400" dirty="0"/>
              </a:p>
              <a:p>
                <a:pPr lvl="1"/>
                <a:endParaRPr lang="fr-FR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1683109"/>
                <a:ext cx="8116167" cy="2962286"/>
              </a:xfrm>
              <a:prstGeom prst="rect">
                <a:avLst/>
              </a:prstGeom>
              <a:blipFill>
                <a:blip r:embed="rId3"/>
                <a:stretch>
                  <a:fillRect l="-12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085483" y="2012929"/>
                <a:ext cx="6735042" cy="2315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𝑑𝑖𝑎𝑛𝑒</m:t>
                      </m:r>
                      <m:r>
                        <a:rPr lang="fr-FR" sz="2400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endParaRPr lang="fr-FR" sz="2400" i="1" dirty="0">
                  <a:latin typeface="Cambria Math" panose="02040503050406030204" pitchFamily="18" charset="0"/>
                </a:endParaRPr>
              </a:p>
              <a:p>
                <a:r>
                  <a:rPr lang="fr-FR" sz="2400" dirty="0"/>
                  <a:t>Coefficient de Yule et Kendall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2 −2</m:t>
                                </m:r>
                              </m:e>
                            </m:d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 −(2 −0)</m:t>
                            </m:r>
                          </m:num>
                          <m:den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(2 −0)</m:t>
                            </m:r>
                          </m:den>
                        </m:f>
                      </m:e>
                    </m:box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=−1&lt;0</m:t>
                    </m:r>
                  </m:oMath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3" y="2012929"/>
                <a:ext cx="6735042" cy="2315186"/>
              </a:xfrm>
              <a:prstGeom prst="rect">
                <a:avLst/>
              </a:prstGeom>
              <a:blipFill>
                <a:blip r:embed="rId2"/>
                <a:stretch>
                  <a:fillRect l="-1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2330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85496" t="-4762" r="-96947" b="-3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17073" t="-4762" r="-3252" b="-3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Pearson 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Yule et Kendall</a:t>
            </a:r>
            <a:endParaRPr lang="fr-FR" sz="1600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5645" t="-6098" r="-126613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7712" t="-6098" r="-261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6" y="2676139"/>
                <a:ext cx="6881038" cy="271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sz="2400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=38.72802</m:t>
                    </m:r>
                  </m:oMath>
                </a14:m>
                <a:r>
                  <a:rPr lang="fr-FR" sz="2400" dirty="0"/>
                  <a:t> </a:t>
                </a:r>
              </a:p>
              <a:p>
                <a:pPr lvl="1"/>
                <a:endParaRPr lang="fr-F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sz="2400" dirty="0"/>
              </a:p>
              <a:p>
                <a:endParaRPr lang="fr-FR" sz="2400" dirty="0"/>
              </a:p>
              <a:p>
                <a:r>
                  <a:rPr lang="fr-FR" sz="2400" dirty="0"/>
                  <a:t>Coefficient de Pearson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50.875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</m:t>
                            </m:r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−7</m:t>
                            </m:r>
                          </m:num>
                          <m:den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38.72802</m:t>
                            </m:r>
                            <m:r>
                              <m:rPr>
                                <m:nor/>
                              </m:rPr>
                              <a:rPr lang="fr-FR" sz="2400" dirty="0"/>
                              <m:t>  </m:t>
                            </m:r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=1.132901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 &gt; 0 </m:t>
                        </m:r>
                      </m:e>
                    </m:box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6" y="2676139"/>
                <a:ext cx="6881038" cy="2716065"/>
              </a:xfrm>
              <a:prstGeom prst="rect">
                <a:avLst/>
              </a:prstGeom>
              <a:blipFill>
                <a:blip r:embed="rId3"/>
                <a:stretch>
                  <a:fillRect l="-1417" b="-29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4709159" y="2859119"/>
                <a:ext cx="8416291" cy="21757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sz="2000" dirty="0"/>
              </a:p>
              <a:p>
                <a:endParaRPr lang="fr-FR" sz="2000" dirty="0"/>
              </a:p>
              <a:p>
                <a:r>
                  <a:rPr lang="fr-FR" sz="2000" dirty="0"/>
                  <a:t>Coefficient de Yule et Kendall 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fr-FR" sz="20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43.33</m:t>
                                </m:r>
                              </m:e>
                            </m:d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43.33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17.5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70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17.5</m:t>
                            </m:r>
                            <m:r>
                              <a:rPr lang="fr-FR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box>
                    <m:r>
                      <a:rPr lang="fr-FR" sz="2000" i="1">
                        <a:latin typeface="Cambria Math" panose="02040503050406030204" pitchFamily="18" charset="0"/>
                      </a:rPr>
                      <m:t>=0.016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fr-FR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59" y="2859119"/>
                <a:ext cx="8416291" cy="2175788"/>
              </a:xfrm>
              <a:prstGeom prst="rect">
                <a:avLst/>
              </a:prstGeom>
              <a:blipFill>
                <a:blip r:embed="rId3"/>
                <a:stretch>
                  <a:fillRect l="-18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428</Words>
  <Application>Microsoft Office PowerPoint</Application>
  <PresentationFormat>Grand écran</PresentationFormat>
  <Paragraphs>176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1 - Solution</vt:lpstr>
      <vt:lpstr>Exercice 2</vt:lpstr>
      <vt:lpstr>Exercice 2 - Solution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2021-10-15T13:48:21Z</dcterms:modified>
</cp:coreProperties>
</file>