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63" r:id="rId4"/>
    <p:sldId id="259" r:id="rId5"/>
    <p:sldId id="264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70CBF8-D1D8-4922-A968-E90E226146FA}" v="16" dt="2021-10-14T14:36:49.848"/>
    <p1510:client id="{9DB9D0F6-702B-4124-8092-98911D29BF5A}" v="261" dt="2021-10-15T11:29:48.807"/>
    <p1510:client id="{A46442CA-B6B9-409D-BD6B-70C4FD4BD1CF}" v="1" dt="2021-10-15T11:35:58.398"/>
    <p1510:client id="{A485481B-7CFB-49EC-B580-AB3492269FCD}" v="352" dt="2021-10-14T16:19:40.4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2370CBF8-D1D8-4922-A968-E90E226146FA}"/>
    <pc:docChg chg="undo custSel addSld modSld">
      <pc:chgData name="KACHOUR Maher" userId="09775c39-7739-40bf-ba04-c8ef3ab24a94" providerId="ADAL" clId="{2370CBF8-D1D8-4922-A968-E90E226146FA}" dt="2021-10-14T14:52:58.120" v="341" actId="26606"/>
      <pc:docMkLst>
        <pc:docMk/>
      </pc:docMkLst>
      <pc:sldChg chg="modSp mod">
        <pc:chgData name="KACHOUR Maher" userId="09775c39-7739-40bf-ba04-c8ef3ab24a94" providerId="ADAL" clId="{2370CBF8-D1D8-4922-A968-E90E226146FA}" dt="2021-10-14T14:21:33.156" v="202" actId="1076"/>
        <pc:sldMkLst>
          <pc:docMk/>
          <pc:sldMk cId="3884457258" sldId="256"/>
        </pc:sldMkLst>
        <pc:spChg chg="mod">
          <ac:chgData name="KACHOUR Maher" userId="09775c39-7739-40bf-ba04-c8ef3ab24a94" providerId="ADAL" clId="{2370CBF8-D1D8-4922-A968-E90E226146FA}" dt="2021-10-14T14:21:33.156" v="202" actId="1076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2370CBF8-D1D8-4922-A968-E90E226146FA}" dt="2021-10-14T14:21:02.557" v="199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 modGraphic">
          <ac:chgData name="KACHOUR Maher" userId="09775c39-7739-40bf-ba04-c8ef3ab24a94" providerId="ADAL" clId="{2370CBF8-D1D8-4922-A968-E90E226146FA}" dt="2021-10-14T14:11:19.595" v="64" actId="14734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2370CBF8-D1D8-4922-A968-E90E226146FA}" dt="2021-10-14T14:07:55.333" v="1" actId="20577"/>
        <pc:sldMkLst>
          <pc:docMk/>
          <pc:sldMk cId="0" sldId="257"/>
        </pc:sldMkLst>
        <pc:spChg chg="mod">
          <ac:chgData name="KACHOUR Maher" userId="09775c39-7739-40bf-ba04-c8ef3ab24a94" providerId="ADAL" clId="{2370CBF8-D1D8-4922-A968-E90E226146FA}" dt="2021-10-14T14:07:55.333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modSp mod">
        <pc:chgData name="KACHOUR Maher" userId="09775c39-7739-40bf-ba04-c8ef3ab24a94" providerId="ADAL" clId="{2370CBF8-D1D8-4922-A968-E90E226146FA}" dt="2021-10-14T14:21:23.943" v="201" actId="1076"/>
        <pc:sldMkLst>
          <pc:docMk/>
          <pc:sldMk cId="1632906986" sldId="258"/>
        </pc:sldMkLst>
        <pc:spChg chg="mod">
          <ac:chgData name="KACHOUR Maher" userId="09775c39-7739-40bf-ba04-c8ef3ab24a94" providerId="ADAL" clId="{2370CBF8-D1D8-4922-A968-E90E226146FA}" dt="2021-10-14T14:14:18.992" v="72" actId="1076"/>
          <ac:spMkLst>
            <pc:docMk/>
            <pc:sldMk cId="1632906986" sldId="258"/>
            <ac:spMk id="2" creationId="{A4AEDEBA-6FE9-4F23-B02B-9FB71BC17484}"/>
          </ac:spMkLst>
        </pc:spChg>
        <pc:graphicFrameChg chg="mod modGraphic">
          <ac:chgData name="KACHOUR Maher" userId="09775c39-7739-40bf-ba04-c8ef3ab24a94" providerId="ADAL" clId="{2370CBF8-D1D8-4922-A968-E90E226146FA}" dt="2021-10-14T14:21:19.090" v="200" actId="14734"/>
          <ac:graphicFrameMkLst>
            <pc:docMk/>
            <pc:sldMk cId="1632906986" sldId="258"/>
            <ac:graphicFrameMk id="5" creationId="{C5935286-E84C-4A5B-9E95-1C36A0F9B1CD}"/>
          </ac:graphicFrameMkLst>
        </pc:graphicFrameChg>
        <pc:picChg chg="add mod">
          <ac:chgData name="KACHOUR Maher" userId="09775c39-7739-40bf-ba04-c8ef3ab24a94" providerId="ADAL" clId="{2370CBF8-D1D8-4922-A968-E90E226146FA}" dt="2021-10-14T14:21:23.943" v="201" actId="1076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2370CBF8-D1D8-4922-A968-E90E226146FA}" dt="2021-10-14T14:34:58.077" v="263" actId="14734"/>
        <pc:sldMkLst>
          <pc:docMk/>
          <pc:sldMk cId="3342625250" sldId="259"/>
        </pc:sldMkLst>
        <pc:spChg chg="mod">
          <ac:chgData name="KACHOUR Maher" userId="09775c39-7739-40bf-ba04-c8ef3ab24a94" providerId="ADAL" clId="{2370CBF8-D1D8-4922-A968-E90E226146FA}" dt="2021-10-14T14:15:14.332" v="77" actId="1076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34:47.405" v="260" actId="27636"/>
          <ac:spMkLst>
            <pc:docMk/>
            <pc:sldMk cId="3342625250" sldId="259"/>
            <ac:spMk id="3" creationId="{86DA4EC6-6600-48BE-AED2-90A0A908CF8F}"/>
          </ac:spMkLst>
        </pc:spChg>
        <pc:graphicFrameChg chg="mod modGraphic">
          <ac:chgData name="KACHOUR Maher" userId="09775c39-7739-40bf-ba04-c8ef3ab24a94" providerId="ADAL" clId="{2370CBF8-D1D8-4922-A968-E90E226146FA}" dt="2021-10-14T14:34:58.077" v="263" actId="14734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addSp modSp mod setBg">
        <pc:chgData name="KACHOUR Maher" userId="09775c39-7739-40bf-ba04-c8ef3ab24a94" providerId="ADAL" clId="{2370CBF8-D1D8-4922-A968-E90E226146FA}" dt="2021-10-14T14:48:39.199" v="337" actId="26606"/>
        <pc:sldMkLst>
          <pc:docMk/>
          <pc:sldMk cId="962425727" sldId="260"/>
        </pc:sldMkLst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3" creationId="{86DA4EC6-6600-48BE-AED2-90A0A908CF8F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1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3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5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7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48:39.199" v="337" actId="26606"/>
          <ac:graphicFrameMkLst>
            <pc:docMk/>
            <pc:sldMk cId="962425727" sldId="260"/>
            <ac:graphicFrameMk id="4" creationId="{D8731FE7-289F-4569-8899-DD98785D8C02}"/>
          </ac:graphicFrameMkLst>
        </pc:graphicFrameChg>
        <pc:picChg chg="add mod">
          <ac:chgData name="KACHOUR Maher" userId="09775c39-7739-40bf-ba04-c8ef3ab24a94" providerId="ADAL" clId="{2370CBF8-D1D8-4922-A968-E90E226146FA}" dt="2021-10-14T14:48:39.199" v="337" actId="26606"/>
          <ac:picMkLst>
            <pc:docMk/>
            <pc:sldMk cId="962425727" sldId="260"/>
            <ac:picMk id="6" creationId="{D9442BFA-85B6-46F2-A05F-18E8C23113C9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31:11.788" v="212" actId="1076"/>
        <pc:sldMkLst>
          <pc:docMk/>
          <pc:sldMk cId="925746931" sldId="261"/>
        </pc:sldMkLst>
        <pc:picChg chg="del">
          <ac:chgData name="KACHOUR Maher" userId="09775c39-7739-40bf-ba04-c8ef3ab24a94" providerId="ADAL" clId="{2370CBF8-D1D8-4922-A968-E90E226146FA}" dt="2021-10-14T14:31:00.341" v="204" actId="478"/>
          <ac:picMkLst>
            <pc:docMk/>
            <pc:sldMk cId="925746931" sldId="261"/>
            <ac:picMk id="6" creationId="{C89D6DEA-6D91-456E-968B-68D46AFB39DB}"/>
          </ac:picMkLst>
        </pc:picChg>
        <pc:picChg chg="add mod">
          <ac:chgData name="KACHOUR Maher" userId="09775c39-7739-40bf-ba04-c8ef3ab24a94" providerId="ADAL" clId="{2370CBF8-D1D8-4922-A968-E90E226146FA}" dt="2021-10-14T14:31:11.788" v="212" actId="1076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52:58.120" v="341" actId="26606"/>
        <pc:sldMkLst>
          <pc:docMk/>
          <pc:sldMk cId="4200507792" sldId="262"/>
        </pc:sldMkLst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1" creationId="{385E1BDC-A9B0-4A87-82E3-F3187F69A802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3" creationId="{0990C621-3B8B-4820-8328-D47EF7CE823C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5" creationId="{C1A2385B-1D2A-4E17-84FA-6CB7F0AAE473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7" creationId="{5E791F2F-79DB-4CC0-9FA1-001E3E91E8B7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2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4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6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8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52:58.120" v="341" actId="26606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2370CBF8-D1D8-4922-A968-E90E226146FA}" dt="2021-10-14T14:52:53.431" v="339" actId="478"/>
          <ac:picMkLst>
            <pc:docMk/>
            <pc:sldMk cId="4200507792" sldId="262"/>
            <ac:picMk id="6" creationId="{D9442BFA-85B6-46F2-A05F-18E8C23113C9}"/>
          </ac:picMkLst>
        </pc:picChg>
        <pc:picChg chg="add mod">
          <ac:chgData name="KACHOUR Maher" userId="09775c39-7739-40bf-ba04-c8ef3ab24a94" providerId="ADAL" clId="{2370CBF8-D1D8-4922-A968-E90E226146FA}" dt="2021-10-14T14:52:58.120" v="341" actId="26606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  <pc:docChgLst>
    <pc:chgData name="KACHOUR Maher" userId="09775c39-7739-40bf-ba04-c8ef3ab24a94" providerId="ADAL" clId="{A46442CA-B6B9-409D-BD6B-70C4FD4BD1CF}"/>
    <pc:docChg chg="custSel addSld delSld modSld sldOrd">
      <pc:chgData name="KACHOUR Maher" userId="09775c39-7739-40bf-ba04-c8ef3ab24a94" providerId="ADAL" clId="{A46442CA-B6B9-409D-BD6B-70C4FD4BD1CF}" dt="2021-10-15T11:36:13.348" v="12" actId="47"/>
      <pc:docMkLst>
        <pc:docMk/>
      </pc:docMkLst>
      <pc:sldChg chg="del">
        <pc:chgData name="KACHOUR Maher" userId="09775c39-7739-40bf-ba04-c8ef3ab24a94" providerId="ADAL" clId="{A46442CA-B6B9-409D-BD6B-70C4FD4BD1CF}" dt="2021-10-15T11:36:08.791" v="9" actId="47"/>
        <pc:sldMkLst>
          <pc:docMk/>
          <pc:sldMk cId="1632906986" sldId="258"/>
        </pc:sldMkLst>
      </pc:sldChg>
      <pc:sldChg chg="del">
        <pc:chgData name="KACHOUR Maher" userId="09775c39-7739-40bf-ba04-c8ef3ab24a94" providerId="ADAL" clId="{A46442CA-B6B9-409D-BD6B-70C4FD4BD1CF}" dt="2021-10-15T11:36:13.348" v="12" actId="47"/>
        <pc:sldMkLst>
          <pc:docMk/>
          <pc:sldMk cId="4200507792" sldId="262"/>
        </pc:sldMkLst>
      </pc:sldChg>
      <pc:sldChg chg="addSp delSp modSp new mod">
        <pc:chgData name="KACHOUR Maher" userId="09775c39-7739-40bf-ba04-c8ef3ab24a94" providerId="ADAL" clId="{A46442CA-B6B9-409D-BD6B-70C4FD4BD1CF}" dt="2021-10-15T11:36:03.543" v="7" actId="208"/>
        <pc:sldMkLst>
          <pc:docMk/>
          <pc:sldMk cId="1159440728" sldId="263"/>
        </pc:sldMkLst>
        <pc:spChg chg="mod">
          <ac:chgData name="KACHOUR Maher" userId="09775c39-7739-40bf-ba04-c8ef3ab24a94" providerId="ADAL" clId="{A46442CA-B6B9-409D-BD6B-70C4FD4BD1CF}" dt="2021-10-15T11:35:47.642" v="4" actId="20577"/>
          <ac:spMkLst>
            <pc:docMk/>
            <pc:sldMk cId="1159440728" sldId="263"/>
            <ac:spMk id="2" creationId="{C152E28D-1BD9-40EB-9999-B962FF0E9FE5}"/>
          </ac:spMkLst>
        </pc:spChg>
        <pc:spChg chg="del">
          <ac:chgData name="KACHOUR Maher" userId="09775c39-7739-40bf-ba04-c8ef3ab24a94" providerId="ADAL" clId="{A46442CA-B6B9-409D-BD6B-70C4FD4BD1CF}" dt="2021-10-15T11:35:50.255" v="5" actId="478"/>
          <ac:spMkLst>
            <pc:docMk/>
            <pc:sldMk cId="1159440728" sldId="263"/>
            <ac:spMk id="3" creationId="{5C13D9D2-4773-4B8B-AE51-B68D57D4B347}"/>
          </ac:spMkLst>
        </pc:spChg>
        <pc:spChg chg="add mod">
          <ac:chgData name="KACHOUR Maher" userId="09775c39-7739-40bf-ba04-c8ef3ab24a94" providerId="ADAL" clId="{A46442CA-B6B9-409D-BD6B-70C4FD4BD1CF}" dt="2021-10-15T11:36:03.543" v="7" actId="208"/>
          <ac:spMkLst>
            <pc:docMk/>
            <pc:sldMk cId="1159440728" sldId="263"/>
            <ac:spMk id="4" creationId="{7A0312E1-881C-4A29-AC92-BB69ACC56150}"/>
          </ac:spMkLst>
        </pc:spChg>
      </pc:sldChg>
      <pc:sldChg chg="add ord">
        <pc:chgData name="KACHOUR Maher" userId="09775c39-7739-40bf-ba04-c8ef3ab24a94" providerId="ADAL" clId="{A46442CA-B6B9-409D-BD6B-70C4FD4BD1CF}" dt="2021-10-15T11:36:11.443" v="11"/>
        <pc:sldMkLst>
          <pc:docMk/>
          <pc:sldMk cId="1941875429" sldId="264"/>
        </pc:sldMkLst>
      </pc:sldChg>
    </pc:docChg>
  </pc:docChgLst>
  <pc:docChgLst>
    <pc:chgData name="KACHOUR Maher" userId="09775c39-7739-40bf-ba04-c8ef3ab24a94" providerId="ADAL" clId="{E5A1AE0A-D964-4669-B03E-987D59F22204}"/>
    <pc:docChg chg="modSld">
      <pc:chgData name="KACHOUR Maher" userId="09775c39-7739-40bf-ba04-c8ef3ab24a94" providerId="ADAL" clId="{E5A1AE0A-D964-4669-B03E-987D59F22204}" dt="2021-10-14T10:16:47.651" v="1" actId="20577"/>
      <pc:docMkLst>
        <pc:docMk/>
      </pc:docMkLst>
      <pc:sldChg chg="modSp mod">
        <pc:chgData name="KACHOUR Maher" userId="09775c39-7739-40bf-ba04-c8ef3ab24a94" providerId="ADAL" clId="{E5A1AE0A-D964-4669-B03E-987D59F22204}" dt="2021-10-14T10:16:42.339" v="0" actId="20577"/>
        <pc:sldMkLst>
          <pc:docMk/>
          <pc:sldMk cId="3884457258" sldId="256"/>
        </pc:sldMkLst>
        <pc:spChg chg="mod">
          <ac:chgData name="KACHOUR Maher" userId="09775c39-7739-40bf-ba04-c8ef3ab24a94" providerId="ADAL" clId="{E5A1AE0A-D964-4669-B03E-987D59F22204}" dt="2021-10-14T10:16:42.339" v="0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E5A1AE0A-D964-4669-B03E-987D59F22204}" dt="2021-10-14T10:16:47.651" v="1" actId="20577"/>
        <pc:sldMkLst>
          <pc:docMk/>
          <pc:sldMk cId="3342625250" sldId="259"/>
        </pc:sldMkLst>
        <pc:spChg chg="mod">
          <ac:chgData name="KACHOUR Maher" userId="09775c39-7739-40bf-ba04-c8ef3ab24a94" providerId="ADAL" clId="{E5A1AE0A-D964-4669-B03E-987D59F22204}" dt="2021-10-14T10:16:47.651" v="1" actId="20577"/>
          <ac:spMkLst>
            <pc:docMk/>
            <pc:sldMk cId="3342625250" sldId="259"/>
            <ac:spMk id="3" creationId="{86DA4EC6-6600-48BE-AED2-90A0A908CF8F}"/>
          </ac:spMkLst>
        </pc:spChg>
      </pc:sldChg>
    </pc:docChg>
  </pc:docChgLst>
  <pc:docChgLst>
    <pc:chgData name="KACHOUR Maher" userId="09775c39-7739-40bf-ba04-c8ef3ab24a94" providerId="ADAL" clId="{9DB9D0F6-702B-4124-8092-98911D29BF5A}"/>
    <pc:docChg chg="custSel modSld">
      <pc:chgData name="KACHOUR Maher" userId="09775c39-7739-40bf-ba04-c8ef3ab24a94" providerId="ADAL" clId="{9DB9D0F6-702B-4124-8092-98911D29BF5A}" dt="2021-10-15T11:29:56.723" v="475" actId="14100"/>
      <pc:docMkLst>
        <pc:docMk/>
      </pc:docMkLst>
      <pc:sldChg chg="modSp mod">
        <pc:chgData name="KACHOUR Maher" userId="09775c39-7739-40bf-ba04-c8ef3ab24a94" providerId="ADAL" clId="{9DB9D0F6-702B-4124-8092-98911D29BF5A}" dt="2021-10-15T10:26:13.111" v="128" actId="20577"/>
        <pc:sldMkLst>
          <pc:docMk/>
          <pc:sldMk cId="3884457258" sldId="256"/>
        </pc:sldMkLst>
        <pc:spChg chg="mod">
          <ac:chgData name="KACHOUR Maher" userId="09775c39-7739-40bf-ba04-c8ef3ab24a94" providerId="ADAL" clId="{9DB9D0F6-702B-4124-8092-98911D29BF5A}" dt="2021-10-15T10:25:15.143" v="98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Graphic">
          <ac:chgData name="KACHOUR Maher" userId="09775c39-7739-40bf-ba04-c8ef3ab24a94" providerId="ADAL" clId="{9DB9D0F6-702B-4124-8092-98911D29BF5A}" dt="2021-10-15T10:26:13.111" v="128" actId="20577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4:09.721" v="1" actId="20577"/>
        <pc:sldMkLst>
          <pc:docMk/>
          <pc:sldMk cId="0" sldId="257"/>
        </pc:sldMkLst>
        <pc:spChg chg="mod">
          <ac:chgData name="KACHOUR Maher" userId="09775c39-7739-40bf-ba04-c8ef3ab24a94" providerId="ADAL" clId="{9DB9D0F6-702B-4124-8092-98911D29BF5A}" dt="2021-10-15T10:24:09.721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9DB9D0F6-702B-4124-8092-98911D29BF5A}" dt="2021-10-15T10:38:20.518" v="283" actId="20577"/>
        <pc:sldMkLst>
          <pc:docMk/>
          <pc:sldMk cId="1632906986" sldId="258"/>
        </pc:sldMkLst>
        <pc:spChg chg="mod">
          <ac:chgData name="KACHOUR Maher" userId="09775c39-7739-40bf-ba04-c8ef3ab24a94" providerId="ADAL" clId="{9DB9D0F6-702B-4124-8092-98911D29BF5A}" dt="2021-10-15T10:38:20.518" v="283" actId="20577"/>
          <ac:spMkLst>
            <pc:docMk/>
            <pc:sldMk cId="1632906986" sldId="258"/>
            <ac:spMk id="3" creationId="{CC9FE004-1C6E-4667-8710-CA96506DE21E}"/>
          </ac:spMkLst>
        </pc:spChg>
        <pc:graphicFrameChg chg="modGraphic">
          <ac:chgData name="KACHOUR Maher" userId="09775c39-7739-40bf-ba04-c8ef3ab24a94" providerId="ADAL" clId="{9DB9D0F6-702B-4124-8092-98911D29BF5A}" dt="2021-10-15T10:33:37.819" v="148" actId="2164"/>
          <ac:graphicFrameMkLst>
            <pc:docMk/>
            <pc:sldMk cId="1632906986" sldId="258"/>
            <ac:graphicFrameMk id="5" creationId="{C5935286-E84C-4A5B-9E95-1C36A0F9B1CD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7:03.747" v="147" actId="20577"/>
        <pc:sldMkLst>
          <pc:docMk/>
          <pc:sldMk cId="3342625250" sldId="259"/>
        </pc:sldMkLst>
        <pc:spChg chg="mod">
          <ac:chgData name="KACHOUR Maher" userId="09775c39-7739-40bf-ba04-c8ef3ab24a94" providerId="ADAL" clId="{9DB9D0F6-702B-4124-8092-98911D29BF5A}" dt="2021-10-15T10:27:03.747" v="147" actId="20577"/>
          <ac:spMkLst>
            <pc:docMk/>
            <pc:sldMk cId="3342625250" sldId="259"/>
            <ac:spMk id="3" creationId="{86DA4EC6-6600-48BE-AED2-90A0A908CF8F}"/>
          </ac:spMkLst>
        </pc:spChg>
      </pc:sldChg>
      <pc:sldChg chg="addSp delSp modSp mod">
        <pc:chgData name="KACHOUR Maher" userId="09775c39-7739-40bf-ba04-c8ef3ab24a94" providerId="ADAL" clId="{9DB9D0F6-702B-4124-8092-98911D29BF5A}" dt="2021-10-15T11:29:56.723" v="475" actId="14100"/>
        <pc:sldMkLst>
          <pc:docMk/>
          <pc:sldMk cId="4200507792" sldId="262"/>
        </pc:sldMkLst>
        <pc:spChg chg="del mod">
          <ac:chgData name="KACHOUR Maher" userId="09775c39-7739-40bf-ba04-c8ef3ab24a94" providerId="ADAL" clId="{9DB9D0F6-702B-4124-8092-98911D29BF5A}" dt="2021-10-15T10:39:23.679" v="286"/>
          <ac:spMkLst>
            <pc:docMk/>
            <pc:sldMk cId="4200507792" sldId="262"/>
            <ac:spMk id="5" creationId="{D7B24147-55AB-4BC4-B183-ED51FCA4DB97}"/>
          </ac:spMkLst>
        </pc:spChg>
        <pc:spChg chg="add mod">
          <ac:chgData name="KACHOUR Maher" userId="09775c39-7739-40bf-ba04-c8ef3ab24a94" providerId="ADAL" clId="{9DB9D0F6-702B-4124-8092-98911D29BF5A}" dt="2021-10-15T11:29:56.723" v="475" actId="14100"/>
          <ac:spMkLst>
            <pc:docMk/>
            <pc:sldMk cId="4200507792" sldId="262"/>
            <ac:spMk id="6" creationId="{B9F24573-B8C6-4491-AFA0-36142DDC64B5}"/>
          </ac:spMkLst>
        </pc:spChg>
        <pc:graphicFrameChg chg="del">
          <ac:chgData name="KACHOUR Maher" userId="09775c39-7739-40bf-ba04-c8ef3ab24a94" providerId="ADAL" clId="{9DB9D0F6-702B-4124-8092-98911D29BF5A}" dt="2021-10-15T11:19:57.953" v="287" actId="478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graphicFrameChg chg="add mod modGraphic">
          <ac:chgData name="KACHOUR Maher" userId="09775c39-7739-40bf-ba04-c8ef3ab24a94" providerId="ADAL" clId="{9DB9D0F6-702B-4124-8092-98911D29BF5A}" dt="2021-10-15T11:22:36.354" v="343" actId="14734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</pc:docChg>
  </pc:docChgLst>
  <pc:docChgLst>
    <pc:chgData name="KACHOUR Maher" userId="09775c39-7739-40bf-ba04-c8ef3ab24a94" providerId="ADAL" clId="{A485481B-7CFB-49EC-B580-AB3492269FCD}"/>
    <pc:docChg chg="undo custSel delSld modSld">
      <pc:chgData name="KACHOUR Maher" userId="09775c39-7739-40bf-ba04-c8ef3ab24a94" providerId="ADAL" clId="{A485481B-7CFB-49EC-B580-AB3492269FCD}" dt="2021-10-14T16:21:46.485" v="467" actId="255"/>
      <pc:docMkLst>
        <pc:docMk/>
      </pc:docMkLst>
      <pc:sldChg chg="modSp mod">
        <pc:chgData name="KACHOUR Maher" userId="09775c39-7739-40bf-ba04-c8ef3ab24a94" providerId="ADAL" clId="{A485481B-7CFB-49EC-B580-AB3492269FCD}" dt="2021-10-14T16:21:46.485" v="467" actId="255"/>
        <pc:sldMkLst>
          <pc:docMk/>
          <pc:sldMk cId="3884457258" sldId="256"/>
        </pc:sldMkLst>
        <pc:spChg chg="mod">
          <ac:chgData name="KACHOUR Maher" userId="09775c39-7739-40bf-ba04-c8ef3ab24a94" providerId="ADAL" clId="{A485481B-7CFB-49EC-B580-AB3492269FCD}" dt="2021-10-14T16:21:46.485" v="467" actId="255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A485481B-7CFB-49EC-B580-AB3492269FCD}" dt="2021-10-14T15:39:01.978" v="1" actId="20577"/>
        <pc:sldMkLst>
          <pc:docMk/>
          <pc:sldMk cId="0" sldId="257"/>
        </pc:sldMkLst>
        <pc:spChg chg="mod">
          <ac:chgData name="KACHOUR Maher" userId="09775c39-7739-40bf-ba04-c8ef3ab24a94" providerId="ADAL" clId="{A485481B-7CFB-49EC-B580-AB3492269FCD}" dt="2021-10-14T15:39:01.978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">
        <pc:chgData name="KACHOUR Maher" userId="09775c39-7739-40bf-ba04-c8ef3ab24a94" providerId="ADAL" clId="{A485481B-7CFB-49EC-B580-AB3492269FCD}" dt="2021-10-14T15:47:29.387" v="241" actId="20577"/>
        <pc:sldMkLst>
          <pc:docMk/>
          <pc:sldMk cId="1632906986" sldId="258"/>
        </pc:sldMkLst>
        <pc:spChg chg="add mod">
          <ac:chgData name="KACHOUR Maher" userId="09775c39-7739-40bf-ba04-c8ef3ab24a94" providerId="ADAL" clId="{A485481B-7CFB-49EC-B580-AB3492269FCD}" dt="2021-10-14T15:47:29.387" v="241" actId="20577"/>
          <ac:spMkLst>
            <pc:docMk/>
            <pc:sldMk cId="1632906986" sldId="258"/>
            <ac:spMk id="3" creationId="{CC9FE004-1C6E-4667-8710-CA96506DE21E}"/>
          </ac:spMkLst>
        </pc:spChg>
        <pc:picChg chg="del">
          <ac:chgData name="KACHOUR Maher" userId="09775c39-7739-40bf-ba04-c8ef3ab24a94" providerId="ADAL" clId="{A485481B-7CFB-49EC-B580-AB3492269FCD}" dt="2021-10-14T15:39:42.963" v="49" actId="478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A485481B-7CFB-49EC-B580-AB3492269FCD}" dt="2021-10-14T16:21:33.183" v="465" actId="5793"/>
        <pc:sldMkLst>
          <pc:docMk/>
          <pc:sldMk cId="3342625250" sldId="259"/>
        </pc:sldMkLst>
        <pc:spChg chg="mod">
          <ac:chgData name="KACHOUR Maher" userId="09775c39-7739-40bf-ba04-c8ef3ab24a94" providerId="ADAL" clId="{A485481B-7CFB-49EC-B580-AB3492269FCD}" dt="2021-10-14T16:21:33.183" v="465" actId="5793"/>
          <ac:spMkLst>
            <pc:docMk/>
            <pc:sldMk cId="3342625250" sldId="259"/>
            <ac:spMk id="3" creationId="{86DA4EC6-6600-48BE-AED2-90A0A908CF8F}"/>
          </ac:spMkLst>
        </pc:spChg>
        <pc:graphicFrameChg chg="mod">
          <ac:chgData name="KACHOUR Maher" userId="09775c39-7739-40bf-ba04-c8ef3ab24a94" providerId="ADAL" clId="{A485481B-7CFB-49EC-B580-AB3492269FCD}" dt="2021-10-14T16:21:29.049" v="464" actId="1076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del">
        <pc:chgData name="KACHOUR Maher" userId="09775c39-7739-40bf-ba04-c8ef3ab24a94" providerId="ADAL" clId="{A485481B-7CFB-49EC-B580-AB3492269FCD}" dt="2021-10-14T15:47:59.547" v="243" actId="47"/>
        <pc:sldMkLst>
          <pc:docMk/>
          <pc:sldMk cId="962425727" sldId="260"/>
        </pc:sldMkLst>
      </pc:sldChg>
      <pc:sldChg chg="delSp del mod">
        <pc:chgData name="KACHOUR Maher" userId="09775c39-7739-40bf-ba04-c8ef3ab24a94" providerId="ADAL" clId="{A485481B-7CFB-49EC-B580-AB3492269FCD}" dt="2021-10-14T15:47:34.163" v="242" actId="47"/>
        <pc:sldMkLst>
          <pc:docMk/>
          <pc:sldMk cId="925746931" sldId="261"/>
        </pc:sldMkLst>
        <pc:graphicFrameChg chg="del">
          <ac:chgData name="KACHOUR Maher" userId="09775c39-7739-40bf-ba04-c8ef3ab24a94" providerId="ADAL" clId="{A485481B-7CFB-49EC-B580-AB3492269FCD}" dt="2021-10-14T15:39:50.801" v="50" actId="478"/>
          <ac:graphicFrameMkLst>
            <pc:docMk/>
            <pc:sldMk cId="925746931" sldId="261"/>
            <ac:graphicFrameMk id="5" creationId="{C5935286-E84C-4A5B-9E95-1C36A0F9B1CD}"/>
          </ac:graphicFrameMkLst>
        </pc:graphicFrameChg>
        <pc:picChg chg="del">
          <ac:chgData name="KACHOUR Maher" userId="09775c39-7739-40bf-ba04-c8ef3ab24a94" providerId="ADAL" clId="{A485481B-7CFB-49EC-B580-AB3492269FCD}" dt="2021-10-14T15:39:53.045" v="51" actId="478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mod">
        <pc:chgData name="KACHOUR Maher" userId="09775c39-7739-40bf-ba04-c8ef3ab24a94" providerId="ADAL" clId="{A485481B-7CFB-49EC-B580-AB3492269FCD}" dt="2021-10-14T16:20:16.665" v="458" actId="2711"/>
        <pc:sldMkLst>
          <pc:docMk/>
          <pc:sldMk cId="4200507792" sldId="262"/>
        </pc:sldMkLst>
        <pc:spChg chg="add mod">
          <ac:chgData name="KACHOUR Maher" userId="09775c39-7739-40bf-ba04-c8ef3ab24a94" providerId="ADAL" clId="{A485481B-7CFB-49EC-B580-AB3492269FCD}" dt="2021-10-14T16:20:16.665" v="458" actId="2711"/>
          <ac:spMkLst>
            <pc:docMk/>
            <pc:sldMk cId="4200507792" sldId="262"/>
            <ac:spMk id="5" creationId="{D7B24147-55AB-4BC4-B183-ED51FCA4DB97}"/>
          </ac:spMkLst>
        </pc:spChg>
        <pc:graphicFrameChg chg="mod modGraphic">
          <ac:chgData name="KACHOUR Maher" userId="09775c39-7739-40bf-ba04-c8ef3ab24a94" providerId="ADAL" clId="{A485481B-7CFB-49EC-B580-AB3492269FCD}" dt="2021-10-14T16:04:52.105" v="376" actId="20577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A485481B-7CFB-49EC-B580-AB3492269FCD}" dt="2021-10-14T15:48:05.667" v="244" actId="478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7AE212-0171-46AE-8E49-1CDDCCBAB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D17709-3586-4413-8C57-88A655BF6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2FB15F-31F7-42EB-97F8-CDB8699A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E9C7CD-64B8-465E-8053-798C6AE5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1F7703-1EDD-4526-BB95-F54078D1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175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47C34B-654C-4571-88BB-488402A8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5515DB-EE46-4EA1-8A3E-B632968AD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EA2172-2869-4AA5-B383-D557538A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B9714E-411E-4AC0-8966-07D5760F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C6D21D-937B-40C2-8A63-39058266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09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C42E3D-CA4F-4BFD-AD36-0904DB5D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FD7A04-81BC-4037-AD3E-A48294CE9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0E4EE9-6E93-4965-9058-70FB387B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B8D8E3-9541-497D-9ECB-DD57953FC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F9D0DC-EC51-4995-BE87-F5FC4515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997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2D7BA-FC12-4C5A-AB53-E05F7C79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4F1541-9C69-4927-90B4-2122644C6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A90D8A-E81D-407C-B6C1-529389416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860C9D-CE69-43AE-8868-EEE59E38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D103D5-EAD2-451B-8D25-3BD09AEC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81D7E5-B079-468B-92CF-12BB8ED9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6996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DFD046-AA2D-4F99-BE42-B7289FCC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0E4D5C-6CCE-4BA3-9CC4-DC8893C5E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4D4306-EC37-4953-9EE6-F4826F13D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56300F-C5BC-4DB6-B830-BA60955685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58BD14-4231-410F-A447-354D62C0D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8E48DF-9B31-4CBC-A75D-4BCF2BEB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8314C72-1EDA-4BDE-BE53-5D437EE9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7C118E-36BB-4471-821A-2F130F21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00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4175DE-1319-4C91-9BFD-77C791B6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0D5AD8-9D44-4AA1-9983-40F3FB555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5287635-D1F4-41FD-9CBB-9AD8A796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4C0172-E288-4D63-B4BB-6564BF20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13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A904FE6-BCB0-4FBF-8C1D-D66B3AE8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1087665-B103-42FD-9E8E-9358EAF8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01C9F2-C9A9-432C-A5CB-435BCFF4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522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DDAE7A-4833-4438-B97D-50321F0D4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54D6FC-DB41-43FC-93F3-0ABE14ABD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73487C-5798-4C11-928D-46165B538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7A70DF-3C03-4B95-857D-B30D0594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65463C-4C8C-42BE-9B2F-3F1FF474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FCA3A6-3649-480C-A08B-F92A7215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50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7E3B22-1637-4513-B016-4EB166A5D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9897341-9FBD-474E-A55E-14082D876B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46A815-DCFA-4152-8DA8-1FDF07CBF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B3575E-3689-4618-8E8E-CBDEF1DE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64D76A-4F97-44F8-A38C-2C3735A4B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7FBBC9-F694-403C-8CD9-C875965A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081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5D5356-44D7-4AF8-93AB-EF50760E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3A9FDB-515C-4224-A8E8-ECE965CA9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5EA598-D460-4768-AC9B-4804E0D6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17A8A6-7F41-4137-AA90-DDF2098E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77FC1C-AF2A-422A-9E5D-140ABAD7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1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2B73B33-C23C-4B6F-9A5A-C0A90D096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1058171-B4A0-4913-B9D3-530F4A106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AA07E-0501-45F5-BCF3-EAAE49AD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12B5C0-2D5F-4C25-8A6A-A29E22A1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49CD76-AADA-49E9-AA96-E76AE025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578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FB94CA4-ABA4-4E64-8113-4F30EC80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E283C3-B9A1-4DBB-9349-EC7E3AF07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7D2094-3FF4-4D62-8640-40630C8C1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7C3CA7-F6EE-4ACF-94D4-6A8B9B50E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D4DAD6-0976-4B5B-BAF6-C35949083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56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8001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Séance 6 </a:t>
            </a: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7325" y="25698"/>
            <a:ext cx="9144000" cy="1230312"/>
          </a:xfrm>
        </p:spPr>
        <p:txBody>
          <a:bodyPr/>
          <a:lstStyle/>
          <a:p>
            <a:r>
              <a:rPr lang="fr-FR" dirty="0"/>
              <a:t>Exercice 1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438150" y="1438275"/>
            <a:ext cx="1003935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Nous avons étudié la température matinale (i.e. mesurée entre 7h et 7h 30) sur 200 jours choisis au hasard parmi les périodes d’hiver observées durant 20 dernières années. </a:t>
            </a:r>
          </a:p>
          <a:p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Les données sont représentées dans le tableau suivant :</a:t>
            </a: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Tx/>
              <a:buChar char="-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Calculer le(s) mode associé(s) aux données</a:t>
            </a:r>
          </a:p>
          <a:p>
            <a:pPr marL="285750" indent="-285750">
              <a:buFontTx/>
              <a:buChar char="-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Calculer la température matinale moyenne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8D618231-F795-4672-A643-43223F39D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615291"/>
              </p:ext>
            </p:extLst>
          </p:nvPr>
        </p:nvGraphicFramePr>
        <p:xfrm>
          <a:off x="4337050" y="2743200"/>
          <a:ext cx="371157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5100">
                  <a:extLst>
                    <a:ext uri="{9D8B030D-6E8A-4147-A177-3AD203B41FA5}">
                      <a16:colId xmlns:a16="http://schemas.microsoft.com/office/drawing/2014/main" val="3196339109"/>
                    </a:ext>
                  </a:extLst>
                </a:gridCol>
                <a:gridCol w="2276475">
                  <a:extLst>
                    <a:ext uri="{9D8B030D-6E8A-4147-A177-3AD203B41FA5}">
                      <a16:colId xmlns:a16="http://schemas.microsoft.com/office/drawing/2014/main" val="623701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Température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Fréquence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406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273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744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472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163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687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4457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52E28D-1BD9-40EB-9999-B962FF0E9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A0312E1-881C-4A29-AC92-BB69ACC56150}"/>
              </a:ext>
            </a:extLst>
          </p:cNvPr>
          <p:cNvSpPr txBox="1"/>
          <p:nvPr/>
        </p:nvSpPr>
        <p:spPr>
          <a:xfrm>
            <a:off x="542925" y="1905000"/>
            <a:ext cx="11115675" cy="44672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59440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153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Exercice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9716"/>
            <a:ext cx="10515600" cy="484203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FR" sz="2300" dirty="0">
                <a:latin typeface="Cambria" panose="02040503050406030204" pitchFamily="18" charset="0"/>
                <a:ea typeface="Cambria" panose="02040503050406030204" pitchFamily="18" charset="0"/>
              </a:rPr>
              <a:t>Nous avons étudié la vitesse matinale (i.e. mesurée (en Km/h) entre 7h et 7h 30) du vent sur 240 jours choisis au hasard parmi les périodes d’hiver observées durant 20 dernières années. </a:t>
            </a:r>
          </a:p>
          <a:p>
            <a:pPr marL="0" indent="0">
              <a:buNone/>
            </a:pPr>
            <a:r>
              <a:rPr lang="fr-FR" sz="2300" dirty="0">
                <a:latin typeface="Cambria" panose="02040503050406030204" pitchFamily="18" charset="0"/>
                <a:ea typeface="Cambria" panose="02040503050406030204" pitchFamily="18" charset="0"/>
              </a:rPr>
              <a:t>Les données sont représentées dans le tableau suivant :</a:t>
            </a: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Tx/>
              <a:buChar char="-"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Calculer le(s) mode associé(s) aux données</a:t>
            </a:r>
          </a:p>
          <a:p>
            <a:pPr marL="285750" indent="-285750">
              <a:buFontTx/>
              <a:buChar char="-"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Calculer la vitesse matinale moyenne du vent</a:t>
            </a:r>
          </a:p>
          <a:p>
            <a:pPr marL="0" indent="0">
              <a:buNone/>
            </a:pPr>
            <a:endParaRPr lang="fr-FR"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D8731FE7-289F-4569-8899-DD98785D8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753735"/>
              </p:ext>
            </p:extLst>
          </p:nvPr>
        </p:nvGraphicFramePr>
        <p:xfrm>
          <a:off x="5103283" y="3093244"/>
          <a:ext cx="361209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744">
                  <a:extLst>
                    <a:ext uri="{9D8B030D-6E8A-4147-A177-3AD203B41FA5}">
                      <a16:colId xmlns:a16="http://schemas.microsoft.com/office/drawing/2014/main" val="2512171411"/>
                    </a:ext>
                  </a:extLst>
                </a:gridCol>
                <a:gridCol w="1981348">
                  <a:extLst>
                    <a:ext uri="{9D8B030D-6E8A-4147-A177-3AD203B41FA5}">
                      <a16:colId xmlns:a16="http://schemas.microsoft.com/office/drawing/2014/main" val="1743361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Vitesse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Nombre de jours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465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[0 ; 10[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244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 ; 30[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404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[30 ; 70[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413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[70 ; 100[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259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[100 ; 150[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789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2625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52E28D-1BD9-40EB-9999-B962FF0E9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A0312E1-881C-4A29-AC92-BB69ACC56150}"/>
              </a:ext>
            </a:extLst>
          </p:cNvPr>
          <p:cNvSpPr txBox="1"/>
          <p:nvPr/>
        </p:nvSpPr>
        <p:spPr>
          <a:xfrm>
            <a:off x="542925" y="1905000"/>
            <a:ext cx="11115675" cy="44672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4187542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195</Words>
  <Application>Microsoft Office PowerPoint</Application>
  <PresentationFormat>Grand écran</PresentationFormat>
  <Paragraphs>61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</vt:lpstr>
      <vt:lpstr>Thème Office</vt:lpstr>
      <vt:lpstr>Data Description </vt:lpstr>
      <vt:lpstr>Exercice 1</vt:lpstr>
      <vt:lpstr>Note</vt:lpstr>
      <vt:lpstr>Exercice 2</vt:lpstr>
      <vt:lpstr>Note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Description </dc:title>
  <dc:creator>KACHOUR Maher</dc:creator>
  <cp:lastModifiedBy>KACHOUR Maher</cp:lastModifiedBy>
  <cp:revision>1</cp:revision>
  <dcterms:created xsi:type="dcterms:W3CDTF">2021-10-14T08:08:29Z</dcterms:created>
  <dcterms:modified xsi:type="dcterms:W3CDTF">2021-10-15T11:36:16Z</dcterms:modified>
</cp:coreProperties>
</file>