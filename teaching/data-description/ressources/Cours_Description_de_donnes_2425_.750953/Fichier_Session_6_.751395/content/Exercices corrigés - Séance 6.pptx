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2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70CBF8-D1D8-4922-A968-E90E226146FA}" v="16" dt="2021-10-14T14:36:49.848"/>
    <p1510:client id="{9DB9D0F6-702B-4124-8092-98911D29BF5A}" v="261" dt="2021-10-15T11:29:48.807"/>
    <p1510:client id="{A485481B-7CFB-49EC-B580-AB3492269FCD}" v="352" dt="2021-10-14T16:19:40.4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2370CBF8-D1D8-4922-A968-E90E226146FA}"/>
    <pc:docChg chg="undo custSel addSld modSld">
      <pc:chgData name="KACHOUR Maher" userId="09775c39-7739-40bf-ba04-c8ef3ab24a94" providerId="ADAL" clId="{2370CBF8-D1D8-4922-A968-E90E226146FA}" dt="2021-10-14T14:52:58.120" v="341" actId="26606"/>
      <pc:docMkLst>
        <pc:docMk/>
      </pc:docMkLst>
      <pc:sldChg chg="modSp mod">
        <pc:chgData name="KACHOUR Maher" userId="09775c39-7739-40bf-ba04-c8ef3ab24a94" providerId="ADAL" clId="{2370CBF8-D1D8-4922-A968-E90E226146FA}" dt="2021-10-14T14:21:33.156" v="202" actId="1076"/>
        <pc:sldMkLst>
          <pc:docMk/>
          <pc:sldMk cId="3884457258" sldId="256"/>
        </pc:sldMkLst>
        <pc:spChg chg="mod">
          <ac:chgData name="KACHOUR Maher" userId="09775c39-7739-40bf-ba04-c8ef3ab24a94" providerId="ADAL" clId="{2370CBF8-D1D8-4922-A968-E90E226146FA}" dt="2021-10-14T14:21:33.156" v="202" actId="1076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2370CBF8-D1D8-4922-A968-E90E226146FA}" dt="2021-10-14T14:21:02.557" v="199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 modGraphic">
          <ac:chgData name="KACHOUR Maher" userId="09775c39-7739-40bf-ba04-c8ef3ab24a94" providerId="ADAL" clId="{2370CBF8-D1D8-4922-A968-E90E226146FA}" dt="2021-10-14T14:11:19.595" v="64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2370CBF8-D1D8-4922-A968-E90E226146FA}" dt="2021-10-14T14:07:55.333" v="1" actId="20577"/>
        <pc:sldMkLst>
          <pc:docMk/>
          <pc:sldMk cId="0" sldId="257"/>
        </pc:sldMkLst>
        <pc:spChg chg="mod">
          <ac:chgData name="KACHOUR Maher" userId="09775c39-7739-40bf-ba04-c8ef3ab24a94" providerId="ADAL" clId="{2370CBF8-D1D8-4922-A968-E90E226146FA}" dt="2021-10-14T14:07:55.333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KACHOUR Maher" userId="09775c39-7739-40bf-ba04-c8ef3ab24a94" providerId="ADAL" clId="{2370CBF8-D1D8-4922-A968-E90E226146FA}" dt="2021-10-14T14:21:23.943" v="201" actId="1076"/>
        <pc:sldMkLst>
          <pc:docMk/>
          <pc:sldMk cId="1632906986" sldId="258"/>
        </pc:sldMkLst>
        <pc:spChg chg="mod">
          <ac:chgData name="KACHOUR Maher" userId="09775c39-7739-40bf-ba04-c8ef3ab24a94" providerId="ADAL" clId="{2370CBF8-D1D8-4922-A968-E90E226146FA}" dt="2021-10-14T14:14:18.992" v="72" actId="1076"/>
          <ac:spMkLst>
            <pc:docMk/>
            <pc:sldMk cId="1632906986" sldId="258"/>
            <ac:spMk id="2" creationId="{A4AEDEBA-6FE9-4F23-B02B-9FB71BC17484}"/>
          </ac:spMkLst>
        </pc:spChg>
        <pc:graphicFrameChg chg="mod modGraphic">
          <ac:chgData name="KACHOUR Maher" userId="09775c39-7739-40bf-ba04-c8ef3ab24a94" providerId="ADAL" clId="{2370CBF8-D1D8-4922-A968-E90E226146FA}" dt="2021-10-14T14:21:19.090" v="200" actId="14734"/>
          <ac:graphicFrameMkLst>
            <pc:docMk/>
            <pc:sldMk cId="1632906986" sldId="258"/>
            <ac:graphicFrameMk id="5" creationId="{C5935286-E84C-4A5B-9E95-1C36A0F9B1CD}"/>
          </ac:graphicFrameMkLst>
        </pc:graphicFrameChg>
        <pc:picChg chg="add mod">
          <ac:chgData name="KACHOUR Maher" userId="09775c39-7739-40bf-ba04-c8ef3ab24a94" providerId="ADAL" clId="{2370CBF8-D1D8-4922-A968-E90E226146FA}" dt="2021-10-14T14:21:23.943" v="201" actId="1076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2370CBF8-D1D8-4922-A968-E90E226146FA}" dt="2021-10-14T14:34:58.077" v="263" actId="14734"/>
        <pc:sldMkLst>
          <pc:docMk/>
          <pc:sldMk cId="3342625250" sldId="259"/>
        </pc:sldMkLst>
        <pc:spChg chg="mod">
          <ac:chgData name="KACHOUR Maher" userId="09775c39-7739-40bf-ba04-c8ef3ab24a94" providerId="ADAL" clId="{2370CBF8-D1D8-4922-A968-E90E226146FA}" dt="2021-10-14T14:15:14.332" v="77" actId="1076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34:47.405" v="260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2370CBF8-D1D8-4922-A968-E90E226146FA}" dt="2021-10-14T14:34:58.077" v="263" actId="14734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addSp modSp mod setBg">
        <pc:chgData name="KACHOUR Maher" userId="09775c39-7739-40bf-ba04-c8ef3ab24a94" providerId="ADAL" clId="{2370CBF8-D1D8-4922-A968-E90E226146FA}" dt="2021-10-14T14:48:39.199" v="337" actId="26606"/>
        <pc:sldMkLst>
          <pc:docMk/>
          <pc:sldMk cId="962425727" sldId="260"/>
        </pc:sldMkLst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3" creationId="{86DA4EC6-6600-48BE-AED2-90A0A908CF8F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1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3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5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7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48:39.199" v="337" actId="26606"/>
          <ac:graphicFrameMkLst>
            <pc:docMk/>
            <pc:sldMk cId="962425727" sldId="260"/>
            <ac:graphicFrameMk id="4" creationId="{D8731FE7-289F-4569-8899-DD98785D8C02}"/>
          </ac:graphicFrameMkLst>
        </pc:graphicFrameChg>
        <pc:picChg chg="add mod">
          <ac:chgData name="KACHOUR Maher" userId="09775c39-7739-40bf-ba04-c8ef3ab24a94" providerId="ADAL" clId="{2370CBF8-D1D8-4922-A968-E90E226146FA}" dt="2021-10-14T14:48:39.199" v="337" actId="26606"/>
          <ac:picMkLst>
            <pc:docMk/>
            <pc:sldMk cId="962425727" sldId="260"/>
            <ac:picMk id="6" creationId="{D9442BFA-85B6-46F2-A05F-18E8C23113C9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31:11.788" v="212" actId="1076"/>
        <pc:sldMkLst>
          <pc:docMk/>
          <pc:sldMk cId="925746931" sldId="261"/>
        </pc:sldMkLst>
        <pc:picChg chg="del">
          <ac:chgData name="KACHOUR Maher" userId="09775c39-7739-40bf-ba04-c8ef3ab24a94" providerId="ADAL" clId="{2370CBF8-D1D8-4922-A968-E90E226146FA}" dt="2021-10-14T14:31:00.341" v="204" actId="478"/>
          <ac:picMkLst>
            <pc:docMk/>
            <pc:sldMk cId="925746931" sldId="261"/>
            <ac:picMk id="6" creationId="{C89D6DEA-6D91-456E-968B-68D46AFB39DB}"/>
          </ac:picMkLst>
        </pc:picChg>
        <pc:picChg chg="add mod">
          <ac:chgData name="KACHOUR Maher" userId="09775c39-7739-40bf-ba04-c8ef3ab24a94" providerId="ADAL" clId="{2370CBF8-D1D8-4922-A968-E90E226146FA}" dt="2021-10-14T14:31:11.788" v="212" actId="1076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52:58.120" v="341" actId="26606"/>
        <pc:sldMkLst>
          <pc:docMk/>
          <pc:sldMk cId="4200507792" sldId="262"/>
        </pc:sldMkLst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1" creationId="{385E1BDC-A9B0-4A87-82E3-F3187F69A802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3" creationId="{0990C621-3B8B-4820-8328-D47EF7CE823C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5" creationId="{C1A2385B-1D2A-4E17-84FA-6CB7F0AAE473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7" creationId="{5E791F2F-79DB-4CC0-9FA1-001E3E91E8B7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2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4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6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8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52:58.120" v="341" actId="26606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2370CBF8-D1D8-4922-A968-E90E226146FA}" dt="2021-10-14T14:52:53.431" v="339" actId="478"/>
          <ac:picMkLst>
            <pc:docMk/>
            <pc:sldMk cId="4200507792" sldId="262"/>
            <ac:picMk id="6" creationId="{D9442BFA-85B6-46F2-A05F-18E8C23113C9}"/>
          </ac:picMkLst>
        </pc:picChg>
        <pc:picChg chg="add mod">
          <ac:chgData name="KACHOUR Maher" userId="09775c39-7739-40bf-ba04-c8ef3ab24a94" providerId="ADAL" clId="{2370CBF8-D1D8-4922-A968-E90E226146FA}" dt="2021-10-14T14:52:58.120" v="341" actId="26606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  <pc:docChgLst>
    <pc:chgData name="KACHOUR Maher" userId="09775c39-7739-40bf-ba04-c8ef3ab24a94" providerId="ADAL" clId="{E5A1AE0A-D964-4669-B03E-987D59F22204}"/>
    <pc:docChg chg="modSld">
      <pc:chgData name="KACHOUR Maher" userId="09775c39-7739-40bf-ba04-c8ef3ab24a94" providerId="ADAL" clId="{E5A1AE0A-D964-4669-B03E-987D59F22204}" dt="2021-10-14T10:16:47.651" v="1" actId="20577"/>
      <pc:docMkLst>
        <pc:docMk/>
      </pc:docMkLst>
      <pc:sldChg chg="modSp mod">
        <pc:chgData name="KACHOUR Maher" userId="09775c39-7739-40bf-ba04-c8ef3ab24a94" providerId="ADAL" clId="{E5A1AE0A-D964-4669-B03E-987D59F22204}" dt="2021-10-14T10:16:42.339" v="0" actId="20577"/>
        <pc:sldMkLst>
          <pc:docMk/>
          <pc:sldMk cId="3884457258" sldId="256"/>
        </pc:sldMkLst>
        <pc:spChg chg="mod">
          <ac:chgData name="KACHOUR Maher" userId="09775c39-7739-40bf-ba04-c8ef3ab24a94" providerId="ADAL" clId="{E5A1AE0A-D964-4669-B03E-987D59F22204}" dt="2021-10-14T10:16:42.339" v="0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E5A1AE0A-D964-4669-B03E-987D59F22204}" dt="2021-10-14T10:16:47.651" v="1" actId="20577"/>
        <pc:sldMkLst>
          <pc:docMk/>
          <pc:sldMk cId="3342625250" sldId="259"/>
        </pc:sldMkLst>
        <pc:spChg chg="mod">
          <ac:chgData name="KACHOUR Maher" userId="09775c39-7739-40bf-ba04-c8ef3ab24a94" providerId="ADAL" clId="{E5A1AE0A-D964-4669-B03E-987D59F22204}" dt="2021-10-14T10:16:47.651" v="1" actId="20577"/>
          <ac:spMkLst>
            <pc:docMk/>
            <pc:sldMk cId="3342625250" sldId="259"/>
            <ac:spMk id="3" creationId="{86DA4EC6-6600-48BE-AED2-90A0A908CF8F}"/>
          </ac:spMkLst>
        </pc:spChg>
      </pc:sldChg>
    </pc:docChg>
  </pc:docChgLst>
  <pc:docChgLst>
    <pc:chgData name="KACHOUR Maher" userId="09775c39-7739-40bf-ba04-c8ef3ab24a94" providerId="ADAL" clId="{9DB9D0F6-702B-4124-8092-98911D29BF5A}"/>
    <pc:docChg chg="custSel modSld">
      <pc:chgData name="KACHOUR Maher" userId="09775c39-7739-40bf-ba04-c8ef3ab24a94" providerId="ADAL" clId="{9DB9D0F6-702B-4124-8092-98911D29BF5A}" dt="2021-10-15T11:29:56.723" v="475" actId="14100"/>
      <pc:docMkLst>
        <pc:docMk/>
      </pc:docMkLst>
      <pc:sldChg chg="modSp mod">
        <pc:chgData name="KACHOUR Maher" userId="09775c39-7739-40bf-ba04-c8ef3ab24a94" providerId="ADAL" clId="{9DB9D0F6-702B-4124-8092-98911D29BF5A}" dt="2021-10-15T10:26:13.111" v="128" actId="20577"/>
        <pc:sldMkLst>
          <pc:docMk/>
          <pc:sldMk cId="3884457258" sldId="256"/>
        </pc:sldMkLst>
        <pc:spChg chg="mod">
          <ac:chgData name="KACHOUR Maher" userId="09775c39-7739-40bf-ba04-c8ef3ab24a94" providerId="ADAL" clId="{9DB9D0F6-702B-4124-8092-98911D29BF5A}" dt="2021-10-15T10:25:15.143" v="98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Graphic">
          <ac:chgData name="KACHOUR Maher" userId="09775c39-7739-40bf-ba04-c8ef3ab24a94" providerId="ADAL" clId="{9DB9D0F6-702B-4124-8092-98911D29BF5A}" dt="2021-10-15T10:26:13.111" v="128" actId="20577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4:09.721" v="1" actId="20577"/>
        <pc:sldMkLst>
          <pc:docMk/>
          <pc:sldMk cId="0" sldId="257"/>
        </pc:sldMkLst>
        <pc:spChg chg="mod">
          <ac:chgData name="KACHOUR Maher" userId="09775c39-7739-40bf-ba04-c8ef3ab24a94" providerId="ADAL" clId="{9DB9D0F6-702B-4124-8092-98911D29BF5A}" dt="2021-10-15T10:24:09.721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9DB9D0F6-702B-4124-8092-98911D29BF5A}" dt="2021-10-15T10:38:20.518" v="283" actId="20577"/>
        <pc:sldMkLst>
          <pc:docMk/>
          <pc:sldMk cId="1632906986" sldId="258"/>
        </pc:sldMkLst>
        <pc:spChg chg="mod">
          <ac:chgData name="KACHOUR Maher" userId="09775c39-7739-40bf-ba04-c8ef3ab24a94" providerId="ADAL" clId="{9DB9D0F6-702B-4124-8092-98911D29BF5A}" dt="2021-10-15T10:38:20.518" v="283" actId="20577"/>
          <ac:spMkLst>
            <pc:docMk/>
            <pc:sldMk cId="1632906986" sldId="258"/>
            <ac:spMk id="3" creationId="{CC9FE004-1C6E-4667-8710-CA96506DE21E}"/>
          </ac:spMkLst>
        </pc:spChg>
        <pc:graphicFrameChg chg="modGraphic">
          <ac:chgData name="KACHOUR Maher" userId="09775c39-7739-40bf-ba04-c8ef3ab24a94" providerId="ADAL" clId="{9DB9D0F6-702B-4124-8092-98911D29BF5A}" dt="2021-10-15T10:33:37.819" v="148" actId="2164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7:03.747" v="147" actId="20577"/>
        <pc:sldMkLst>
          <pc:docMk/>
          <pc:sldMk cId="3342625250" sldId="259"/>
        </pc:sldMkLst>
        <pc:spChg chg="mod">
          <ac:chgData name="KACHOUR Maher" userId="09775c39-7739-40bf-ba04-c8ef3ab24a94" providerId="ADAL" clId="{9DB9D0F6-702B-4124-8092-98911D29BF5A}" dt="2021-10-15T10:27:03.747" v="147" actId="20577"/>
          <ac:spMkLst>
            <pc:docMk/>
            <pc:sldMk cId="3342625250" sldId="259"/>
            <ac:spMk id="3" creationId="{86DA4EC6-6600-48BE-AED2-90A0A908CF8F}"/>
          </ac:spMkLst>
        </pc:spChg>
      </pc:sldChg>
      <pc:sldChg chg="addSp delSp modSp mod">
        <pc:chgData name="KACHOUR Maher" userId="09775c39-7739-40bf-ba04-c8ef3ab24a94" providerId="ADAL" clId="{9DB9D0F6-702B-4124-8092-98911D29BF5A}" dt="2021-10-15T11:29:56.723" v="475" actId="14100"/>
        <pc:sldMkLst>
          <pc:docMk/>
          <pc:sldMk cId="4200507792" sldId="262"/>
        </pc:sldMkLst>
        <pc:spChg chg="del mod">
          <ac:chgData name="KACHOUR Maher" userId="09775c39-7739-40bf-ba04-c8ef3ab24a94" providerId="ADAL" clId="{9DB9D0F6-702B-4124-8092-98911D29BF5A}" dt="2021-10-15T10:39:23.679" v="286"/>
          <ac:spMkLst>
            <pc:docMk/>
            <pc:sldMk cId="4200507792" sldId="262"/>
            <ac:spMk id="5" creationId="{D7B24147-55AB-4BC4-B183-ED51FCA4DB97}"/>
          </ac:spMkLst>
        </pc:spChg>
        <pc:spChg chg="add mod">
          <ac:chgData name="KACHOUR Maher" userId="09775c39-7739-40bf-ba04-c8ef3ab24a94" providerId="ADAL" clId="{9DB9D0F6-702B-4124-8092-98911D29BF5A}" dt="2021-10-15T11:29:56.723" v="475" actId="14100"/>
          <ac:spMkLst>
            <pc:docMk/>
            <pc:sldMk cId="4200507792" sldId="262"/>
            <ac:spMk id="6" creationId="{B9F24573-B8C6-4491-AFA0-36142DDC64B5}"/>
          </ac:spMkLst>
        </pc:spChg>
        <pc:graphicFrameChg chg="del">
          <ac:chgData name="KACHOUR Maher" userId="09775c39-7739-40bf-ba04-c8ef3ab24a94" providerId="ADAL" clId="{9DB9D0F6-702B-4124-8092-98911D29BF5A}" dt="2021-10-15T11:19:57.953" v="287" actId="478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graphicFrameChg chg="add mod modGraphic">
          <ac:chgData name="KACHOUR Maher" userId="09775c39-7739-40bf-ba04-c8ef3ab24a94" providerId="ADAL" clId="{9DB9D0F6-702B-4124-8092-98911D29BF5A}" dt="2021-10-15T11:22:36.354" v="343" actId="1473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</pc:docChg>
  </pc:docChgLst>
  <pc:docChgLst>
    <pc:chgData name="KACHOUR Maher" userId="09775c39-7739-40bf-ba04-c8ef3ab24a94" providerId="ADAL" clId="{A485481B-7CFB-49EC-B580-AB3492269FCD}"/>
    <pc:docChg chg="undo custSel delSld modSld">
      <pc:chgData name="KACHOUR Maher" userId="09775c39-7739-40bf-ba04-c8ef3ab24a94" providerId="ADAL" clId="{A485481B-7CFB-49EC-B580-AB3492269FCD}" dt="2021-10-14T16:21:46.485" v="467" actId="255"/>
      <pc:docMkLst>
        <pc:docMk/>
      </pc:docMkLst>
      <pc:sldChg chg="modSp mod">
        <pc:chgData name="KACHOUR Maher" userId="09775c39-7739-40bf-ba04-c8ef3ab24a94" providerId="ADAL" clId="{A485481B-7CFB-49EC-B580-AB3492269FCD}" dt="2021-10-14T16:21:46.485" v="467" actId="255"/>
        <pc:sldMkLst>
          <pc:docMk/>
          <pc:sldMk cId="3884457258" sldId="256"/>
        </pc:sldMkLst>
        <pc:spChg chg="mod">
          <ac:chgData name="KACHOUR Maher" userId="09775c39-7739-40bf-ba04-c8ef3ab24a94" providerId="ADAL" clId="{A485481B-7CFB-49EC-B580-AB3492269FCD}" dt="2021-10-14T16:21:46.485" v="467" actId="255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A485481B-7CFB-49EC-B580-AB3492269FCD}" dt="2021-10-14T15:39:01.978" v="1" actId="20577"/>
        <pc:sldMkLst>
          <pc:docMk/>
          <pc:sldMk cId="0" sldId="257"/>
        </pc:sldMkLst>
        <pc:spChg chg="mod">
          <ac:chgData name="KACHOUR Maher" userId="09775c39-7739-40bf-ba04-c8ef3ab24a94" providerId="ADAL" clId="{A485481B-7CFB-49EC-B580-AB3492269FCD}" dt="2021-10-14T15:39:01.978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KACHOUR Maher" userId="09775c39-7739-40bf-ba04-c8ef3ab24a94" providerId="ADAL" clId="{A485481B-7CFB-49EC-B580-AB3492269FCD}" dt="2021-10-14T15:47:29.387" v="241" actId="20577"/>
        <pc:sldMkLst>
          <pc:docMk/>
          <pc:sldMk cId="1632906986" sldId="258"/>
        </pc:sldMkLst>
        <pc:spChg chg="add mod">
          <ac:chgData name="KACHOUR Maher" userId="09775c39-7739-40bf-ba04-c8ef3ab24a94" providerId="ADAL" clId="{A485481B-7CFB-49EC-B580-AB3492269FCD}" dt="2021-10-14T15:47:29.387" v="241" actId="20577"/>
          <ac:spMkLst>
            <pc:docMk/>
            <pc:sldMk cId="1632906986" sldId="258"/>
            <ac:spMk id="3" creationId="{CC9FE004-1C6E-4667-8710-CA96506DE21E}"/>
          </ac:spMkLst>
        </pc:spChg>
        <pc:picChg chg="del">
          <ac:chgData name="KACHOUR Maher" userId="09775c39-7739-40bf-ba04-c8ef3ab24a94" providerId="ADAL" clId="{A485481B-7CFB-49EC-B580-AB3492269FCD}" dt="2021-10-14T15:39:42.963" v="49" actId="478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A485481B-7CFB-49EC-B580-AB3492269FCD}" dt="2021-10-14T16:21:33.183" v="465" actId="5793"/>
        <pc:sldMkLst>
          <pc:docMk/>
          <pc:sldMk cId="3342625250" sldId="259"/>
        </pc:sldMkLst>
        <pc:spChg chg="mod">
          <ac:chgData name="KACHOUR Maher" userId="09775c39-7739-40bf-ba04-c8ef3ab24a94" providerId="ADAL" clId="{A485481B-7CFB-49EC-B580-AB3492269FCD}" dt="2021-10-14T16:21:33.183" v="465" actId="5793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A485481B-7CFB-49EC-B580-AB3492269FCD}" dt="2021-10-14T16:21:29.049" v="464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del">
        <pc:chgData name="KACHOUR Maher" userId="09775c39-7739-40bf-ba04-c8ef3ab24a94" providerId="ADAL" clId="{A485481B-7CFB-49EC-B580-AB3492269FCD}" dt="2021-10-14T15:47:59.547" v="243" actId="47"/>
        <pc:sldMkLst>
          <pc:docMk/>
          <pc:sldMk cId="962425727" sldId="260"/>
        </pc:sldMkLst>
      </pc:sldChg>
      <pc:sldChg chg="delSp del mod">
        <pc:chgData name="KACHOUR Maher" userId="09775c39-7739-40bf-ba04-c8ef3ab24a94" providerId="ADAL" clId="{A485481B-7CFB-49EC-B580-AB3492269FCD}" dt="2021-10-14T15:47:34.163" v="242" actId="47"/>
        <pc:sldMkLst>
          <pc:docMk/>
          <pc:sldMk cId="925746931" sldId="261"/>
        </pc:sldMkLst>
        <pc:graphicFrameChg chg="del">
          <ac:chgData name="KACHOUR Maher" userId="09775c39-7739-40bf-ba04-c8ef3ab24a94" providerId="ADAL" clId="{A485481B-7CFB-49EC-B580-AB3492269FCD}" dt="2021-10-14T15:39:50.801" v="50" actId="478"/>
          <ac:graphicFrameMkLst>
            <pc:docMk/>
            <pc:sldMk cId="925746931" sldId="261"/>
            <ac:graphicFrameMk id="5" creationId="{C5935286-E84C-4A5B-9E95-1C36A0F9B1CD}"/>
          </ac:graphicFrameMkLst>
        </pc:graphicFrameChg>
        <pc:picChg chg="del">
          <ac:chgData name="KACHOUR Maher" userId="09775c39-7739-40bf-ba04-c8ef3ab24a94" providerId="ADAL" clId="{A485481B-7CFB-49EC-B580-AB3492269FCD}" dt="2021-10-14T15:39:53.045" v="51" actId="478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mod">
        <pc:chgData name="KACHOUR Maher" userId="09775c39-7739-40bf-ba04-c8ef3ab24a94" providerId="ADAL" clId="{A485481B-7CFB-49EC-B580-AB3492269FCD}" dt="2021-10-14T16:20:16.665" v="458" actId="2711"/>
        <pc:sldMkLst>
          <pc:docMk/>
          <pc:sldMk cId="4200507792" sldId="262"/>
        </pc:sldMkLst>
        <pc:spChg chg="add mod">
          <ac:chgData name="KACHOUR Maher" userId="09775c39-7739-40bf-ba04-c8ef3ab24a94" providerId="ADAL" clId="{A485481B-7CFB-49EC-B580-AB3492269FCD}" dt="2021-10-14T16:20:16.665" v="458" actId="2711"/>
          <ac:spMkLst>
            <pc:docMk/>
            <pc:sldMk cId="4200507792" sldId="262"/>
            <ac:spMk id="5" creationId="{D7B24147-55AB-4BC4-B183-ED51FCA4DB97}"/>
          </ac:spMkLst>
        </pc:spChg>
        <pc:graphicFrameChg chg="mod modGraphic">
          <ac:chgData name="KACHOUR Maher" userId="09775c39-7739-40bf-ba04-c8ef3ab24a94" providerId="ADAL" clId="{A485481B-7CFB-49EC-B580-AB3492269FCD}" dt="2021-10-14T16:04:52.105" v="376" actId="20577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A485481B-7CFB-49EC-B580-AB3492269FCD}" dt="2021-10-14T15:48:05.667" v="244" actId="478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8001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Séance 6 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7325" y="25698"/>
            <a:ext cx="9144000" cy="1230312"/>
          </a:xfrm>
        </p:spPr>
        <p:txBody>
          <a:bodyPr/>
          <a:lstStyle/>
          <a:p>
            <a:r>
              <a:rPr lang="fr-FR" dirty="0"/>
              <a:t>Exercice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438150" y="1438275"/>
            <a:ext cx="1003935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Nous avons étudié la température matinale (i.e. mesurée entre 7h et 7h 30) sur 200 jours choisis au hasard parmi les périodes d’hiver observées durant 20 dernières années. </a:t>
            </a:r>
          </a:p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Les données sont représentées dans le tableau suivant :</a:t>
            </a: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Calculer le(s) mode associé(s) aux données</a:t>
            </a:r>
          </a:p>
          <a:p>
            <a:pPr marL="285750" indent="-285750">
              <a:buFontTx/>
              <a:buChar char="-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Calculer la température matinale moyenne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8D618231-F795-4672-A643-43223F39D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615291"/>
              </p:ext>
            </p:extLst>
          </p:nvPr>
        </p:nvGraphicFramePr>
        <p:xfrm>
          <a:off x="4337050" y="2743200"/>
          <a:ext cx="371157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100">
                  <a:extLst>
                    <a:ext uri="{9D8B030D-6E8A-4147-A177-3AD203B41FA5}">
                      <a16:colId xmlns:a16="http://schemas.microsoft.com/office/drawing/2014/main" val="3196339109"/>
                    </a:ext>
                  </a:extLst>
                </a:gridCol>
                <a:gridCol w="2276475">
                  <a:extLst>
                    <a:ext uri="{9D8B030D-6E8A-4147-A177-3AD203B41FA5}">
                      <a16:colId xmlns:a16="http://schemas.microsoft.com/office/drawing/2014/main" val="623701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Température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Fréquence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406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273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744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472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163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687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4676"/>
            <a:ext cx="9144000" cy="1230312"/>
          </a:xfrm>
        </p:spPr>
        <p:txBody>
          <a:bodyPr/>
          <a:lstStyle/>
          <a:p>
            <a:r>
              <a:rPr lang="fr-FR" dirty="0"/>
              <a:t>Exercice 1 - Solution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1123950" y="2552700"/>
            <a:ext cx="10039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C5935286-E84C-4A5B-9E95-1C36A0F9B1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536769"/>
                  </p:ext>
                </p:extLst>
              </p:nvPr>
            </p:nvGraphicFramePr>
            <p:xfrm>
              <a:off x="180975" y="1849754"/>
              <a:ext cx="4218708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654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804873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857291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337115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Température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C5935286-E84C-4A5B-9E95-1C36A0F9B1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536769"/>
                  </p:ext>
                </p:extLst>
              </p:nvPr>
            </p:nvGraphicFramePr>
            <p:xfrm>
              <a:off x="180975" y="1849754"/>
              <a:ext cx="4218708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654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804873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857291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Température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92199" t="-8333" r="-2837" b="-6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/>
              <p:nvPr/>
            </p:nvSpPr>
            <p:spPr>
              <a:xfrm>
                <a:off x="5342658" y="2206584"/>
                <a:ext cx="5953992" cy="17207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𝑜𝑑𝑒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fr-FR" b="0" dirty="0"/>
              </a:p>
              <a:p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×40+0×34+2 ×86+3 ×20+7×20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200</m:t>
                          </m:r>
                        </m:den>
                      </m:f>
                    </m:oMath>
                  </m:oMathPara>
                </a14:m>
                <a:endParaRPr lang="fr-FR" dirty="0"/>
              </a:p>
              <a:p>
                <a:r>
                  <a:rPr lang="fr-FR" dirty="0"/>
                  <a:t>   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=−1 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×0.2+0×0.17+2×0.43+3×0.1+7×0.1</m:t>
                    </m:r>
                  </m:oMath>
                </a14:m>
                <a:endParaRPr lang="fr-FR" dirty="0"/>
              </a:p>
              <a:p>
                <a:r>
                  <a:rPr lang="fr-FR" dirty="0"/>
                  <a:t>    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=1.66</m:t>
                    </m:r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2658" y="2206584"/>
                <a:ext cx="5953992" cy="17207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2906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153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Exercice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716"/>
            <a:ext cx="10515600" cy="484203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sz="2300" dirty="0">
                <a:latin typeface="Cambria" panose="02040503050406030204" pitchFamily="18" charset="0"/>
                <a:ea typeface="Cambria" panose="02040503050406030204" pitchFamily="18" charset="0"/>
              </a:rPr>
              <a:t>Nous avons étudié la vitesse matinale (i.e. mesurée (en Km/h) entre 7h et 7h 30) du vent sur 240 jours choisis au hasard parmi les périodes d’hiver observées durant 20 dernières années. </a:t>
            </a:r>
          </a:p>
          <a:p>
            <a:pPr marL="0" indent="0">
              <a:buNone/>
            </a:pPr>
            <a:r>
              <a:rPr lang="fr-FR" sz="2300" dirty="0">
                <a:latin typeface="Cambria" panose="02040503050406030204" pitchFamily="18" charset="0"/>
                <a:ea typeface="Cambria" panose="02040503050406030204" pitchFamily="18" charset="0"/>
              </a:rPr>
              <a:t>Les données sont représentées dans le tableau suivant :</a:t>
            </a: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Calculer le(s) mode associé(s) aux données</a:t>
            </a:r>
          </a:p>
          <a:p>
            <a:pPr marL="285750" indent="-285750">
              <a:buFontTx/>
              <a:buChar char="-"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Calculer la vitesse matinale moyenne du vent</a:t>
            </a:r>
          </a:p>
          <a:p>
            <a:pPr marL="0" indent="0">
              <a:buNone/>
            </a:pPr>
            <a:endParaRPr lang="fr-FR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8731FE7-289F-4569-8899-DD98785D8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753735"/>
              </p:ext>
            </p:extLst>
          </p:nvPr>
        </p:nvGraphicFramePr>
        <p:xfrm>
          <a:off x="5103283" y="3093244"/>
          <a:ext cx="361209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744">
                  <a:extLst>
                    <a:ext uri="{9D8B030D-6E8A-4147-A177-3AD203B41FA5}">
                      <a16:colId xmlns:a16="http://schemas.microsoft.com/office/drawing/2014/main" val="2512171411"/>
                    </a:ext>
                  </a:extLst>
                </a:gridCol>
                <a:gridCol w="1981348">
                  <a:extLst>
                    <a:ext uri="{9D8B030D-6E8A-4147-A177-3AD203B41FA5}">
                      <a16:colId xmlns:a16="http://schemas.microsoft.com/office/drawing/2014/main" val="1743361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Vitesse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Nombre de jours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465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[0 ; 10[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244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 ; 30[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40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[30 ; 70[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413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[70 ; 100[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259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[100 ; 150[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789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625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fr-FR" sz="3200"/>
              <a:t>Exercice 2 - Solution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sz="180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au 9">
                <a:extLst>
                  <a:ext uri="{FF2B5EF4-FFF2-40B4-BE49-F238E27FC236}">
                    <a16:creationId xmlns:a16="http://schemas.microsoft.com/office/drawing/2014/main" id="{096B941A-D693-4148-80B8-A45B24E4FA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5857836"/>
                  </p:ext>
                </p:extLst>
              </p:nvPr>
            </p:nvGraphicFramePr>
            <p:xfrm>
              <a:off x="236131" y="2776766"/>
              <a:ext cx="4602569" cy="34470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325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749194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933450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  <a:gridCol w="714375">
                      <a:extLst>
                        <a:ext uri="{9D8B030D-6E8A-4147-A177-3AD203B41FA5}">
                          <a16:colId xmlns:a16="http://schemas.microsoft.com/office/drawing/2014/main" val="3509455883"/>
                        </a:ext>
                      </a:extLst>
                    </a:gridCol>
                    <a:gridCol w="657225">
                      <a:extLst>
                        <a:ext uri="{9D8B030D-6E8A-4147-A177-3AD203B41FA5}">
                          <a16:colId xmlns:a16="http://schemas.microsoft.com/office/drawing/2014/main" val="3214901987"/>
                        </a:ext>
                      </a:extLst>
                    </a:gridCol>
                  </a:tblGrid>
                  <a:tr h="498087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Vitesse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b="1" dirty="0"/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dirty="0"/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b="1"/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𝒉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b="1"/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[0 ; 10[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4.2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[10 ; 30[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2.4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[30 ; 70[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2.25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[70 ; 100[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85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30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0.8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[100 ; 150[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125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36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0.72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 b="1"/>
                            <a:t>Total 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240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1800"/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1800" dirty="0"/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au 9">
                <a:extLst>
                  <a:ext uri="{FF2B5EF4-FFF2-40B4-BE49-F238E27FC236}">
                    <a16:creationId xmlns:a16="http://schemas.microsoft.com/office/drawing/2014/main" id="{096B941A-D693-4148-80B8-A45B24E4FA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5857836"/>
                  </p:ext>
                </p:extLst>
              </p:nvPr>
            </p:nvGraphicFramePr>
            <p:xfrm>
              <a:off x="236131" y="2776766"/>
              <a:ext cx="4602569" cy="34470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325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749194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933450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  <a:gridCol w="714375">
                      <a:extLst>
                        <a:ext uri="{9D8B030D-6E8A-4147-A177-3AD203B41FA5}">
                          <a16:colId xmlns:a16="http://schemas.microsoft.com/office/drawing/2014/main" val="3509455883"/>
                        </a:ext>
                      </a:extLst>
                    </a:gridCol>
                    <a:gridCol w="657225">
                      <a:extLst>
                        <a:ext uri="{9D8B030D-6E8A-4147-A177-3AD203B41FA5}">
                          <a16:colId xmlns:a16="http://schemas.microsoft.com/office/drawing/2014/main" val="3214901987"/>
                        </a:ext>
                      </a:extLst>
                    </a:gridCol>
                  </a:tblGrid>
                  <a:tr h="498087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Vitesse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703" marR="111703" marT="55851" marB="55851">
                        <a:blipFill>
                          <a:blip r:embed="rId2"/>
                          <a:stretch>
                            <a:fillRect l="-207317" t="-6098" r="-311382" b="-5939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703" marR="111703" marT="55851" marB="55851">
                        <a:blipFill>
                          <a:blip r:embed="rId2"/>
                          <a:stretch>
                            <a:fillRect l="-245455" t="-6098" r="-148701" b="-5939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703" marR="111703" marT="55851" marB="55851">
                        <a:blipFill>
                          <a:blip r:embed="rId2"/>
                          <a:stretch>
                            <a:fillRect l="-454701" t="-6098" r="-95726" b="-5939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703" marR="111703" marT="55851" marB="55851">
                        <a:blipFill>
                          <a:blip r:embed="rId2"/>
                          <a:stretch>
                            <a:fillRect l="-600926" t="-6098" r="-3704" b="-5939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[0 ; 10[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4.2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[10 ; 30[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2.4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[30 ; 70[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2.25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[70 ; 100[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85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30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0.8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[100 ; 150[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125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36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0.72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 b="1"/>
                            <a:t>Total 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240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1800"/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1800" dirty="0"/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B9F24573-B8C6-4491-AFA0-36142DDC64B5}"/>
                  </a:ext>
                </a:extLst>
              </p:cNvPr>
              <p:cNvSpPr txBox="1"/>
              <p:nvPr/>
            </p:nvSpPr>
            <p:spPr>
              <a:xfrm>
                <a:off x="5074831" y="3028950"/>
                <a:ext cx="6881038" cy="17490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𝑀𝑜𝑑𝑒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∈[0 ;10[</m:t>
                      </m:r>
                    </m:oMath>
                  </m:oMathPara>
                </a14:m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𝑀𝑜𝑑𝑒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=0+10×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(4.2 −0)</m:t>
                          </m:r>
                        </m:num>
                        <m:den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4.2 −0</m:t>
                              </m:r>
                            </m:e>
                          </m:d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+(4.2 −2.4)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fr-FR" b="0" dirty="0">
                  <a:ea typeface="Cambria Math" panose="02040503050406030204" pitchFamily="18" charset="0"/>
                </a:endParaRPr>
              </a:p>
              <a:p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×42+20×48+50×90+85×24+125×36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240</m:t>
                          </m:r>
                        </m:den>
                      </m:f>
                      <m:r>
                        <a:rPr lang="fr-FR" i="1">
                          <a:latin typeface="Cambria Math" panose="02040503050406030204" pitchFamily="18" charset="0"/>
                        </a:rPr>
                        <m:t>=50.875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B9F24573-B8C6-4491-AFA0-36142DDC6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831" y="3028950"/>
                <a:ext cx="6881038" cy="17490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050779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357</Words>
  <Application>Microsoft Office PowerPoint</Application>
  <PresentationFormat>Grand écran</PresentationFormat>
  <Paragraphs>124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Cambria</vt:lpstr>
      <vt:lpstr>Cambria Math</vt:lpstr>
      <vt:lpstr>Thème Office</vt:lpstr>
      <vt:lpstr>Data Description </vt:lpstr>
      <vt:lpstr>Exercice 1</vt:lpstr>
      <vt:lpstr>Exercice 1 - Solution</vt:lpstr>
      <vt:lpstr>Exercice 2</vt:lpstr>
      <vt:lpstr>Exercice 2 - 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</dc:title>
  <dc:creator>KACHOUR Maher</dc:creator>
  <cp:lastModifiedBy>Maher KACHOUR</cp:lastModifiedBy>
  <cp:revision>2</cp:revision>
  <dcterms:created xsi:type="dcterms:W3CDTF">2021-10-14T08:08:29Z</dcterms:created>
  <dcterms:modified xsi:type="dcterms:W3CDTF">2023-04-04T07:14:39Z</dcterms:modified>
</cp:coreProperties>
</file>