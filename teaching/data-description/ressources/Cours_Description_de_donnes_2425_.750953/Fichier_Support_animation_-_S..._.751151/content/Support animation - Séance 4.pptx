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2" r:id="rId6"/>
    <p:sldId id="283" r:id="rId7"/>
    <p:sldId id="293" r:id="rId8"/>
    <p:sldId id="294" r:id="rId9"/>
    <p:sldId id="295" r:id="rId10"/>
    <p:sldId id="304" r:id="rId11"/>
    <p:sldId id="296" r:id="rId12"/>
    <p:sldId id="305" r:id="rId13"/>
    <p:sldId id="306" r:id="rId14"/>
    <p:sldId id="299" r:id="rId15"/>
    <p:sldId id="300" r:id="rId16"/>
    <p:sldId id="298" r:id="rId17"/>
    <p:sldId id="297" r:id="rId18"/>
    <p:sldId id="301" r:id="rId19"/>
    <p:sldId id="307" r:id="rId20"/>
    <p:sldId id="302" r:id="rId21"/>
    <p:sldId id="303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BED83-8A6D-4E29-9846-029E652ACC14}" v="2" dt="2021-10-14T15:21:5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F9FBED83-8A6D-4E29-9846-029E652ACC14}"/>
    <pc:docChg chg="undo custSel addSld modSld">
      <pc:chgData name="KACHOUR Maher" userId="09775c39-7739-40bf-ba04-c8ef3ab24a94" providerId="ADAL" clId="{F9FBED83-8A6D-4E29-9846-029E652ACC14}" dt="2021-10-14T15:28:56.695" v="194" actId="1076"/>
      <pc:docMkLst>
        <pc:docMk/>
      </pc:docMkLst>
      <pc:sldChg chg="addSp delSp modSp mod">
        <pc:chgData name="KACHOUR Maher" userId="09775c39-7739-40bf-ba04-c8ef3ab24a94" providerId="ADAL" clId="{F9FBED83-8A6D-4E29-9846-029E652ACC14}" dt="2021-10-14T15:17:27.365" v="107" actId="478"/>
        <pc:sldMkLst>
          <pc:docMk/>
          <pc:sldMk cId="162450746" sldId="295"/>
        </pc:sldMkLst>
        <pc:spChg chg="mod">
          <ac:chgData name="KACHOUR Maher" userId="09775c39-7739-40bf-ba04-c8ef3ab24a94" providerId="ADAL" clId="{F9FBED83-8A6D-4E29-9846-029E652ACC14}" dt="2021-10-14T15:13:13.759" v="100" actId="20577"/>
          <ac:spMkLst>
            <pc:docMk/>
            <pc:sldMk cId="162450746" sldId="295"/>
            <ac:spMk id="3" creationId="{63461B6D-BA36-413D-9F6C-B467BA334FDF}"/>
          </ac:spMkLst>
        </pc:spChg>
        <pc:picChg chg="add del mod">
          <ac:chgData name="KACHOUR Maher" userId="09775c39-7739-40bf-ba04-c8ef3ab24a94" providerId="ADAL" clId="{F9FBED83-8A6D-4E29-9846-029E652ACC14}" dt="2021-10-14T15:17:27.365" v="107" actId="478"/>
          <ac:picMkLst>
            <pc:docMk/>
            <pc:sldMk cId="162450746" sldId="295"/>
            <ac:picMk id="5" creationId="{65493C98-9525-414B-AA5E-6A47F458DEAA}"/>
          </ac:picMkLst>
        </pc:picChg>
        <pc:picChg chg="add mod">
          <ac:chgData name="KACHOUR Maher" userId="09775c39-7739-40bf-ba04-c8ef3ab24a94" providerId="ADAL" clId="{F9FBED83-8A6D-4E29-9846-029E652ACC14}" dt="2021-10-14T15:17:02.441" v="104" actId="1076"/>
          <ac:picMkLst>
            <pc:docMk/>
            <pc:sldMk cId="162450746" sldId="295"/>
            <ac:picMk id="6" creationId="{CDDAAC98-F3A8-46E5-B1B3-201AE1C3CB55}"/>
          </ac:picMkLst>
        </pc:picChg>
        <pc:picChg chg="del">
          <ac:chgData name="KACHOUR Maher" userId="09775c39-7739-40bf-ba04-c8ef3ab24a94" providerId="ADAL" clId="{F9FBED83-8A6D-4E29-9846-029E652ACC14}" dt="2021-10-14T15:11:25.585" v="15" actId="478"/>
          <ac:picMkLst>
            <pc:docMk/>
            <pc:sldMk cId="162450746" sldId="295"/>
            <ac:picMk id="7" creationId="{CE1E8543-F335-45D2-A12C-829280E79098}"/>
          </ac:picMkLst>
        </pc:picChg>
      </pc:sldChg>
      <pc:sldChg chg="addSp delSp modSp mod">
        <pc:chgData name="KACHOUR Maher" userId="09775c39-7739-40bf-ba04-c8ef3ab24a94" providerId="ADAL" clId="{F9FBED83-8A6D-4E29-9846-029E652ACC14}" dt="2021-10-14T15:27:31.187" v="184" actId="20577"/>
        <pc:sldMkLst>
          <pc:docMk/>
          <pc:sldMk cId="4230637915" sldId="296"/>
        </pc:sldMkLst>
        <pc:spChg chg="mod">
          <ac:chgData name="KACHOUR Maher" userId="09775c39-7739-40bf-ba04-c8ef3ab24a94" providerId="ADAL" clId="{F9FBED83-8A6D-4E29-9846-029E652ACC14}" dt="2021-10-14T15:27:31.187" v="184" actId="20577"/>
          <ac:spMkLst>
            <pc:docMk/>
            <pc:sldMk cId="4230637915" sldId="296"/>
            <ac:spMk id="3" creationId="{C80DDF4C-28B2-4CE1-8156-6C6941DB8D01}"/>
          </ac:spMkLst>
        </pc:spChg>
        <pc:picChg chg="del mod">
          <ac:chgData name="KACHOUR Maher" userId="09775c39-7739-40bf-ba04-c8ef3ab24a94" providerId="ADAL" clId="{F9FBED83-8A6D-4E29-9846-029E652ACC14}" dt="2021-10-14T15:24:08.803" v="181" actId="478"/>
          <ac:picMkLst>
            <pc:docMk/>
            <pc:sldMk cId="4230637915" sldId="296"/>
            <ac:picMk id="5" creationId="{F560FF3D-720F-4059-91F0-B792B22A96B5}"/>
          </ac:picMkLst>
        </pc:picChg>
        <pc:picChg chg="add mod">
          <ac:chgData name="KACHOUR Maher" userId="09775c39-7739-40bf-ba04-c8ef3ab24a94" providerId="ADAL" clId="{F9FBED83-8A6D-4E29-9846-029E652ACC14}" dt="2021-10-14T15:24:12.586" v="183" actId="1076"/>
          <ac:picMkLst>
            <pc:docMk/>
            <pc:sldMk cId="4230637915" sldId="296"/>
            <ac:picMk id="6" creationId="{1E303293-B481-490F-8968-DB3C23C95AFF}"/>
          </ac:picMkLst>
        </pc:picChg>
        <pc:picChg chg="del">
          <ac:chgData name="KACHOUR Maher" userId="09775c39-7739-40bf-ba04-c8ef3ab24a94" providerId="ADAL" clId="{F9FBED83-8A6D-4E29-9846-029E652ACC14}" dt="2021-10-14T15:22:06.507" v="126" actId="478"/>
          <ac:picMkLst>
            <pc:docMk/>
            <pc:sldMk cId="4230637915" sldId="296"/>
            <ac:picMk id="7" creationId="{6D8C2BCB-0BDA-4736-92B2-7BDF2CA9D48C}"/>
          </ac:picMkLst>
        </pc:picChg>
        <pc:picChg chg="del">
          <ac:chgData name="KACHOUR Maher" userId="09775c39-7739-40bf-ba04-c8ef3ab24a94" providerId="ADAL" clId="{F9FBED83-8A6D-4E29-9846-029E652ACC14}" dt="2021-10-14T15:22:08.948" v="127" actId="478"/>
          <ac:picMkLst>
            <pc:docMk/>
            <pc:sldMk cId="4230637915" sldId="296"/>
            <ac:picMk id="9" creationId="{159D3E4C-B5F9-43CF-BFDA-1A4A69CDD69F}"/>
          </ac:picMkLst>
        </pc:picChg>
      </pc:sldChg>
      <pc:sldChg chg="delSp modSp mod">
        <pc:chgData name="KACHOUR Maher" userId="09775c39-7739-40bf-ba04-c8ef3ab24a94" providerId="ADAL" clId="{F9FBED83-8A6D-4E29-9846-029E652ACC14}" dt="2021-10-14T15:28:56.695" v="194" actId="1076"/>
        <pc:sldMkLst>
          <pc:docMk/>
          <pc:sldMk cId="1919202102" sldId="301"/>
        </pc:sldMkLst>
        <pc:picChg chg="mod">
          <ac:chgData name="KACHOUR Maher" userId="09775c39-7739-40bf-ba04-c8ef3ab24a94" providerId="ADAL" clId="{F9FBED83-8A6D-4E29-9846-029E652ACC14}" dt="2021-10-14T15:28:56.695" v="194" actId="1076"/>
          <ac:picMkLst>
            <pc:docMk/>
            <pc:sldMk cId="1919202102" sldId="301"/>
            <ac:picMk id="5" creationId="{87D1A6C2-D748-442D-859E-DB0C18C75ECD}"/>
          </ac:picMkLst>
        </pc:picChg>
        <pc:picChg chg="del">
          <ac:chgData name="KACHOUR Maher" userId="09775c39-7739-40bf-ba04-c8ef3ab24a94" providerId="ADAL" clId="{F9FBED83-8A6D-4E29-9846-029E652ACC14}" dt="2021-10-14T15:28:50.875" v="192" actId="478"/>
          <ac:picMkLst>
            <pc:docMk/>
            <pc:sldMk cId="1919202102" sldId="301"/>
            <ac:picMk id="7" creationId="{2129403B-3CCF-4F7D-B8E3-7A7018411724}"/>
          </ac:picMkLst>
        </pc:picChg>
      </pc:sldChg>
      <pc:sldChg chg="addSp delSp modSp add mod">
        <pc:chgData name="KACHOUR Maher" userId="09775c39-7739-40bf-ba04-c8ef3ab24a94" providerId="ADAL" clId="{F9FBED83-8A6D-4E29-9846-029E652ACC14}" dt="2021-10-14T15:17:40.926" v="109" actId="1076"/>
        <pc:sldMkLst>
          <pc:docMk/>
          <pc:sldMk cId="3582832758" sldId="304"/>
        </pc:sldMkLst>
        <pc:spChg chg="mod">
          <ac:chgData name="KACHOUR Maher" userId="09775c39-7739-40bf-ba04-c8ef3ab24a94" providerId="ADAL" clId="{F9FBED83-8A6D-4E29-9846-029E652ACC14}" dt="2021-10-14T15:12:37.695" v="84" actId="20577"/>
          <ac:spMkLst>
            <pc:docMk/>
            <pc:sldMk cId="3582832758" sldId="304"/>
            <ac:spMk id="3" creationId="{63461B6D-BA36-413D-9F6C-B467BA334FDF}"/>
          </ac:spMkLst>
        </pc:spChg>
        <pc:picChg chg="del">
          <ac:chgData name="KACHOUR Maher" userId="09775c39-7739-40bf-ba04-c8ef3ab24a94" providerId="ADAL" clId="{F9FBED83-8A6D-4E29-9846-029E652ACC14}" dt="2021-10-14T15:12:18.218" v="72" actId="478"/>
          <ac:picMkLst>
            <pc:docMk/>
            <pc:sldMk cId="3582832758" sldId="304"/>
            <ac:picMk id="5" creationId="{65493C98-9525-414B-AA5E-6A47F458DEAA}"/>
          </ac:picMkLst>
        </pc:picChg>
        <pc:picChg chg="add mod">
          <ac:chgData name="KACHOUR Maher" userId="09775c39-7739-40bf-ba04-c8ef3ab24a94" providerId="ADAL" clId="{F9FBED83-8A6D-4E29-9846-029E652ACC14}" dt="2021-10-14T15:17:40.926" v="109" actId="1076"/>
          <ac:picMkLst>
            <pc:docMk/>
            <pc:sldMk cId="3582832758" sldId="304"/>
            <ac:picMk id="6" creationId="{3ECE3ABF-8F87-47DB-880F-376A0413B2F1}"/>
          </ac:picMkLst>
        </pc:picChg>
        <pc:picChg chg="mod">
          <ac:chgData name="KACHOUR Maher" userId="09775c39-7739-40bf-ba04-c8ef3ab24a94" providerId="ADAL" clId="{F9FBED83-8A6D-4E29-9846-029E652ACC14}" dt="2021-10-14T15:12:33.629" v="83" actId="1076"/>
          <ac:picMkLst>
            <pc:docMk/>
            <pc:sldMk cId="3582832758" sldId="304"/>
            <ac:picMk id="7" creationId="{CE1E8543-F335-45D2-A12C-829280E79098}"/>
          </ac:picMkLst>
        </pc:picChg>
      </pc:sldChg>
      <pc:sldChg chg="delSp modSp add mod">
        <pc:chgData name="KACHOUR Maher" userId="09775c39-7739-40bf-ba04-c8ef3ab24a94" providerId="ADAL" clId="{F9FBED83-8A6D-4E29-9846-029E652ACC14}" dt="2021-10-14T15:21:43.084" v="120" actId="1076"/>
        <pc:sldMkLst>
          <pc:docMk/>
          <pc:sldMk cId="877684388" sldId="305"/>
        </pc:sldMkLst>
        <pc:spChg chg="mod">
          <ac:chgData name="KACHOUR Maher" userId="09775c39-7739-40bf-ba04-c8ef3ab24a94" providerId="ADAL" clId="{F9FBED83-8A6D-4E29-9846-029E652ACC14}" dt="2021-10-14T15:21:33.686" v="118" actId="20577"/>
          <ac:spMkLst>
            <pc:docMk/>
            <pc:sldMk cId="877684388" sldId="305"/>
            <ac:spMk id="3" creationId="{C80DDF4C-28B2-4CE1-8156-6C6941DB8D01}"/>
          </ac:spMkLst>
        </pc:spChg>
        <pc:picChg chg="mod">
          <ac:chgData name="KACHOUR Maher" userId="09775c39-7739-40bf-ba04-c8ef3ab24a94" providerId="ADAL" clId="{F9FBED83-8A6D-4E29-9846-029E652ACC14}" dt="2021-10-14T15:21:43.084" v="120" actId="1076"/>
          <ac:picMkLst>
            <pc:docMk/>
            <pc:sldMk cId="877684388" sldId="305"/>
            <ac:picMk id="7" creationId="{6D8C2BCB-0BDA-4736-92B2-7BDF2CA9D48C}"/>
          </ac:picMkLst>
        </pc:picChg>
        <pc:picChg chg="del">
          <ac:chgData name="KACHOUR Maher" userId="09775c39-7739-40bf-ba04-c8ef3ab24a94" providerId="ADAL" clId="{F9FBED83-8A6D-4E29-9846-029E652ACC14}" dt="2021-10-14T15:21:39.346" v="119" actId="478"/>
          <ac:picMkLst>
            <pc:docMk/>
            <pc:sldMk cId="877684388" sldId="305"/>
            <ac:picMk id="9" creationId="{159D3E4C-B5F9-43CF-BFDA-1A4A69CDD69F}"/>
          </ac:picMkLst>
        </pc:picChg>
      </pc:sldChg>
      <pc:sldChg chg="addSp delSp modSp add mod">
        <pc:chgData name="KACHOUR Maher" userId="09775c39-7739-40bf-ba04-c8ef3ab24a94" providerId="ADAL" clId="{F9FBED83-8A6D-4E29-9846-029E652ACC14}" dt="2021-10-14T15:21:57.873" v="125" actId="1076"/>
        <pc:sldMkLst>
          <pc:docMk/>
          <pc:sldMk cId="1772952192" sldId="306"/>
        </pc:sldMkLst>
        <pc:picChg chg="add mod">
          <ac:chgData name="KACHOUR Maher" userId="09775c39-7739-40bf-ba04-c8ef3ab24a94" providerId="ADAL" clId="{F9FBED83-8A6D-4E29-9846-029E652ACC14}" dt="2021-10-14T15:21:57.873" v="125" actId="1076"/>
          <ac:picMkLst>
            <pc:docMk/>
            <pc:sldMk cId="1772952192" sldId="306"/>
            <ac:picMk id="6" creationId="{3E78244E-1BF8-49C4-9198-7B90F42E76CF}"/>
          </ac:picMkLst>
        </pc:picChg>
        <pc:picChg chg="del">
          <ac:chgData name="KACHOUR Maher" userId="09775c39-7739-40bf-ba04-c8ef3ab24a94" providerId="ADAL" clId="{F9FBED83-8A6D-4E29-9846-029E652ACC14}" dt="2021-10-14T15:21:52.295" v="122" actId="478"/>
          <ac:picMkLst>
            <pc:docMk/>
            <pc:sldMk cId="1772952192" sldId="306"/>
            <ac:picMk id="7" creationId="{6D8C2BCB-0BDA-4736-92B2-7BDF2CA9D48C}"/>
          </ac:picMkLst>
        </pc:picChg>
      </pc:sldChg>
      <pc:sldChg chg="delSp modSp add mod">
        <pc:chgData name="KACHOUR Maher" userId="09775c39-7739-40bf-ba04-c8ef3ab24a94" providerId="ADAL" clId="{F9FBED83-8A6D-4E29-9846-029E652ACC14}" dt="2021-10-14T15:28:48.167" v="191" actId="1076"/>
        <pc:sldMkLst>
          <pc:docMk/>
          <pc:sldMk cId="2940261288" sldId="307"/>
        </pc:sldMkLst>
        <pc:picChg chg="del">
          <ac:chgData name="KACHOUR Maher" userId="09775c39-7739-40bf-ba04-c8ef3ab24a94" providerId="ADAL" clId="{F9FBED83-8A6D-4E29-9846-029E652ACC14}" dt="2021-10-14T15:28:37.967" v="186" actId="478"/>
          <ac:picMkLst>
            <pc:docMk/>
            <pc:sldMk cId="2940261288" sldId="307"/>
            <ac:picMk id="5" creationId="{87D1A6C2-D748-442D-859E-DB0C18C75ECD}"/>
          </ac:picMkLst>
        </pc:picChg>
        <pc:picChg chg="mod">
          <ac:chgData name="KACHOUR Maher" userId="09775c39-7739-40bf-ba04-c8ef3ab24a94" providerId="ADAL" clId="{F9FBED83-8A6D-4E29-9846-029E652ACC14}" dt="2021-10-14T15:28:48.167" v="191" actId="1076"/>
          <ac:picMkLst>
            <pc:docMk/>
            <pc:sldMk cId="2940261288" sldId="307"/>
            <ac:picMk id="7" creationId="{2129403B-3CCF-4F7D-B8E3-7A70184117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4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78A98-30B3-468F-BFD6-C3388BB6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Résumés numériques des données d’une variable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373FE-F419-458C-B663-2DCE89F9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Il existe plusieurs indicateurs qui permettent de résumer les données d’une variable :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</a:t>
            </a: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</a:t>
            </a: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forme </a:t>
            </a:r>
          </a:p>
        </p:txBody>
      </p:sp>
    </p:spTree>
    <p:extLst>
      <p:ext uri="{BB962C8B-B14F-4D97-AF65-F5344CB8AC3E}">
        <p14:creationId xmlns:p14="http://schemas.microsoft.com/office/powerpoint/2010/main" val="22474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6E722-1B8B-4CBA-86B2-2205DC10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EA04C7-29C0-4AA5-BDC4-2533CEC43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17638"/>
            <a:ext cx="7815146" cy="4176464"/>
          </a:xfrm>
        </p:spPr>
      </p:pic>
    </p:spTree>
    <p:extLst>
      <p:ext uri="{BB962C8B-B14F-4D97-AF65-F5344CB8AC3E}">
        <p14:creationId xmlns:p14="http://schemas.microsoft.com/office/powerpoint/2010/main" val="348371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les valeurs relatives à un pourcentage</a:t>
            </a:r>
            <a:endParaRPr lang="fr-FR" sz="2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ECBB30-B0A7-4036-896B-73187B36E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389088"/>
            <a:ext cx="6349355" cy="5280272"/>
          </a:xfrm>
          <a:prstGeom prst="rect">
            <a:avLst/>
          </a:prstGeom>
        </p:spPr>
      </p:pic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0B86B280-FCBC-46BA-BF9C-EB2F474F380E}"/>
              </a:ext>
            </a:extLst>
          </p:cNvPr>
          <p:cNvSpPr/>
          <p:nvPr/>
        </p:nvSpPr>
        <p:spPr>
          <a:xfrm>
            <a:off x="6358855" y="1389088"/>
            <a:ext cx="2677641" cy="1262249"/>
          </a:xfrm>
          <a:prstGeom prst="wedgeEllipseCallout">
            <a:avLst>
              <a:gd name="adj1" fmla="val -63946"/>
              <a:gd name="adj2" fmla="val 783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7A5BF8-E26D-4098-8639-13D1B4A2C041}"/>
              </a:ext>
            </a:extLst>
          </p:cNvPr>
          <p:cNvSpPr txBox="1"/>
          <p:nvPr/>
        </p:nvSpPr>
        <p:spPr>
          <a:xfrm>
            <a:off x="6806555" y="1534632"/>
            <a:ext cx="18722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On peut calculer ces valeurs (en appliquant la même technique) lorsque les données  sont issues d’une variable qualitative ordinale</a:t>
            </a:r>
          </a:p>
        </p:txBody>
      </p:sp>
    </p:spTree>
    <p:extLst>
      <p:ext uri="{BB962C8B-B14F-4D97-AF65-F5344CB8AC3E}">
        <p14:creationId xmlns:p14="http://schemas.microsoft.com/office/powerpoint/2010/main" val="361415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les valeurs relatives à un pourcentage</a:t>
            </a:r>
            <a:endParaRPr lang="fr-FR" sz="2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C0DAC90-A58D-4371-8FFE-03F6B11B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99879"/>
            <a:ext cx="7416824" cy="53873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F41D09-9FE8-46BE-84C0-3A0FFDA025F6}"/>
                  </a:ext>
                </a:extLst>
              </p:cNvPr>
              <p:cNvSpPr txBox="1"/>
              <p:nvPr/>
            </p:nvSpPr>
            <p:spPr>
              <a:xfrm>
                <a:off x="6264188" y="1732166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F41D09-9FE8-46BE-84C0-3A0FFDA02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188" y="1732166"/>
                <a:ext cx="216024" cy="369332"/>
              </a:xfrm>
              <a:prstGeom prst="rect">
                <a:avLst/>
              </a:prstGeom>
              <a:blipFill>
                <a:blip r:embed="rId3"/>
                <a:stretch>
                  <a:fillRect r="-65714"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9E9FD11-9C80-4422-A7E3-95923570F314}"/>
                  </a:ext>
                </a:extLst>
              </p:cNvPr>
              <p:cNvSpPr txBox="1"/>
              <p:nvPr/>
            </p:nvSpPr>
            <p:spPr>
              <a:xfrm>
                <a:off x="6480212" y="373309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9E9FD11-9C80-4422-A7E3-95923570F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212" y="3733099"/>
                <a:ext cx="216024" cy="369332"/>
              </a:xfrm>
              <a:prstGeom prst="rect">
                <a:avLst/>
              </a:prstGeom>
              <a:blipFill>
                <a:blip r:embed="rId4"/>
                <a:stretch>
                  <a:fillRect r="-71429"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81A96A5-9271-45B9-8DBA-67DD2854FED0}"/>
                  </a:ext>
                </a:extLst>
              </p:cNvPr>
              <p:cNvSpPr txBox="1"/>
              <p:nvPr/>
            </p:nvSpPr>
            <p:spPr>
              <a:xfrm>
                <a:off x="6111763" y="474204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81A96A5-9271-45B9-8DBA-67DD2854F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763" y="4742042"/>
                <a:ext cx="216024" cy="369332"/>
              </a:xfrm>
              <a:prstGeom prst="rect">
                <a:avLst/>
              </a:prstGeom>
              <a:blipFill>
                <a:blip r:embed="rId5"/>
                <a:stretch>
                  <a:fillRect r="-7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46ED603-A7DB-4950-8FA1-4C9994DE6CE7}"/>
                  </a:ext>
                </a:extLst>
              </p:cNvPr>
              <p:cNvSpPr txBox="1"/>
              <p:nvPr/>
            </p:nvSpPr>
            <p:spPr>
              <a:xfrm>
                <a:off x="4139952" y="5373216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46ED603-A7DB-4950-8FA1-4C9994DE6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5373216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24651C2-BDD5-4350-9617-62A0F4CCF966}"/>
                  </a:ext>
                </a:extLst>
              </p:cNvPr>
              <p:cNvSpPr txBox="1"/>
              <p:nvPr/>
            </p:nvSpPr>
            <p:spPr>
              <a:xfrm>
                <a:off x="6267375" y="5764633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24651C2-BDD5-4350-9617-62A0F4CC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75" y="5764633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87659A88-8DDA-41B3-A5FB-4E241D86FDBA}"/>
                  </a:ext>
                </a:extLst>
              </p:cNvPr>
              <p:cNvSpPr txBox="1"/>
              <p:nvPr/>
            </p:nvSpPr>
            <p:spPr>
              <a:xfrm>
                <a:off x="6696236" y="6398696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87659A88-8DDA-41B3-A5FB-4E241D86F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36" y="6398696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08EF013-EB6C-4913-86BA-0DEAF1A616ED}"/>
                  </a:ext>
                </a:extLst>
              </p:cNvPr>
              <p:cNvSpPr txBox="1"/>
              <p:nvPr/>
            </p:nvSpPr>
            <p:spPr>
              <a:xfrm>
                <a:off x="7255097" y="6129718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08EF013-EB6C-4913-86BA-0DEAF1A61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097" y="6129718"/>
                <a:ext cx="216024" cy="369332"/>
              </a:xfrm>
              <a:prstGeom prst="rect">
                <a:avLst/>
              </a:prstGeom>
              <a:blipFill>
                <a:blip r:embed="rId9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B73FD8D-6DA3-4D5A-B1C7-DFC0CD0AB047}"/>
                  </a:ext>
                </a:extLst>
              </p:cNvPr>
              <p:cNvSpPr txBox="1"/>
              <p:nvPr/>
            </p:nvSpPr>
            <p:spPr>
              <a:xfrm>
                <a:off x="4505164" y="508107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B73FD8D-6DA3-4D5A-B1C7-DFC0CD0A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164" y="5081072"/>
                <a:ext cx="216024" cy="369332"/>
              </a:xfrm>
              <a:prstGeom prst="rect">
                <a:avLst/>
              </a:prstGeom>
              <a:blipFill>
                <a:blip r:embed="rId10"/>
                <a:stretch>
                  <a:fillRect r="-7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76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1 : les données ci-dessous représentent la répartition de 70 familles d’un village selon le nombre d’enfants (moins de 18 ans)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Calculer les quartiles associés à ces données.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DAAC98-F3A8-46E5-B1B3-201AE1C3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198576"/>
            <a:ext cx="3581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 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E1E8543-F335-45D2-A12C-829280E79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16832"/>
            <a:ext cx="5760418" cy="3130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ECE3ABF-8F87-47DB-880F-376A0413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597" y="5181101"/>
            <a:ext cx="4419827" cy="15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3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2 : les données ci-dessous représentent la taille de 100 élèves / membres d’un club de sport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Calculer les quartiles associés aux données.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E303293-B481-490F-8968-DB3C23C9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766094"/>
            <a:ext cx="26670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3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Solution: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60FF3D-720F-4059-91F0-B792B22A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41" y="1586995"/>
            <a:ext cx="4229317" cy="13145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D8C2BCB-0BDA-4736-92B2-7BDF2CA9D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79" y="3070870"/>
            <a:ext cx="5139239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8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Solution: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60FF3D-720F-4059-91F0-B792B22A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41" y="1586995"/>
            <a:ext cx="4229317" cy="131451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E78244E-1BF8-49C4-9198-7B90F42E7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370" y="3269705"/>
            <a:ext cx="3897257" cy="20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5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143769-CA83-45E4-BCF4-80A56654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50" y="1417638"/>
            <a:ext cx="3898776" cy="52517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2E0BCC-4E90-454A-8F49-A84AD9B9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517552"/>
            <a:ext cx="4010026" cy="5151808"/>
          </a:xfrm>
          <a:prstGeom prst="rect">
            <a:avLst/>
          </a:prstGeom>
        </p:spPr>
      </p:pic>
      <p:sp>
        <p:nvSpPr>
          <p:cNvPr id="7" name="Bulle narrative : ronde 6">
            <a:extLst>
              <a:ext uri="{FF2B5EF4-FFF2-40B4-BE49-F238E27FC236}">
                <a16:creationId xmlns:a16="http://schemas.microsoft.com/office/drawing/2014/main" id="{AA32D4D2-D860-4B91-A6B6-F04DB63A4E58}"/>
              </a:ext>
            </a:extLst>
          </p:cNvPr>
          <p:cNvSpPr/>
          <p:nvPr/>
        </p:nvSpPr>
        <p:spPr>
          <a:xfrm>
            <a:off x="5652120" y="2996952"/>
            <a:ext cx="1224136" cy="864096"/>
          </a:xfrm>
          <a:prstGeom prst="wedgeEllipseCallout">
            <a:avLst>
              <a:gd name="adj1" fmla="val 68994"/>
              <a:gd name="adj2" fmla="val 9975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EB5EFF-A88B-43E0-82B3-27BEA8CBDDE0}"/>
              </a:ext>
            </a:extLst>
          </p:cNvPr>
          <p:cNvSpPr txBox="1"/>
          <p:nvPr/>
        </p:nvSpPr>
        <p:spPr>
          <a:xfrm>
            <a:off x="5746204" y="3259723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Médiane</a:t>
            </a:r>
          </a:p>
        </p:txBody>
      </p:sp>
    </p:spTree>
    <p:extLst>
      <p:ext uri="{BB962C8B-B14F-4D97-AF65-F5344CB8AC3E}">
        <p14:creationId xmlns:p14="http://schemas.microsoft.com/office/powerpoint/2010/main" val="47877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BE7825-F2B4-4723-A08B-DBE736A0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3"/>
            <a:ext cx="806489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8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67AB2A-B679-4D16-8BF9-BE0AF584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03649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EA1F4-0D63-4AEF-B357-FEA5AC37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détection de l’existence de valeurs aberrantes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CEB04A-2D4C-405C-AE80-01773F42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30" y="1417638"/>
            <a:ext cx="6786339" cy="29562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A9E9A2-7938-4B46-BC3E-F955030B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139952"/>
            <a:ext cx="7344816" cy="2160240"/>
          </a:xfrm>
          <a:prstGeom prst="rect">
            <a:avLst/>
          </a:prstGeom>
        </p:spPr>
      </p:pic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AF870070-00FF-4974-9840-A6A5B3693D60}"/>
              </a:ext>
            </a:extLst>
          </p:cNvPr>
          <p:cNvSpPr/>
          <p:nvPr/>
        </p:nvSpPr>
        <p:spPr>
          <a:xfrm>
            <a:off x="5268850" y="5973961"/>
            <a:ext cx="2664296" cy="850106"/>
          </a:xfrm>
          <a:prstGeom prst="wedgeEllipseCallout">
            <a:avLst>
              <a:gd name="adj1" fmla="val -71760"/>
              <a:gd name="adj2" fmla="val -10946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C87052-A8C2-4C0E-8BD4-0762D38E4A9B}"/>
              </a:ext>
            </a:extLst>
          </p:cNvPr>
          <p:cNvSpPr txBox="1"/>
          <p:nvPr/>
        </p:nvSpPr>
        <p:spPr>
          <a:xfrm>
            <a:off x="6084168" y="604507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Cambria" panose="02040503050406030204" pitchFamily="18" charset="0"/>
                <a:ea typeface="Cambria" panose="02040503050406030204" pitchFamily="18" charset="0"/>
              </a:rPr>
              <a:t>Cet outil n’est pas faisable si les données sont issues d’une variable qualitative </a:t>
            </a:r>
          </a:p>
        </p:txBody>
      </p:sp>
    </p:spTree>
    <p:extLst>
      <p:ext uri="{BB962C8B-B14F-4D97-AF65-F5344CB8AC3E}">
        <p14:creationId xmlns:p14="http://schemas.microsoft.com/office/powerpoint/2010/main" val="4087131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D1A6C2-D748-442D-859E-DB0C18C7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5" y="1836639"/>
            <a:ext cx="7820451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29403B-3CCF-4F7D-B8E3-7A701841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10990"/>
            <a:ext cx="8282832" cy="39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6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A1F126-5179-4300-A3E9-86B64BF0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4" y="2132856"/>
            <a:ext cx="8245364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7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1A6547-570A-4238-BFB7-790DAE80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Remarque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C3F84-CD07-4193-91E6-7FFFE1CC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6" y="1340768"/>
            <a:ext cx="760735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523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249</Words>
  <Application>Microsoft Office PowerPoint</Application>
  <PresentationFormat>Affichage à l'écran (4:3)</PresentationFormat>
  <Paragraphs>60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Thème Office</vt:lpstr>
      <vt:lpstr>Data Description</vt:lpstr>
      <vt:lpstr>Résumés numériques des données d’une variable </vt:lpstr>
      <vt:lpstr>Les indicateurs de position </vt:lpstr>
      <vt:lpstr>Les indicateurs de position – les valeurs relatives à un pourcentage</vt:lpstr>
      <vt:lpstr>Les indicateurs de position – les valeurs relatives à un pourcentage</vt:lpstr>
      <vt:lpstr>Exemples – Calcul des quartiles </vt:lpstr>
      <vt:lpstr>Exemples – Calcul des quartiles </vt:lpstr>
      <vt:lpstr>Exemples – Calcul des quartiles </vt:lpstr>
      <vt:lpstr>Exemples – Calcul des quartiles </vt:lpstr>
      <vt:lpstr>Exemples – Calcul des quartiles </vt:lpstr>
      <vt:lpstr>Les valeurs relatives à un pourcentage – Graphiquement </vt:lpstr>
      <vt:lpstr>Les valeurs relatives à un pourcentage – Graphiquement </vt:lpstr>
      <vt:lpstr>Les valeurs relatives à un pourcentage – Graphiquement </vt:lpstr>
      <vt:lpstr>La boîte à moustaches – détection de l’existence de valeurs aberrantes </vt:lpstr>
      <vt:lpstr>La boîte à moustaches – construction</vt:lpstr>
      <vt:lpstr>La boîte à moustaches – construction</vt:lpstr>
      <vt:lpstr>La boîte à moustaches – construction</vt:lpstr>
      <vt:lpstr>Remarque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3</cp:revision>
  <dcterms:created xsi:type="dcterms:W3CDTF">2021-02-02T16:40:54Z</dcterms:created>
  <dcterms:modified xsi:type="dcterms:W3CDTF">2021-10-14T15:29:01Z</dcterms:modified>
</cp:coreProperties>
</file>