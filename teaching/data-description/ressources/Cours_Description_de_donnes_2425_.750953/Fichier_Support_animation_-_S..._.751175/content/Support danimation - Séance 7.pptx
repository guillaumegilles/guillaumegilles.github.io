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4" r:id="rId6"/>
    <p:sldId id="316" r:id="rId7"/>
    <p:sldId id="305" r:id="rId8"/>
    <p:sldId id="306" r:id="rId9"/>
    <p:sldId id="307" r:id="rId10"/>
    <p:sldId id="317" r:id="rId11"/>
    <p:sldId id="318" r:id="rId12"/>
    <p:sldId id="308" r:id="rId13"/>
    <p:sldId id="319" r:id="rId14"/>
    <p:sldId id="309" r:id="rId15"/>
    <p:sldId id="320" r:id="rId16"/>
    <p:sldId id="310" r:id="rId17"/>
    <p:sldId id="321" r:id="rId18"/>
    <p:sldId id="311" r:id="rId19"/>
    <p:sldId id="312" r:id="rId20"/>
    <p:sldId id="322" r:id="rId21"/>
    <p:sldId id="314" r:id="rId22"/>
    <p:sldId id="315" r:id="rId23"/>
    <p:sldId id="313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36C9F179-440A-4915-9B28-D0F8AA08E88D}"/>
    <pc:docChg chg="custSel addSld modSld">
      <pc:chgData name="KACHOUR Maher" userId="09775c39-7739-40bf-ba04-c8ef3ab24a94" providerId="ADAL" clId="{36C9F179-440A-4915-9B28-D0F8AA08E88D}" dt="2021-10-15T11:57:39.887" v="165" actId="14100"/>
      <pc:docMkLst>
        <pc:docMk/>
      </pc:docMkLst>
      <pc:sldChg chg="delSp modSp mod">
        <pc:chgData name="KACHOUR Maher" userId="09775c39-7739-40bf-ba04-c8ef3ab24a94" providerId="ADAL" clId="{36C9F179-440A-4915-9B28-D0F8AA08E88D}" dt="2021-10-15T11:40:09.364" v="8" actId="27636"/>
        <pc:sldMkLst>
          <pc:docMk/>
          <pc:sldMk cId="544402037" sldId="304"/>
        </pc:sldMkLst>
        <pc:spChg chg="mod">
          <ac:chgData name="KACHOUR Maher" userId="09775c39-7739-40bf-ba04-c8ef3ab24a94" providerId="ADAL" clId="{36C9F179-440A-4915-9B28-D0F8AA08E88D}" dt="2021-10-15T11:40:09.364" v="8" actId="27636"/>
          <ac:spMkLst>
            <pc:docMk/>
            <pc:sldMk cId="544402037" sldId="304"/>
            <ac:spMk id="3" creationId="{91C66DD1-318B-4FCB-89C4-573006772987}"/>
          </ac:spMkLst>
        </pc:spChg>
        <pc:spChg chg="del">
          <ac:chgData name="KACHOUR Maher" userId="09775c39-7739-40bf-ba04-c8ef3ab24a94" providerId="ADAL" clId="{36C9F179-440A-4915-9B28-D0F8AA08E88D}" dt="2021-10-15T11:40:02.478" v="5" actId="478"/>
          <ac:spMkLst>
            <pc:docMk/>
            <pc:sldMk cId="544402037" sldId="304"/>
            <ac:spMk id="4" creationId="{69D084A7-4459-4A72-A946-2477CC8D2B0F}"/>
          </ac:spMkLst>
        </pc:spChg>
        <pc:spChg chg="del">
          <ac:chgData name="KACHOUR Maher" userId="09775c39-7739-40bf-ba04-c8ef3ab24a94" providerId="ADAL" clId="{36C9F179-440A-4915-9B28-D0F8AA08E88D}" dt="2021-10-15T11:40:06.134" v="6" actId="478"/>
          <ac:spMkLst>
            <pc:docMk/>
            <pc:sldMk cId="544402037" sldId="304"/>
            <ac:spMk id="5" creationId="{1E550BC2-C7A2-4DA3-97F1-4930C0DB2312}"/>
          </ac:spMkLst>
        </pc:spChg>
      </pc:sldChg>
      <pc:sldChg chg="delSp modSp mod">
        <pc:chgData name="KACHOUR Maher" userId="09775c39-7739-40bf-ba04-c8ef3ab24a94" providerId="ADAL" clId="{36C9F179-440A-4915-9B28-D0F8AA08E88D}" dt="2021-10-15T11:42:28.192" v="28" actId="1076"/>
        <pc:sldMkLst>
          <pc:docMk/>
          <pc:sldMk cId="2978482811" sldId="307"/>
        </pc:sldMkLst>
        <pc:picChg chg="mod">
          <ac:chgData name="KACHOUR Maher" userId="09775c39-7739-40bf-ba04-c8ef3ab24a94" providerId="ADAL" clId="{36C9F179-440A-4915-9B28-D0F8AA08E88D}" dt="2021-10-15T11:42:28.192" v="28" actId="1076"/>
          <ac:picMkLst>
            <pc:docMk/>
            <pc:sldMk cId="2978482811" sldId="307"/>
            <ac:picMk id="7" creationId="{41980EFA-7C55-477B-859C-C37893C4284D}"/>
          </ac:picMkLst>
        </pc:picChg>
        <pc:picChg chg="del">
          <ac:chgData name="KACHOUR Maher" userId="09775c39-7739-40bf-ba04-c8ef3ab24a94" providerId="ADAL" clId="{36C9F179-440A-4915-9B28-D0F8AA08E88D}" dt="2021-10-15T11:42:17.841" v="24" actId="478"/>
          <ac:picMkLst>
            <pc:docMk/>
            <pc:sldMk cId="2978482811" sldId="307"/>
            <ac:picMk id="9" creationId="{20690D8A-2EF3-4EC7-9ED3-6758B7535DC3}"/>
          </ac:picMkLst>
        </pc:picChg>
        <pc:picChg chg="del">
          <ac:chgData name="KACHOUR Maher" userId="09775c39-7739-40bf-ba04-c8ef3ab24a94" providerId="ADAL" clId="{36C9F179-440A-4915-9B28-D0F8AA08E88D}" dt="2021-10-15T11:42:15.856" v="23" actId="478"/>
          <ac:picMkLst>
            <pc:docMk/>
            <pc:sldMk cId="2978482811" sldId="307"/>
            <ac:picMk id="11" creationId="{7334F916-CE29-4559-B433-B8AD3083A1A3}"/>
          </ac:picMkLst>
        </pc:picChg>
      </pc:sldChg>
      <pc:sldChg chg="delSp modSp mod">
        <pc:chgData name="KACHOUR Maher" userId="09775c39-7739-40bf-ba04-c8ef3ab24a94" providerId="ADAL" clId="{36C9F179-440A-4915-9B28-D0F8AA08E88D}" dt="2021-10-15T11:44:58.833" v="59" actId="20577"/>
        <pc:sldMkLst>
          <pc:docMk/>
          <pc:sldMk cId="4099927277" sldId="308"/>
        </pc:sldMkLst>
        <pc:spChg chg="mod">
          <ac:chgData name="KACHOUR Maher" userId="09775c39-7739-40bf-ba04-c8ef3ab24a94" providerId="ADAL" clId="{36C9F179-440A-4915-9B28-D0F8AA08E88D}" dt="2021-10-15T11:44:58.833" v="59" actId="20577"/>
          <ac:spMkLst>
            <pc:docMk/>
            <pc:sldMk cId="4099927277" sldId="308"/>
            <ac:spMk id="3" creationId="{640910BD-C27F-4E47-8643-E68BB45A886B}"/>
          </ac:spMkLst>
        </pc:spChg>
        <pc:picChg chg="del">
          <ac:chgData name="KACHOUR Maher" userId="09775c39-7739-40bf-ba04-c8ef3ab24a94" providerId="ADAL" clId="{36C9F179-440A-4915-9B28-D0F8AA08E88D}" dt="2021-10-15T11:44:21.232" v="30" actId="478"/>
          <ac:picMkLst>
            <pc:docMk/>
            <pc:sldMk cId="4099927277" sldId="308"/>
            <ac:picMk id="6" creationId="{9AAC4C82-D6EE-4A7A-BF20-7B71B8A38CAF}"/>
          </ac:picMkLst>
        </pc:picChg>
      </pc:sldChg>
      <pc:sldChg chg="addSp delSp modSp mod">
        <pc:chgData name="KACHOUR Maher" userId="09775c39-7739-40bf-ba04-c8ef3ab24a94" providerId="ADAL" clId="{36C9F179-440A-4915-9B28-D0F8AA08E88D}" dt="2021-10-15T11:50:27.648" v="112" actId="1076"/>
        <pc:sldMkLst>
          <pc:docMk/>
          <pc:sldMk cId="2164591419" sldId="309"/>
        </pc:sldMkLst>
        <pc:spChg chg="mod">
          <ac:chgData name="KACHOUR Maher" userId="09775c39-7739-40bf-ba04-c8ef3ab24a94" providerId="ADAL" clId="{36C9F179-440A-4915-9B28-D0F8AA08E88D}" dt="2021-10-15T11:49:57.994" v="109" actId="20577"/>
          <ac:spMkLst>
            <pc:docMk/>
            <pc:sldMk cId="2164591419" sldId="309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50:17.905" v="110" actId="478"/>
          <ac:picMkLst>
            <pc:docMk/>
            <pc:sldMk cId="2164591419" sldId="309"/>
            <ac:picMk id="5" creationId="{FD33304C-08D0-4552-BE6B-07B360775FEF}"/>
          </ac:picMkLst>
        </pc:picChg>
        <pc:picChg chg="add mod">
          <ac:chgData name="KACHOUR Maher" userId="09775c39-7739-40bf-ba04-c8ef3ab24a94" providerId="ADAL" clId="{36C9F179-440A-4915-9B28-D0F8AA08E88D}" dt="2021-10-15T11:50:27.648" v="112" actId="1076"/>
          <ac:picMkLst>
            <pc:docMk/>
            <pc:sldMk cId="2164591419" sldId="309"/>
            <ac:picMk id="6" creationId="{81623C9E-DA55-4877-ACED-A01071ADBAC4}"/>
          </ac:picMkLst>
        </pc:picChg>
        <pc:picChg chg="del">
          <ac:chgData name="KACHOUR Maher" userId="09775c39-7739-40bf-ba04-c8ef3ab24a94" providerId="ADAL" clId="{36C9F179-440A-4915-9B28-D0F8AA08E88D}" dt="2021-10-15T11:49:39.048" v="77" actId="478"/>
          <ac:picMkLst>
            <pc:docMk/>
            <pc:sldMk cId="2164591419" sldId="309"/>
            <ac:picMk id="8" creationId="{12C16BEA-BFBB-4E81-A15C-9F30D9201273}"/>
          </ac:picMkLst>
        </pc:picChg>
      </pc:sldChg>
      <pc:sldChg chg="addSp delSp modSp mod">
        <pc:chgData name="KACHOUR Maher" userId="09775c39-7739-40bf-ba04-c8ef3ab24a94" providerId="ADAL" clId="{36C9F179-440A-4915-9B28-D0F8AA08E88D}" dt="2021-10-15T11:55:04.559" v="159" actId="1076"/>
        <pc:sldMkLst>
          <pc:docMk/>
          <pc:sldMk cId="890894544" sldId="310"/>
        </pc:sldMkLst>
        <pc:spChg chg="mod">
          <ac:chgData name="KACHOUR Maher" userId="09775c39-7739-40bf-ba04-c8ef3ab24a94" providerId="ADAL" clId="{36C9F179-440A-4915-9B28-D0F8AA08E88D}" dt="2021-10-15T11:54:43.273" v="156" actId="20577"/>
          <ac:spMkLst>
            <pc:docMk/>
            <pc:sldMk cId="890894544" sldId="310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55:00.859" v="157" actId="478"/>
          <ac:picMkLst>
            <pc:docMk/>
            <pc:sldMk cId="890894544" sldId="310"/>
            <ac:picMk id="5" creationId="{F477AADF-00AA-47C1-B89A-F41F623C8ED5}"/>
          </ac:picMkLst>
        </pc:picChg>
        <pc:picChg chg="add mod">
          <ac:chgData name="KACHOUR Maher" userId="09775c39-7739-40bf-ba04-c8ef3ab24a94" providerId="ADAL" clId="{36C9F179-440A-4915-9B28-D0F8AA08E88D}" dt="2021-10-15T11:55:04.559" v="159" actId="1076"/>
          <ac:picMkLst>
            <pc:docMk/>
            <pc:sldMk cId="890894544" sldId="310"/>
            <ac:picMk id="6" creationId="{0AF76D82-A1ED-452C-A78D-1E14939F4B59}"/>
          </ac:picMkLst>
        </pc:picChg>
        <pc:picChg chg="del">
          <ac:chgData name="KACHOUR Maher" userId="09775c39-7739-40bf-ba04-c8ef3ab24a94" providerId="ADAL" clId="{36C9F179-440A-4915-9B28-D0F8AA08E88D}" dt="2021-10-15T11:54:24.310" v="122" actId="478"/>
          <ac:picMkLst>
            <pc:docMk/>
            <pc:sldMk cId="890894544" sldId="310"/>
            <ac:picMk id="7" creationId="{4F0A3EFE-5752-49CD-938C-AFF42D06F151}"/>
          </ac:picMkLst>
        </pc:picChg>
      </pc:sldChg>
      <pc:sldChg chg="delSp modSp mod">
        <pc:chgData name="KACHOUR Maher" userId="09775c39-7739-40bf-ba04-c8ef3ab24a94" providerId="ADAL" clId="{36C9F179-440A-4915-9B28-D0F8AA08E88D}" dt="2021-10-15T11:57:39.887" v="165" actId="14100"/>
        <pc:sldMkLst>
          <pc:docMk/>
          <pc:sldMk cId="156943841" sldId="312"/>
        </pc:sldMkLst>
        <pc:picChg chg="mod">
          <ac:chgData name="KACHOUR Maher" userId="09775c39-7739-40bf-ba04-c8ef3ab24a94" providerId="ADAL" clId="{36C9F179-440A-4915-9B28-D0F8AA08E88D}" dt="2021-10-15T11:57:39.887" v="165" actId="14100"/>
          <ac:picMkLst>
            <pc:docMk/>
            <pc:sldMk cId="156943841" sldId="312"/>
            <ac:picMk id="4" creationId="{E216D1B6-9E2D-4717-A131-3C3193070ED0}"/>
          </ac:picMkLst>
        </pc:picChg>
        <pc:picChg chg="del">
          <ac:chgData name="KACHOUR Maher" userId="09775c39-7739-40bf-ba04-c8ef3ab24a94" providerId="ADAL" clId="{36C9F179-440A-4915-9B28-D0F8AA08E88D}" dt="2021-10-15T11:57:28.729" v="163" actId="478"/>
          <ac:picMkLst>
            <pc:docMk/>
            <pc:sldMk cId="156943841" sldId="312"/>
            <ac:picMk id="7" creationId="{29290896-6C5C-4B0D-81D6-1D5356D775B3}"/>
          </ac:picMkLst>
        </pc:picChg>
      </pc:sldChg>
      <pc:sldChg chg="modSp add mod">
        <pc:chgData name="KACHOUR Maher" userId="09775c39-7739-40bf-ba04-c8ef3ab24a94" providerId="ADAL" clId="{36C9F179-440A-4915-9B28-D0F8AA08E88D}" dt="2021-10-15T11:39:57.386" v="4" actId="14100"/>
        <pc:sldMkLst>
          <pc:docMk/>
          <pc:sldMk cId="1893858397" sldId="316"/>
        </pc:sldMkLst>
        <pc:spChg chg="mod">
          <ac:chgData name="KACHOUR Maher" userId="09775c39-7739-40bf-ba04-c8ef3ab24a94" providerId="ADAL" clId="{36C9F179-440A-4915-9B28-D0F8AA08E88D}" dt="2021-10-15T11:39:41.505" v="3" actId="6549"/>
          <ac:spMkLst>
            <pc:docMk/>
            <pc:sldMk cId="1893858397" sldId="316"/>
            <ac:spMk id="3" creationId="{91C66DD1-318B-4FCB-89C4-573006772987}"/>
          </ac:spMkLst>
        </pc:spChg>
        <pc:spChg chg="mod">
          <ac:chgData name="KACHOUR Maher" userId="09775c39-7739-40bf-ba04-c8ef3ab24a94" providerId="ADAL" clId="{36C9F179-440A-4915-9B28-D0F8AA08E88D}" dt="2021-10-15T11:39:57.386" v="4" actId="14100"/>
          <ac:spMkLst>
            <pc:docMk/>
            <pc:sldMk cId="1893858397" sldId="316"/>
            <ac:spMk id="4" creationId="{69D084A7-4459-4A72-A946-2477CC8D2B0F}"/>
          </ac:spMkLst>
        </pc:spChg>
      </pc:sldChg>
      <pc:sldChg chg="delSp modSp add mod">
        <pc:chgData name="KACHOUR Maher" userId="09775c39-7739-40bf-ba04-c8ef3ab24a94" providerId="ADAL" clId="{36C9F179-440A-4915-9B28-D0F8AA08E88D}" dt="2021-10-15T11:42:10.504" v="22" actId="1076"/>
        <pc:sldMkLst>
          <pc:docMk/>
          <pc:sldMk cId="2246362142" sldId="317"/>
        </pc:sldMkLst>
        <pc:picChg chg="del">
          <ac:chgData name="KACHOUR Maher" userId="09775c39-7739-40bf-ba04-c8ef3ab24a94" providerId="ADAL" clId="{36C9F179-440A-4915-9B28-D0F8AA08E88D}" dt="2021-10-15T11:42:01.501" v="18" actId="478"/>
          <ac:picMkLst>
            <pc:docMk/>
            <pc:sldMk cId="2246362142" sldId="317"/>
            <ac:picMk id="7" creationId="{41980EFA-7C55-477B-859C-C37893C4284D}"/>
          </ac:picMkLst>
        </pc:picChg>
        <pc:picChg chg="mod">
          <ac:chgData name="KACHOUR Maher" userId="09775c39-7739-40bf-ba04-c8ef3ab24a94" providerId="ADAL" clId="{36C9F179-440A-4915-9B28-D0F8AA08E88D}" dt="2021-10-15T11:42:10.504" v="22" actId="1076"/>
          <ac:picMkLst>
            <pc:docMk/>
            <pc:sldMk cId="2246362142" sldId="317"/>
            <ac:picMk id="9" creationId="{20690D8A-2EF3-4EC7-9ED3-6758B7535DC3}"/>
          </ac:picMkLst>
        </pc:picChg>
        <pc:picChg chg="del">
          <ac:chgData name="KACHOUR Maher" userId="09775c39-7739-40bf-ba04-c8ef3ab24a94" providerId="ADAL" clId="{36C9F179-440A-4915-9B28-D0F8AA08E88D}" dt="2021-10-15T11:41:59.344" v="17" actId="478"/>
          <ac:picMkLst>
            <pc:docMk/>
            <pc:sldMk cId="2246362142" sldId="317"/>
            <ac:picMk id="11" creationId="{7334F916-CE29-4559-B433-B8AD3083A1A3}"/>
          </ac:picMkLst>
        </pc:picChg>
      </pc:sldChg>
      <pc:sldChg chg="delSp modSp add mod">
        <pc:chgData name="KACHOUR Maher" userId="09775c39-7739-40bf-ba04-c8ef3ab24a94" providerId="ADAL" clId="{36C9F179-440A-4915-9B28-D0F8AA08E88D}" dt="2021-10-15T11:41:54.327" v="16" actId="1076"/>
        <pc:sldMkLst>
          <pc:docMk/>
          <pc:sldMk cId="84715650" sldId="318"/>
        </pc:sldMkLst>
        <pc:picChg chg="del">
          <ac:chgData name="KACHOUR Maher" userId="09775c39-7739-40bf-ba04-c8ef3ab24a94" providerId="ADAL" clId="{36C9F179-440A-4915-9B28-D0F8AA08E88D}" dt="2021-10-15T11:41:46.914" v="12" actId="478"/>
          <ac:picMkLst>
            <pc:docMk/>
            <pc:sldMk cId="84715650" sldId="318"/>
            <ac:picMk id="7" creationId="{41980EFA-7C55-477B-859C-C37893C4284D}"/>
          </ac:picMkLst>
        </pc:picChg>
        <pc:picChg chg="del">
          <ac:chgData name="KACHOUR Maher" userId="09775c39-7739-40bf-ba04-c8ef3ab24a94" providerId="ADAL" clId="{36C9F179-440A-4915-9B28-D0F8AA08E88D}" dt="2021-10-15T11:41:44.488" v="11" actId="478"/>
          <ac:picMkLst>
            <pc:docMk/>
            <pc:sldMk cId="84715650" sldId="318"/>
            <ac:picMk id="9" creationId="{20690D8A-2EF3-4EC7-9ED3-6758B7535DC3}"/>
          </ac:picMkLst>
        </pc:picChg>
        <pc:picChg chg="mod">
          <ac:chgData name="KACHOUR Maher" userId="09775c39-7739-40bf-ba04-c8ef3ab24a94" providerId="ADAL" clId="{36C9F179-440A-4915-9B28-D0F8AA08E88D}" dt="2021-10-15T11:41:54.327" v="16" actId="1076"/>
          <ac:picMkLst>
            <pc:docMk/>
            <pc:sldMk cId="84715650" sldId="318"/>
            <ac:picMk id="11" creationId="{7334F916-CE29-4559-B433-B8AD3083A1A3}"/>
          </ac:picMkLst>
        </pc:picChg>
      </pc:sldChg>
      <pc:sldChg chg="modSp add mod">
        <pc:chgData name="KACHOUR Maher" userId="09775c39-7739-40bf-ba04-c8ef3ab24a94" providerId="ADAL" clId="{36C9F179-440A-4915-9B28-D0F8AA08E88D}" dt="2021-10-15T11:45:11.944" v="62" actId="14100"/>
        <pc:sldMkLst>
          <pc:docMk/>
          <pc:sldMk cId="4255647002" sldId="319"/>
        </pc:sldMkLst>
        <pc:spChg chg="mod">
          <ac:chgData name="KACHOUR Maher" userId="09775c39-7739-40bf-ba04-c8ef3ab24a94" providerId="ADAL" clId="{36C9F179-440A-4915-9B28-D0F8AA08E88D}" dt="2021-10-15T11:45:05.625" v="60" actId="6549"/>
          <ac:spMkLst>
            <pc:docMk/>
            <pc:sldMk cId="4255647002" sldId="319"/>
            <ac:spMk id="3" creationId="{640910BD-C27F-4E47-8643-E68BB45A886B}"/>
          </ac:spMkLst>
        </pc:spChg>
        <pc:picChg chg="mod">
          <ac:chgData name="KACHOUR Maher" userId="09775c39-7739-40bf-ba04-c8ef3ab24a94" providerId="ADAL" clId="{36C9F179-440A-4915-9B28-D0F8AA08E88D}" dt="2021-10-15T11:45:11.944" v="62" actId="14100"/>
          <ac:picMkLst>
            <pc:docMk/>
            <pc:sldMk cId="4255647002" sldId="319"/>
            <ac:picMk id="6" creationId="{9AAC4C82-D6EE-4A7A-BF20-7B71B8A38CAF}"/>
          </ac:picMkLst>
        </pc:picChg>
      </pc:sldChg>
      <pc:sldChg chg="addSp delSp modSp add mod">
        <pc:chgData name="KACHOUR Maher" userId="09775c39-7739-40bf-ba04-c8ef3ab24a94" providerId="ADAL" clId="{36C9F179-440A-4915-9B28-D0F8AA08E88D}" dt="2021-10-15T11:49:19.192" v="76" actId="1076"/>
        <pc:sldMkLst>
          <pc:docMk/>
          <pc:sldMk cId="2389885917" sldId="320"/>
        </pc:sldMkLst>
        <pc:spChg chg="mod">
          <ac:chgData name="KACHOUR Maher" userId="09775c39-7739-40bf-ba04-c8ef3ab24a94" providerId="ADAL" clId="{36C9F179-440A-4915-9B28-D0F8AA08E88D}" dt="2021-10-15T11:48:17.010" v="64" actId="20577"/>
          <ac:spMkLst>
            <pc:docMk/>
            <pc:sldMk cId="2389885917" sldId="320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49:06.648" v="71" actId="478"/>
          <ac:picMkLst>
            <pc:docMk/>
            <pc:sldMk cId="2389885917" sldId="320"/>
            <ac:picMk id="5" creationId="{FD33304C-08D0-4552-BE6B-07B360775FEF}"/>
          </ac:picMkLst>
        </pc:picChg>
        <pc:picChg chg="add mod">
          <ac:chgData name="KACHOUR Maher" userId="09775c39-7739-40bf-ba04-c8ef3ab24a94" providerId="ADAL" clId="{36C9F179-440A-4915-9B28-D0F8AA08E88D}" dt="2021-10-15T11:49:10.535" v="73" actId="1076"/>
          <ac:picMkLst>
            <pc:docMk/>
            <pc:sldMk cId="2389885917" sldId="320"/>
            <ac:picMk id="6" creationId="{7E0B0E5C-BA30-44DB-BCEB-654995881FFB}"/>
          </ac:picMkLst>
        </pc:picChg>
        <pc:picChg chg="mod">
          <ac:chgData name="KACHOUR Maher" userId="09775c39-7739-40bf-ba04-c8ef3ab24a94" providerId="ADAL" clId="{36C9F179-440A-4915-9B28-D0F8AA08E88D}" dt="2021-10-15T11:49:19.192" v="76" actId="1076"/>
          <ac:picMkLst>
            <pc:docMk/>
            <pc:sldMk cId="2389885917" sldId="320"/>
            <ac:picMk id="8" creationId="{12C16BEA-BFBB-4E81-A15C-9F30D9201273}"/>
          </ac:picMkLst>
        </pc:picChg>
      </pc:sldChg>
      <pc:sldChg chg="modSp add mod">
        <pc:chgData name="KACHOUR Maher" userId="09775c39-7739-40bf-ba04-c8ef3ab24a94" providerId="ADAL" clId="{36C9F179-440A-4915-9B28-D0F8AA08E88D}" dt="2021-10-15T11:53:58.286" v="121" actId="1076"/>
        <pc:sldMkLst>
          <pc:docMk/>
          <pc:sldMk cId="2158965939" sldId="321"/>
        </pc:sldMkLst>
        <pc:spChg chg="mod">
          <ac:chgData name="KACHOUR Maher" userId="09775c39-7739-40bf-ba04-c8ef3ab24a94" providerId="ADAL" clId="{36C9F179-440A-4915-9B28-D0F8AA08E88D}" dt="2021-10-15T11:53:42.663" v="114" actId="20577"/>
          <ac:spMkLst>
            <pc:docMk/>
            <pc:sldMk cId="2158965939" sldId="321"/>
            <ac:spMk id="3" creationId="{640910BD-C27F-4E47-8643-E68BB45A886B}"/>
          </ac:spMkLst>
        </pc:spChg>
        <pc:picChg chg="mod">
          <ac:chgData name="KACHOUR Maher" userId="09775c39-7739-40bf-ba04-c8ef3ab24a94" providerId="ADAL" clId="{36C9F179-440A-4915-9B28-D0F8AA08E88D}" dt="2021-10-15T11:53:58.286" v="121" actId="1076"/>
          <ac:picMkLst>
            <pc:docMk/>
            <pc:sldMk cId="2158965939" sldId="321"/>
            <ac:picMk id="5" creationId="{F477AADF-00AA-47C1-B89A-F41F623C8ED5}"/>
          </ac:picMkLst>
        </pc:picChg>
        <pc:picChg chg="mod">
          <ac:chgData name="KACHOUR Maher" userId="09775c39-7739-40bf-ba04-c8ef3ab24a94" providerId="ADAL" clId="{36C9F179-440A-4915-9B28-D0F8AA08E88D}" dt="2021-10-15T11:53:54.941" v="120" actId="1076"/>
          <ac:picMkLst>
            <pc:docMk/>
            <pc:sldMk cId="2158965939" sldId="321"/>
            <ac:picMk id="7" creationId="{4F0A3EFE-5752-49CD-938C-AFF42D06F151}"/>
          </ac:picMkLst>
        </pc:picChg>
      </pc:sldChg>
      <pc:sldChg chg="delSp modSp add mod">
        <pc:chgData name="KACHOUR Maher" userId="09775c39-7739-40bf-ba04-c8ef3ab24a94" providerId="ADAL" clId="{36C9F179-440A-4915-9B28-D0F8AA08E88D}" dt="2021-10-15T11:57:23.936" v="162" actId="14100"/>
        <pc:sldMkLst>
          <pc:docMk/>
          <pc:sldMk cId="1509387981" sldId="322"/>
        </pc:sldMkLst>
        <pc:picChg chg="del">
          <ac:chgData name="KACHOUR Maher" userId="09775c39-7739-40bf-ba04-c8ef3ab24a94" providerId="ADAL" clId="{36C9F179-440A-4915-9B28-D0F8AA08E88D}" dt="2021-10-15T11:57:18.549" v="161" actId="478"/>
          <ac:picMkLst>
            <pc:docMk/>
            <pc:sldMk cId="1509387981" sldId="322"/>
            <ac:picMk id="4" creationId="{E216D1B6-9E2D-4717-A131-3C3193070ED0}"/>
          </ac:picMkLst>
        </pc:picChg>
        <pc:picChg chg="mod">
          <ac:chgData name="KACHOUR Maher" userId="09775c39-7739-40bf-ba04-c8ef3ab24a94" providerId="ADAL" clId="{36C9F179-440A-4915-9B28-D0F8AA08E88D}" dt="2021-10-15T11:57:23.936" v="162" actId="14100"/>
          <ac:picMkLst>
            <pc:docMk/>
            <pc:sldMk cId="1509387981" sldId="322"/>
            <ac:picMk id="7" creationId="{29290896-6C5C-4B0D-81D6-1D5356D775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Un indicateur numérique est dit de dispersion s’il s’agit d’un nombre clé permettent de mesurer la variabilité des observations d’une série statistique.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Un indicateur de dispersion est toujours positif (plus sa valeur est élevée, plus les observations sont « étalées » autour d’un indicateur de position centrale (la moyenne ou la médiane))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0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Nous allons étudier les indicateurs suivants :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L’étendue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L’écart interquartile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interquartile relatif </a:t>
            </a: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305053" y="3284984"/>
            <a:ext cx="3096344" cy="1008112"/>
          </a:xfrm>
          <a:prstGeom prst="wedgeEllipseCallout">
            <a:avLst>
              <a:gd name="adj1" fmla="val -80204"/>
              <a:gd name="adj2" fmla="val -16804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084168" y="3488958"/>
            <a:ext cx="1872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Indicateurs associés aux données d’une variable quantitative uniquement</a:t>
            </a:r>
          </a:p>
        </p:txBody>
      </p:sp>
    </p:spTree>
    <p:extLst>
      <p:ext uri="{BB962C8B-B14F-4D97-AF65-F5344CB8AC3E}">
        <p14:creationId xmlns:p14="http://schemas.microsoft.com/office/powerpoint/2010/main" val="189385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7D6A2-78D3-4AC2-A01A-296A524D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la distance (écart en valeur absolue) qui sépare la i -ème modalité / observation de la moyenne. 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variance, souvent notée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est la moyenne des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(la distance Euclidienne) 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L’écart-type, souvent noté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est la racine carrée de la variance. Autrement dit, l’écart-type est une distance moyenne d’écart (entre les observations / modalités et la moyenne)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630" b="-5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6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3C6E748-2C04-43A6-8FAA-CC7EAF030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878" y="1988840"/>
            <a:ext cx="8485559" cy="3960440"/>
          </a:xfrm>
        </p:spPr>
      </p:pic>
    </p:spTree>
    <p:extLst>
      <p:ext uri="{BB962C8B-B14F-4D97-AF65-F5344CB8AC3E}">
        <p14:creationId xmlns:p14="http://schemas.microsoft.com/office/powerpoint/2010/main" val="91156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980EFA-7C55-477B-859C-C37893C42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88" y="1628800"/>
            <a:ext cx="7416824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8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0690D8A-2EF3-4EC7-9ED3-6758B753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60848"/>
            <a:ext cx="6768752" cy="337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62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334F916-CE29-4559-B433-B8AD3083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32856"/>
            <a:ext cx="612068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les notes de 10 étudiants :</a:t>
            </a:r>
          </a:p>
          <a:p>
            <a:pPr marL="0" indent="0" algn="ctr">
              <a:buNone/>
            </a:pPr>
            <a:endParaRPr lang="fr-FR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12, 10, 8, 8, 11, 11, 7, 14, 11, 12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2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AC4C82-D6EE-4A7A-BF20-7B71B8A3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6832"/>
            <a:ext cx="7499176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4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d’achats (par semaine) d’un produit étudié sur 100 familles français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1623C9E-DA55-4877-ACED-A01071ADB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420888"/>
            <a:ext cx="21907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9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2C16BEA-BFBB-4E81-A15C-9F30D920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832130"/>
            <a:ext cx="6673507" cy="27918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E0B0E5C-BA30-44DB-BCEB-65499588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435894"/>
            <a:ext cx="47529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8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</a:t>
            </a: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les dépenses mensuelles de100 ménages pour l'achat d’un certain produit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F76D82-A1ED-452C-A78D-1E14939F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0" y="2309018"/>
            <a:ext cx="17907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9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77AADF-00AA-47C1-B89A-F41F623C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269707"/>
            <a:ext cx="4032448" cy="27129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F0A3EFE-5752-49CD-938C-AFF42D06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879001"/>
            <a:ext cx="652901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764F9D-C60B-4CB0-A4DC-CE5915BF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93755"/>
            <a:ext cx="7776864" cy="51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16D1B6-9E2D-4717-A131-3C3193070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752920"/>
            <a:ext cx="5100886" cy="476431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3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able&#10;&#10;Description générée automatiquement">
            <a:extLst>
              <a:ext uri="{FF2B5EF4-FFF2-40B4-BE49-F238E27FC236}">
                <a16:creationId xmlns:a16="http://schemas.microsoft.com/office/drawing/2014/main" id="{29290896-6C5C-4B0D-81D6-1D5356D7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730" y="908721"/>
            <a:ext cx="4515102" cy="570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87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L’étendu et l’écart interquartile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/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L’étendue est la différence entre la valeur maximale et la valeur minimale des observations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L’écart interquartile est la différence entre le troisième quartile et le premier quartile.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E-IQ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3 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L'écart interquartile correspond à l'étendue de la série statistique après élimination de 25 % des valeurs les plus faibles et de 25 % des valeurs les plus fortes.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Contrairement à l’étendue, l’écart interquartile ne prend pas en compte des éventuelles valeurs aberrantes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blipFill>
                <a:blip r:embed="rId2"/>
                <a:stretch>
                  <a:fillRect l="-882" t="-7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69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DC54E-9416-4879-8AC1-4AD2D390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coefficient</a:t>
            </a: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 interquartile relatif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 coefficient interquartile relatif est défini par :</a:t>
                </a:r>
              </a:p>
              <a:p>
                <a:pPr marL="0" indent="0" algn="ctr">
                  <a:buNone/>
                </a:pPr>
                <a:r>
                  <a:rPr lang="fr-FR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C-IQ-R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IQ</m:t>
                        </m:r>
                      </m:num>
                      <m:den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𝑀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𝑑𝑖𝑎𝑛𝑒</m:t>
                        </m:r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3 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Par convention, un </a:t>
                </a:r>
                <a:r>
                  <a:rPr lang="fr-FR" sz="2000" dirty="0">
                    <a:highlight>
                      <a:srgbClr val="FFFF00"/>
                    </a:highlight>
                    <a:latin typeface="Cambria" panose="02040503050406030204" pitchFamily="18" charset="0"/>
                    <a:ea typeface="Cambria" panose="02040503050406030204" pitchFamily="18" charset="0"/>
                  </a:rPr>
                  <a:t>C- IQ- R &gt; 15% </a:t>
                </a: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implique que les observations sont relativement dispersées autour de la médiane.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Comme pour le coefficient de variation, permet de comparer la dispersion entre plusieurs séries statistiques, même si les unités de mesures sont  différentes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Ce coefficient n’a pas de sens si la médiane est égale à ou proche de 0.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  <a:blipFill>
                <a:blip r:embed="rId2"/>
                <a:stretch>
                  <a:fillRect l="-1481" t="-12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888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7CF7B7-8110-4005-8E65-35FE2303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7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Remarque générale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29BB57-FE83-4FAE-82C1-3E3C3E6B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1" y="2084546"/>
            <a:ext cx="8250989" cy="381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866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567</Words>
  <Application>Microsoft Office PowerPoint</Application>
  <PresentationFormat>Affichage à l'écran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Les indicateurs de dispersion</vt:lpstr>
      <vt:lpstr>Les indicateurs de dispersion</vt:lpstr>
      <vt:lpstr>Les indicateurs de dispersion –  La variance et l’écart-type</vt:lpstr>
      <vt:lpstr>Les indicateurs de dispersion –  La variance et l’écart-type</vt:lpstr>
      <vt:lpstr>Les indicateurs de dispersion –  La variance et l’écart-type</vt:lpstr>
      <vt:lpstr>Les indicateurs de dispersion –  La variance et l’écart-type</vt:lpstr>
      <vt:lpstr>Les indicateurs de dispersion –  La variance et l’écart-type</vt:lpstr>
      <vt:lpstr>Exemples – calcul de la variance et l’écart-type</vt:lpstr>
      <vt:lpstr>Exemples – calcul de la variance et l’écart-type</vt:lpstr>
      <vt:lpstr>Exemples – calcul de la variance et l’écart-type</vt:lpstr>
      <vt:lpstr>Exemples – calcul de la variance et l’écart-type</vt:lpstr>
      <vt:lpstr>Exemples – calcul de la variance et l’écart-type</vt:lpstr>
      <vt:lpstr>Exemples – calcul de la variance et l’écart-type</vt:lpstr>
      <vt:lpstr>Les indicateurs de dispersion –  Le coefficient de variation </vt:lpstr>
      <vt:lpstr>Les indicateurs de dispersion –  Le coefficient de variation </vt:lpstr>
      <vt:lpstr>Les indicateurs de dispersion –  Le coefficient de variation </vt:lpstr>
      <vt:lpstr>Les indicateurs de dispersion –  L’étendu et l’écart interquartile </vt:lpstr>
      <vt:lpstr>Les indicateurs de dispersion –  Le coefficient interquartile relatif</vt:lpstr>
      <vt:lpstr>Remarque générale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2</cp:revision>
  <dcterms:created xsi:type="dcterms:W3CDTF">2021-02-02T16:40:54Z</dcterms:created>
  <dcterms:modified xsi:type="dcterms:W3CDTF">2021-10-15T11:57:41Z</dcterms:modified>
</cp:coreProperties>
</file>