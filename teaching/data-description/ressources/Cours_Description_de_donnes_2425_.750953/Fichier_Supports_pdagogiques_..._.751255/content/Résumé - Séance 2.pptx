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7" r:id="rId6"/>
    <p:sldId id="298" r:id="rId7"/>
    <p:sldId id="288" r:id="rId8"/>
    <p:sldId id="299" r:id="rId9"/>
    <p:sldId id="300" r:id="rId10"/>
    <p:sldId id="278" r:id="rId11"/>
    <p:sldId id="301" r:id="rId12"/>
    <p:sldId id="292" r:id="rId13"/>
    <p:sldId id="302" r:id="rId14"/>
    <p:sldId id="303" r:id="rId15"/>
    <p:sldId id="279" r:id="rId16"/>
    <p:sldId id="304" r:id="rId17"/>
    <p:sldId id="297" r:id="rId18"/>
    <p:sldId id="305" r:id="rId19"/>
    <p:sldId id="295" r:id="rId20"/>
    <p:sldId id="306" r:id="rId21"/>
    <p:sldId id="307" r:id="rId22"/>
    <p:sldId id="281" r:id="rId23"/>
    <p:sldId id="309" r:id="rId24"/>
    <p:sldId id="308" r:id="rId25"/>
    <p:sldId id="284" r:id="rId26"/>
    <p:sldId id="310" r:id="rId27"/>
    <p:sldId id="286" r:id="rId28"/>
    <p:sldId id="311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68A36D-4F74-4B91-BEE3-19900B5255D8}" v="1" dt="2021-10-14T14:00:46.671"/>
    <p1510:client id="{BF8214A4-9249-4D32-899D-AD00A2AADBFF}" v="14" dt="2021-10-14T13:38:45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BF8214A4-9249-4D32-899D-AD00A2AADBFF}"/>
    <pc:docChg chg="undo custSel addSld delSld modSld">
      <pc:chgData name="KACHOUR Maher" userId="09775c39-7739-40bf-ba04-c8ef3ab24a94" providerId="ADAL" clId="{BF8214A4-9249-4D32-899D-AD00A2AADBFF}" dt="2021-10-14T13:54:28.607" v="1047" actId="20577"/>
      <pc:docMkLst>
        <pc:docMk/>
      </pc:docMkLst>
      <pc:sldChg chg="addSp delSp modSp mod">
        <pc:chgData name="KACHOUR Maher" userId="09775c39-7739-40bf-ba04-c8ef3ab24a94" providerId="ADAL" clId="{BF8214A4-9249-4D32-899D-AD00A2AADBFF}" dt="2021-10-14T10:49:56.056" v="57" actId="14100"/>
        <pc:sldMkLst>
          <pc:docMk/>
          <pc:sldMk cId="1875685949" sldId="277"/>
        </pc:sldMkLst>
        <pc:spChg chg="add mod">
          <ac:chgData name="KACHOUR Maher" userId="09775c39-7739-40bf-ba04-c8ef3ab24a94" providerId="ADAL" clId="{BF8214A4-9249-4D32-899D-AD00A2AADBFF}" dt="2021-10-14T10:48:44.827" v="49" actId="208"/>
          <ac:spMkLst>
            <pc:docMk/>
            <pc:sldMk cId="1875685949" sldId="277"/>
            <ac:spMk id="4" creationId="{E73756E4-B0D5-4D4A-B3D2-AD0569F162DB}"/>
          </ac:spMkLst>
        </pc:spChg>
        <pc:picChg chg="add mod">
          <ac:chgData name="KACHOUR Maher" userId="09775c39-7739-40bf-ba04-c8ef3ab24a94" providerId="ADAL" clId="{BF8214A4-9249-4D32-899D-AD00A2AADBFF}" dt="2021-10-14T10:49:56.056" v="57" actId="14100"/>
          <ac:picMkLst>
            <pc:docMk/>
            <pc:sldMk cId="1875685949" sldId="277"/>
            <ac:picMk id="8" creationId="{BE19FD8B-2EF3-42CD-86B5-E346C9F84A2C}"/>
          </ac:picMkLst>
        </pc:picChg>
        <pc:picChg chg="del">
          <ac:chgData name="KACHOUR Maher" userId="09775c39-7739-40bf-ba04-c8ef3ab24a94" providerId="ADAL" clId="{BF8214A4-9249-4D32-899D-AD00A2AADBFF}" dt="2021-10-14T10:42:01.302" v="16" actId="478"/>
          <ac:picMkLst>
            <pc:docMk/>
            <pc:sldMk cId="1875685949" sldId="277"/>
            <ac:picMk id="9" creationId="{6230F255-AB83-4962-99DA-5D02B6036447}"/>
          </ac:picMkLst>
        </pc:picChg>
        <pc:picChg chg="del">
          <ac:chgData name="KACHOUR Maher" userId="09775c39-7739-40bf-ba04-c8ef3ab24a94" providerId="ADAL" clId="{BF8214A4-9249-4D32-899D-AD00A2AADBFF}" dt="2021-10-14T10:43:04.324" v="30" actId="478"/>
          <ac:picMkLst>
            <pc:docMk/>
            <pc:sldMk cId="1875685949" sldId="277"/>
            <ac:picMk id="11" creationId="{8898157E-8498-4BA5-AC4E-B107060F5443}"/>
          </ac:picMkLst>
        </pc:picChg>
      </pc:sldChg>
      <pc:sldChg chg="addSp delSp modSp mod">
        <pc:chgData name="KACHOUR Maher" userId="09775c39-7739-40bf-ba04-c8ef3ab24a94" providerId="ADAL" clId="{BF8214A4-9249-4D32-899D-AD00A2AADBFF}" dt="2021-10-14T13:29:44.257" v="750" actId="1076"/>
        <pc:sldMkLst>
          <pc:docMk/>
          <pc:sldMk cId="638055602" sldId="278"/>
        </pc:sldMkLst>
        <pc:spChg chg="add mod">
          <ac:chgData name="KACHOUR Maher" userId="09775c39-7739-40bf-ba04-c8ef3ab24a94" providerId="ADAL" clId="{BF8214A4-9249-4D32-899D-AD00A2AADBFF}" dt="2021-10-14T13:29:30.235" v="744" actId="207"/>
          <ac:spMkLst>
            <pc:docMk/>
            <pc:sldMk cId="638055602" sldId="278"/>
            <ac:spMk id="4" creationId="{8D341CC6-2E58-4DDC-9BA5-E0D7AE213298}"/>
          </ac:spMkLst>
        </pc:spChg>
        <pc:picChg chg="mod">
          <ac:chgData name="KACHOUR Maher" userId="09775c39-7739-40bf-ba04-c8ef3ab24a94" providerId="ADAL" clId="{BF8214A4-9249-4D32-899D-AD00A2AADBFF}" dt="2021-10-14T11:19:26.106" v="645" actId="14100"/>
          <ac:picMkLst>
            <pc:docMk/>
            <pc:sldMk cId="638055602" sldId="278"/>
            <ac:picMk id="5" creationId="{5A4D2C08-F903-474A-AC7B-29AEAEF7F864}"/>
          </ac:picMkLst>
        </pc:picChg>
        <pc:picChg chg="del">
          <ac:chgData name="KACHOUR Maher" userId="09775c39-7739-40bf-ba04-c8ef3ab24a94" providerId="ADAL" clId="{BF8214A4-9249-4D32-899D-AD00A2AADBFF}" dt="2021-10-14T11:15:26.268" v="583" actId="478"/>
          <ac:picMkLst>
            <pc:docMk/>
            <pc:sldMk cId="638055602" sldId="278"/>
            <ac:picMk id="7" creationId="{64DE237D-0963-4402-99E9-F0689CDD918E}"/>
          </ac:picMkLst>
        </pc:picChg>
        <pc:picChg chg="add mod">
          <ac:chgData name="KACHOUR Maher" userId="09775c39-7739-40bf-ba04-c8ef3ab24a94" providerId="ADAL" clId="{BF8214A4-9249-4D32-899D-AD00A2AADBFF}" dt="2021-10-14T13:29:44.257" v="750" actId="1076"/>
          <ac:picMkLst>
            <pc:docMk/>
            <pc:sldMk cId="638055602" sldId="278"/>
            <ac:picMk id="8" creationId="{3F0B456E-B9DA-43F7-8E56-18B34E70E90E}"/>
          </ac:picMkLst>
        </pc:picChg>
        <pc:picChg chg="del">
          <ac:chgData name="KACHOUR Maher" userId="09775c39-7739-40bf-ba04-c8ef3ab24a94" providerId="ADAL" clId="{BF8214A4-9249-4D32-899D-AD00A2AADBFF}" dt="2021-10-14T11:15:52.012" v="590" actId="478"/>
          <ac:picMkLst>
            <pc:docMk/>
            <pc:sldMk cId="638055602" sldId="278"/>
            <ac:picMk id="9" creationId="{41BD6177-C3C3-48AA-8B0C-FE1C32F33428}"/>
          </ac:picMkLst>
        </pc:picChg>
        <pc:picChg chg="del">
          <ac:chgData name="KACHOUR Maher" userId="09775c39-7739-40bf-ba04-c8ef3ab24a94" providerId="ADAL" clId="{BF8214A4-9249-4D32-899D-AD00A2AADBFF}" dt="2021-10-14T11:19:22.029" v="644" actId="478"/>
          <ac:picMkLst>
            <pc:docMk/>
            <pc:sldMk cId="638055602" sldId="278"/>
            <ac:picMk id="11" creationId="{166F5A58-0BBC-4DFC-A2D0-D7B46767BDC1}"/>
          </ac:picMkLst>
        </pc:picChg>
      </pc:sldChg>
      <pc:sldChg chg="delSp modSp mod">
        <pc:chgData name="KACHOUR Maher" userId="09775c39-7739-40bf-ba04-c8ef3ab24a94" providerId="ADAL" clId="{BF8214A4-9249-4D32-899D-AD00A2AADBFF}" dt="2021-10-14T13:39:38.197" v="789" actId="14100"/>
        <pc:sldMkLst>
          <pc:docMk/>
          <pc:sldMk cId="2572892666" sldId="279"/>
        </pc:sldMkLst>
        <pc:picChg chg="mod">
          <ac:chgData name="KACHOUR Maher" userId="09775c39-7739-40bf-ba04-c8ef3ab24a94" providerId="ADAL" clId="{BF8214A4-9249-4D32-899D-AD00A2AADBFF}" dt="2021-10-14T13:39:38.197" v="789" actId="14100"/>
          <ac:picMkLst>
            <pc:docMk/>
            <pc:sldMk cId="2572892666" sldId="279"/>
            <ac:picMk id="5" creationId="{E2332489-CAC4-40CC-BD1F-B3079F261893}"/>
          </ac:picMkLst>
        </pc:picChg>
        <pc:picChg chg="del">
          <ac:chgData name="KACHOUR Maher" userId="09775c39-7739-40bf-ba04-c8ef3ab24a94" providerId="ADAL" clId="{BF8214A4-9249-4D32-899D-AD00A2AADBFF}" dt="2021-10-14T13:38:11.231" v="753" actId="478"/>
          <ac:picMkLst>
            <pc:docMk/>
            <pc:sldMk cId="2572892666" sldId="279"/>
            <ac:picMk id="7" creationId="{F64BBED4-F2DF-4500-AB53-E397F191999C}"/>
          </ac:picMkLst>
        </pc:picChg>
        <pc:picChg chg="del">
          <ac:chgData name="KACHOUR Maher" userId="09775c39-7739-40bf-ba04-c8ef3ab24a94" providerId="ADAL" clId="{BF8214A4-9249-4D32-899D-AD00A2AADBFF}" dt="2021-10-14T13:39:31.794" v="788" actId="478"/>
          <ac:picMkLst>
            <pc:docMk/>
            <pc:sldMk cId="2572892666" sldId="279"/>
            <ac:picMk id="9" creationId="{06505C06-3495-4F1C-BCE0-0CF2A2E2DB36}"/>
          </ac:picMkLst>
        </pc:picChg>
      </pc:sldChg>
      <pc:sldChg chg="modSp mod">
        <pc:chgData name="KACHOUR Maher" userId="09775c39-7739-40bf-ba04-c8ef3ab24a94" providerId="ADAL" clId="{BF8214A4-9249-4D32-899D-AD00A2AADBFF}" dt="2021-10-14T13:54:28.607" v="1047" actId="20577"/>
        <pc:sldMkLst>
          <pc:docMk/>
          <pc:sldMk cId="1005798455" sldId="280"/>
        </pc:sldMkLst>
        <pc:spChg chg="mod">
          <ac:chgData name="KACHOUR Maher" userId="09775c39-7739-40bf-ba04-c8ef3ab24a94" providerId="ADAL" clId="{BF8214A4-9249-4D32-899D-AD00A2AADBFF}" dt="2021-10-14T13:54:28.607" v="1047" actId="20577"/>
          <ac:spMkLst>
            <pc:docMk/>
            <pc:sldMk cId="1005798455" sldId="280"/>
            <ac:spMk id="3" creationId="{E117A3D3-E460-4DCA-B869-6DC8B3101EE8}"/>
          </ac:spMkLst>
        </pc:spChg>
      </pc:sldChg>
      <pc:sldChg chg="addSp delSp modSp new mod setBg">
        <pc:chgData name="KACHOUR Maher" userId="09775c39-7739-40bf-ba04-c8ef3ab24a94" providerId="ADAL" clId="{BF8214A4-9249-4D32-899D-AD00A2AADBFF}" dt="2021-10-14T11:07:42.793" v="348" actId="20577"/>
        <pc:sldMkLst>
          <pc:docMk/>
          <pc:sldMk cId="3707336201" sldId="288"/>
        </pc:sldMkLst>
        <pc:spChg chg="mod">
          <ac:chgData name="KACHOUR Maher" userId="09775c39-7739-40bf-ba04-c8ef3ab24a94" providerId="ADAL" clId="{BF8214A4-9249-4D32-899D-AD00A2AADBFF}" dt="2021-10-14T10:43:18.634" v="31" actId="26606"/>
          <ac:spMkLst>
            <pc:docMk/>
            <pc:sldMk cId="3707336201" sldId="288"/>
            <ac:spMk id="2" creationId="{8411F764-5DB7-4B94-AC77-9A64DC794E06}"/>
          </ac:spMkLst>
        </pc:spChg>
        <pc:spChg chg="del">
          <ac:chgData name="KACHOUR Maher" userId="09775c39-7739-40bf-ba04-c8ef3ab24a94" providerId="ADAL" clId="{BF8214A4-9249-4D32-899D-AD00A2AADBFF}" dt="2021-10-14T10:41:35.029" v="11" actId="26606"/>
          <ac:spMkLst>
            <pc:docMk/>
            <pc:sldMk cId="3707336201" sldId="288"/>
            <ac:spMk id="3" creationId="{E95261A3-E613-4EF6-892B-FC4D432ADF7E}"/>
          </ac:spMkLst>
        </pc:spChg>
        <pc:spChg chg="add mod">
          <ac:chgData name="KACHOUR Maher" userId="09775c39-7739-40bf-ba04-c8ef3ab24a94" providerId="ADAL" clId="{BF8214A4-9249-4D32-899D-AD00A2AADBFF}" dt="2021-10-14T11:04:43.924" v="150" actId="20577"/>
          <ac:spMkLst>
            <pc:docMk/>
            <pc:sldMk cId="3707336201" sldId="288"/>
            <ac:spMk id="6" creationId="{6066338B-C7F7-4DB5-978B-8C2BD6C7D5AE}"/>
          </ac:spMkLst>
        </pc:spChg>
        <pc:spChg chg="add del">
          <ac:chgData name="KACHOUR Maher" userId="09775c39-7739-40bf-ba04-c8ef3ab24a94" providerId="ADAL" clId="{BF8214A4-9249-4D32-899D-AD00A2AADBFF}" dt="2021-10-14T10:43:18.634" v="31" actId="26606"/>
          <ac:spMkLst>
            <pc:docMk/>
            <pc:sldMk cId="3707336201" sldId="288"/>
            <ac:spMk id="9" creationId="{F170E346-B98B-43A6-A4DA-D36FF63284B3}"/>
          </ac:spMkLst>
        </pc:spChg>
        <pc:graphicFrameChg chg="add mod modGraphic">
          <ac:chgData name="KACHOUR Maher" userId="09775c39-7739-40bf-ba04-c8ef3ab24a94" providerId="ADAL" clId="{BF8214A4-9249-4D32-899D-AD00A2AADBFF}" dt="2021-10-14T11:07:42.793" v="348" actId="20577"/>
          <ac:graphicFrameMkLst>
            <pc:docMk/>
            <pc:sldMk cId="3707336201" sldId="288"/>
            <ac:graphicFrameMk id="7" creationId="{1E8665D7-E1A3-4D0B-8409-16A5912FDDBC}"/>
          </ac:graphicFrameMkLst>
        </pc:graphicFrameChg>
        <pc:picChg chg="add del mod">
          <ac:chgData name="KACHOUR Maher" userId="09775c39-7739-40bf-ba04-c8ef3ab24a94" providerId="ADAL" clId="{BF8214A4-9249-4D32-899D-AD00A2AADBFF}" dt="2021-10-14T11:00:00.211" v="61" actId="478"/>
          <ac:picMkLst>
            <pc:docMk/>
            <pc:sldMk cId="3707336201" sldId="288"/>
            <ac:picMk id="4" creationId="{3B859452-CDDC-4881-8460-F3E81239F804}"/>
          </ac:picMkLst>
        </pc:picChg>
      </pc:sldChg>
      <pc:sldChg chg="addSp delSp modSp add mod">
        <pc:chgData name="KACHOUR Maher" userId="09775c39-7739-40bf-ba04-c8ef3ab24a94" providerId="ADAL" clId="{BF8214A4-9249-4D32-899D-AD00A2AADBFF}" dt="2021-10-14T10:42:51.146" v="29" actId="14100"/>
        <pc:sldMkLst>
          <pc:docMk/>
          <pc:sldMk cId="1105304537" sldId="289"/>
        </pc:sldMkLst>
        <pc:spChg chg="mod">
          <ac:chgData name="KACHOUR Maher" userId="09775c39-7739-40bf-ba04-c8ef3ab24a94" providerId="ADAL" clId="{BF8214A4-9249-4D32-899D-AD00A2AADBFF}" dt="2021-10-14T10:42:20.401" v="21" actId="26606"/>
          <ac:spMkLst>
            <pc:docMk/>
            <pc:sldMk cId="1105304537" sldId="289"/>
            <ac:spMk id="2" creationId="{8411F764-5DB7-4B94-AC77-9A64DC794E06}"/>
          </ac:spMkLst>
        </pc:spChg>
        <pc:spChg chg="add del mod">
          <ac:chgData name="KACHOUR Maher" userId="09775c39-7739-40bf-ba04-c8ef3ab24a94" providerId="ADAL" clId="{BF8214A4-9249-4D32-899D-AD00A2AADBFF}" dt="2021-10-14T10:42:14.381" v="19" actId="478"/>
          <ac:spMkLst>
            <pc:docMk/>
            <pc:sldMk cId="1105304537" sldId="289"/>
            <ac:spMk id="5" creationId="{973F5033-9B9A-4FF8-8DDD-96A8532E0DD4}"/>
          </ac:spMkLst>
        </pc:spChg>
        <pc:spChg chg="del">
          <ac:chgData name="KACHOUR Maher" userId="09775c39-7739-40bf-ba04-c8ef3ab24a94" providerId="ADAL" clId="{BF8214A4-9249-4D32-899D-AD00A2AADBFF}" dt="2021-10-14T10:42:20.401" v="21" actId="26606"/>
          <ac:spMkLst>
            <pc:docMk/>
            <pc:sldMk cId="1105304537" sldId="289"/>
            <ac:spMk id="9" creationId="{F170E346-B98B-43A6-A4DA-D36FF63284B3}"/>
          </ac:spMkLst>
        </pc:spChg>
        <pc:picChg chg="del">
          <ac:chgData name="KACHOUR Maher" userId="09775c39-7739-40bf-ba04-c8ef3ab24a94" providerId="ADAL" clId="{BF8214A4-9249-4D32-899D-AD00A2AADBFF}" dt="2021-10-14T10:42:11.187" v="18" actId="478"/>
          <ac:picMkLst>
            <pc:docMk/>
            <pc:sldMk cId="1105304537" sldId="289"/>
            <ac:picMk id="4" creationId="{3B859452-CDDC-4881-8460-F3E81239F804}"/>
          </ac:picMkLst>
        </pc:picChg>
        <pc:picChg chg="add mod">
          <ac:chgData name="KACHOUR Maher" userId="09775c39-7739-40bf-ba04-c8ef3ab24a94" providerId="ADAL" clId="{BF8214A4-9249-4D32-899D-AD00A2AADBFF}" dt="2021-10-14T10:42:51.146" v="29" actId="14100"/>
          <ac:picMkLst>
            <pc:docMk/>
            <pc:sldMk cId="1105304537" sldId="289"/>
            <ac:picMk id="7" creationId="{244290E5-B06C-446D-81E5-E40E8C1487CD}"/>
          </ac:picMkLst>
        </pc:picChg>
      </pc:sldChg>
      <pc:sldChg chg="new del">
        <pc:chgData name="KACHOUR Maher" userId="09775c39-7739-40bf-ba04-c8ef3ab24a94" providerId="ADAL" clId="{BF8214A4-9249-4D32-899D-AD00A2AADBFF}" dt="2021-10-14T10:59:57.595" v="60" actId="2696"/>
        <pc:sldMkLst>
          <pc:docMk/>
          <pc:sldMk cId="3862275698" sldId="290"/>
        </pc:sldMkLst>
      </pc:sldChg>
      <pc:sldChg chg="add">
        <pc:chgData name="KACHOUR Maher" userId="09775c39-7739-40bf-ba04-c8ef3ab24a94" providerId="ADAL" clId="{BF8214A4-9249-4D32-899D-AD00A2AADBFF}" dt="2021-10-14T10:59:53.376" v="59" actId="2890"/>
        <pc:sldMkLst>
          <pc:docMk/>
          <pc:sldMk cId="2199186160" sldId="291"/>
        </pc:sldMkLst>
      </pc:sldChg>
      <pc:sldChg chg="addSp modSp new mod">
        <pc:chgData name="KACHOUR Maher" userId="09775c39-7739-40bf-ba04-c8ef3ab24a94" providerId="ADAL" clId="{BF8214A4-9249-4D32-899D-AD00A2AADBFF}" dt="2021-10-14T11:21:38.900" v="732" actId="20577"/>
        <pc:sldMkLst>
          <pc:docMk/>
          <pc:sldMk cId="81781345" sldId="292"/>
        </pc:sldMkLst>
        <pc:spChg chg="mod">
          <ac:chgData name="KACHOUR Maher" userId="09775c39-7739-40bf-ba04-c8ef3ab24a94" providerId="ADAL" clId="{BF8214A4-9249-4D32-899D-AD00A2AADBFF}" dt="2021-10-14T11:11:38.393" v="357" actId="20577"/>
          <ac:spMkLst>
            <pc:docMk/>
            <pc:sldMk cId="81781345" sldId="292"/>
            <ac:spMk id="2" creationId="{F64BF0DD-FFC4-4682-9A3D-7B4B235439A5}"/>
          </ac:spMkLst>
        </pc:spChg>
        <pc:spChg chg="mod">
          <ac:chgData name="KACHOUR Maher" userId="09775c39-7739-40bf-ba04-c8ef3ab24a94" providerId="ADAL" clId="{BF8214A4-9249-4D32-899D-AD00A2AADBFF}" dt="2021-10-14T11:21:02.158" v="707" actId="27636"/>
          <ac:spMkLst>
            <pc:docMk/>
            <pc:sldMk cId="81781345" sldId="292"/>
            <ac:spMk id="3" creationId="{145B38BC-A63B-42B9-AB9C-772C30ACA228}"/>
          </ac:spMkLst>
        </pc:spChg>
        <pc:graphicFrameChg chg="add mod modGraphic">
          <ac:chgData name="KACHOUR Maher" userId="09775c39-7739-40bf-ba04-c8ef3ab24a94" providerId="ADAL" clId="{BF8214A4-9249-4D32-899D-AD00A2AADBFF}" dt="2021-10-14T11:21:38.900" v="732" actId="20577"/>
          <ac:graphicFrameMkLst>
            <pc:docMk/>
            <pc:sldMk cId="81781345" sldId="292"/>
            <ac:graphicFrameMk id="4" creationId="{611E66A5-294F-4D20-BCBB-2ACE900D43D4}"/>
          </ac:graphicFrameMkLst>
        </pc:graphicFrameChg>
      </pc:sldChg>
      <pc:sldChg chg="addSp delSp modSp new mod setBg">
        <pc:chgData name="KACHOUR Maher" userId="09775c39-7739-40bf-ba04-c8ef3ab24a94" providerId="ADAL" clId="{BF8214A4-9249-4D32-899D-AD00A2AADBFF}" dt="2021-10-14T11:16:33.113" v="600" actId="26606"/>
        <pc:sldMkLst>
          <pc:docMk/>
          <pc:sldMk cId="1671867474" sldId="293"/>
        </pc:sldMkLst>
        <pc:spChg chg="del">
          <ac:chgData name="KACHOUR Maher" userId="09775c39-7739-40bf-ba04-c8ef3ab24a94" providerId="ADAL" clId="{BF8214A4-9249-4D32-899D-AD00A2AADBFF}" dt="2021-10-14T11:15:18.249" v="581" actId="478"/>
          <ac:spMkLst>
            <pc:docMk/>
            <pc:sldMk cId="1671867474" sldId="293"/>
            <ac:spMk id="2" creationId="{451C098B-567C-463A-A36C-B06D39549FD8}"/>
          </ac:spMkLst>
        </pc:spChg>
        <pc:spChg chg="del">
          <ac:chgData name="KACHOUR Maher" userId="09775c39-7739-40bf-ba04-c8ef3ab24a94" providerId="ADAL" clId="{BF8214A4-9249-4D32-899D-AD00A2AADBFF}" dt="2021-10-14T11:15:21.090" v="582" actId="478"/>
          <ac:spMkLst>
            <pc:docMk/>
            <pc:sldMk cId="1671867474" sldId="293"/>
            <ac:spMk id="3" creationId="{F344D03D-4C1A-4FB3-BB7E-BCBFB5685B3D}"/>
          </ac:spMkLst>
        </pc:spChg>
        <pc:spChg chg="add del">
          <ac:chgData name="KACHOUR Maher" userId="09775c39-7739-40bf-ba04-c8ef3ab24a94" providerId="ADAL" clId="{BF8214A4-9249-4D32-899D-AD00A2AADBFF}" dt="2021-10-14T11:16:24.587" v="598" actId="26606"/>
          <ac:spMkLst>
            <pc:docMk/>
            <pc:sldMk cId="1671867474" sldId="293"/>
            <ac:spMk id="10" creationId="{A9F529C3-C941-49FD-8C67-82F134F64BDB}"/>
          </ac:spMkLst>
        </pc:spChg>
        <pc:spChg chg="add del">
          <ac:chgData name="KACHOUR Maher" userId="09775c39-7739-40bf-ba04-c8ef3ab24a94" providerId="ADAL" clId="{BF8214A4-9249-4D32-899D-AD00A2AADBFF}" dt="2021-10-14T11:16:24.587" v="598" actId="26606"/>
          <ac:spMkLst>
            <pc:docMk/>
            <pc:sldMk cId="1671867474" sldId="293"/>
            <ac:spMk id="12" creationId="{20586029-32A0-47E5-9AEC-AE3ABA6B94D0}"/>
          </ac:spMkLst>
        </pc:spChg>
        <pc:picChg chg="add mod">
          <ac:chgData name="KACHOUR Maher" userId="09775c39-7739-40bf-ba04-c8ef3ab24a94" providerId="ADAL" clId="{BF8214A4-9249-4D32-899D-AD00A2AADBFF}" dt="2021-10-14T11:16:33.113" v="600" actId="26606"/>
          <ac:picMkLst>
            <pc:docMk/>
            <pc:sldMk cId="1671867474" sldId="293"/>
            <ac:picMk id="4" creationId="{A05B875C-4A63-425B-831D-FBDA22A654F6}"/>
          </ac:picMkLst>
        </pc:picChg>
        <pc:picChg chg="add mod">
          <ac:chgData name="KACHOUR Maher" userId="09775c39-7739-40bf-ba04-c8ef3ab24a94" providerId="ADAL" clId="{BF8214A4-9249-4D32-899D-AD00A2AADBFF}" dt="2021-10-14T11:16:33.113" v="600" actId="26606"/>
          <ac:picMkLst>
            <pc:docMk/>
            <pc:sldMk cId="1671867474" sldId="293"/>
            <ac:picMk id="5" creationId="{19683650-E1AF-4BE7-86D7-38F2000BEF65}"/>
          </ac:picMkLst>
        </pc:picChg>
        <pc:cxnChg chg="add del">
          <ac:chgData name="KACHOUR Maher" userId="09775c39-7739-40bf-ba04-c8ef3ab24a94" providerId="ADAL" clId="{BF8214A4-9249-4D32-899D-AD00A2AADBFF}" dt="2021-10-14T11:16:24.587" v="598" actId="26606"/>
          <ac:cxnSpMkLst>
            <pc:docMk/>
            <pc:sldMk cId="1671867474" sldId="293"/>
            <ac:cxnSpMk id="14" creationId="{8C730EAB-A532-4295-A302-FB4B90DB9F5E}"/>
          </ac:cxnSpMkLst>
        </pc:cxnChg>
      </pc:sldChg>
      <pc:sldChg chg="addSp delSp modSp new mod setBg">
        <pc:chgData name="KACHOUR Maher" userId="09775c39-7739-40bf-ba04-c8ef3ab24a94" providerId="ADAL" clId="{BF8214A4-9249-4D32-899D-AD00A2AADBFF}" dt="2021-10-14T13:27:04.763" v="735" actId="1076"/>
        <pc:sldMkLst>
          <pc:docMk/>
          <pc:sldMk cId="1535440854" sldId="294"/>
        </pc:sldMkLst>
        <pc:spChg chg="mod">
          <ac:chgData name="KACHOUR Maher" userId="09775c39-7739-40bf-ba04-c8ef3ab24a94" providerId="ADAL" clId="{BF8214A4-9249-4D32-899D-AD00A2AADBFF}" dt="2021-10-14T11:17:56.155" v="639" actId="26606"/>
          <ac:spMkLst>
            <pc:docMk/>
            <pc:sldMk cId="1535440854" sldId="294"/>
            <ac:spMk id="2" creationId="{2FCEA8CD-5553-4006-85A0-C8E8076B4308}"/>
          </ac:spMkLst>
        </pc:spChg>
        <pc:spChg chg="del">
          <ac:chgData name="KACHOUR Maher" userId="09775c39-7739-40bf-ba04-c8ef3ab24a94" providerId="ADAL" clId="{BF8214A4-9249-4D32-899D-AD00A2AADBFF}" dt="2021-10-14T11:17:45.515" v="637" actId="478"/>
          <ac:spMkLst>
            <pc:docMk/>
            <pc:sldMk cId="1535440854" sldId="294"/>
            <ac:spMk id="3" creationId="{3F757F6D-3DEC-4AB0-939A-1DB97919CDF3}"/>
          </ac:spMkLst>
        </pc:spChg>
        <pc:picChg chg="add del mod">
          <ac:chgData name="KACHOUR Maher" userId="09775c39-7739-40bf-ba04-c8ef3ab24a94" providerId="ADAL" clId="{BF8214A4-9249-4D32-899D-AD00A2AADBFF}" dt="2021-10-14T13:26:58.655" v="733" actId="478"/>
          <ac:picMkLst>
            <pc:docMk/>
            <pc:sldMk cId="1535440854" sldId="294"/>
            <ac:picMk id="4" creationId="{E538E1B7-57F9-4C01-86A6-A5933E4A744E}"/>
          </ac:picMkLst>
        </pc:picChg>
        <pc:picChg chg="add mod">
          <ac:chgData name="KACHOUR Maher" userId="09775c39-7739-40bf-ba04-c8ef3ab24a94" providerId="ADAL" clId="{BF8214A4-9249-4D32-899D-AD00A2AADBFF}" dt="2021-10-14T13:27:04.763" v="735" actId="1076"/>
          <ac:picMkLst>
            <pc:docMk/>
            <pc:sldMk cId="1535440854" sldId="294"/>
            <ac:picMk id="6" creationId="{0F806693-F0F3-4E86-A8B4-3E069BEC3E3A}"/>
          </ac:picMkLst>
        </pc:picChg>
      </pc:sldChg>
      <pc:sldChg chg="addSp modSp new mod">
        <pc:chgData name="KACHOUR Maher" userId="09775c39-7739-40bf-ba04-c8ef3ab24a94" providerId="ADAL" clId="{BF8214A4-9249-4D32-899D-AD00A2AADBFF}" dt="2021-10-14T13:49:54.751" v="930"/>
        <pc:sldMkLst>
          <pc:docMk/>
          <pc:sldMk cId="3150269305" sldId="295"/>
        </pc:sldMkLst>
        <pc:spChg chg="mod">
          <ac:chgData name="KACHOUR Maher" userId="09775c39-7739-40bf-ba04-c8ef3ab24a94" providerId="ADAL" clId="{BF8214A4-9249-4D32-899D-AD00A2AADBFF}" dt="2021-10-14T13:39:18.569" v="774" actId="20577"/>
          <ac:spMkLst>
            <pc:docMk/>
            <pc:sldMk cId="3150269305" sldId="295"/>
            <ac:spMk id="2" creationId="{FA41B47A-EB61-4D5C-864F-D1A46B853A92}"/>
          </ac:spMkLst>
        </pc:spChg>
        <pc:spChg chg="mod">
          <ac:chgData name="KACHOUR Maher" userId="09775c39-7739-40bf-ba04-c8ef3ab24a94" providerId="ADAL" clId="{BF8214A4-9249-4D32-899D-AD00A2AADBFF}" dt="2021-10-14T13:49:54.751" v="930"/>
          <ac:spMkLst>
            <pc:docMk/>
            <pc:sldMk cId="3150269305" sldId="295"/>
            <ac:spMk id="3" creationId="{5B3F578E-58E2-4F8D-B15B-FE1473B5FFFC}"/>
          </ac:spMkLst>
        </pc:spChg>
        <pc:graphicFrameChg chg="add mod modGraphic">
          <ac:chgData name="KACHOUR Maher" userId="09775c39-7739-40bf-ba04-c8ef3ab24a94" providerId="ADAL" clId="{BF8214A4-9249-4D32-899D-AD00A2AADBFF}" dt="2021-10-14T13:43:39.020" v="920" actId="20577"/>
          <ac:graphicFrameMkLst>
            <pc:docMk/>
            <pc:sldMk cId="3150269305" sldId="295"/>
            <ac:graphicFrameMk id="4" creationId="{9BFD17B1-4CF9-46F2-8F3B-77E550FEA4BD}"/>
          </ac:graphicFrameMkLst>
        </pc:graphicFrameChg>
      </pc:sldChg>
      <pc:sldChg chg="addSp delSp modSp new mod">
        <pc:chgData name="KACHOUR Maher" userId="09775c39-7739-40bf-ba04-c8ef3ab24a94" providerId="ADAL" clId="{BF8214A4-9249-4D32-899D-AD00A2AADBFF}" dt="2021-10-14T13:39:00.363" v="767" actId="14100"/>
        <pc:sldMkLst>
          <pc:docMk/>
          <pc:sldMk cId="2781931880" sldId="296"/>
        </pc:sldMkLst>
        <pc:spChg chg="del">
          <ac:chgData name="KACHOUR Maher" userId="09775c39-7739-40bf-ba04-c8ef3ab24a94" providerId="ADAL" clId="{BF8214A4-9249-4D32-899D-AD00A2AADBFF}" dt="2021-10-14T13:38:17.951" v="755" actId="478"/>
          <ac:spMkLst>
            <pc:docMk/>
            <pc:sldMk cId="2781931880" sldId="296"/>
            <ac:spMk id="2" creationId="{C8E87DF8-73A2-48BA-AA67-DB7E6F99FFCA}"/>
          </ac:spMkLst>
        </pc:spChg>
        <pc:spChg chg="del">
          <ac:chgData name="KACHOUR Maher" userId="09775c39-7739-40bf-ba04-c8ef3ab24a94" providerId="ADAL" clId="{BF8214A4-9249-4D32-899D-AD00A2AADBFF}" dt="2021-10-14T13:38:20.247" v="756" actId="478"/>
          <ac:spMkLst>
            <pc:docMk/>
            <pc:sldMk cId="2781931880" sldId="296"/>
            <ac:spMk id="3" creationId="{91AB8ADD-31CF-483E-ABFF-2782ACF9F2D7}"/>
          </ac:spMkLst>
        </pc:spChg>
        <pc:picChg chg="add mod">
          <ac:chgData name="KACHOUR Maher" userId="09775c39-7739-40bf-ba04-c8ef3ab24a94" providerId="ADAL" clId="{BF8214A4-9249-4D32-899D-AD00A2AADBFF}" dt="2021-10-14T13:38:32.321" v="761" actId="1076"/>
          <ac:picMkLst>
            <pc:docMk/>
            <pc:sldMk cId="2781931880" sldId="296"/>
            <ac:picMk id="4" creationId="{83E75BDE-487B-4722-9C51-BFFD2CB017BB}"/>
          </ac:picMkLst>
        </pc:picChg>
        <pc:picChg chg="add mod">
          <ac:chgData name="KACHOUR Maher" userId="09775c39-7739-40bf-ba04-c8ef3ab24a94" providerId="ADAL" clId="{BF8214A4-9249-4D32-899D-AD00A2AADBFF}" dt="2021-10-14T13:39:00.363" v="767" actId="14100"/>
          <ac:picMkLst>
            <pc:docMk/>
            <pc:sldMk cId="2781931880" sldId="296"/>
            <ac:picMk id="5" creationId="{55A4D3FA-F854-4343-8E56-6876733A910A}"/>
          </ac:picMkLst>
        </pc:picChg>
      </pc:sldChg>
      <pc:sldChg chg="addSp delSp modSp add mod">
        <pc:chgData name="KACHOUR Maher" userId="09775c39-7739-40bf-ba04-c8ef3ab24a94" providerId="ADAL" clId="{BF8214A4-9249-4D32-899D-AD00A2AADBFF}" dt="2021-10-14T13:53:42.868" v="1029" actId="1076"/>
        <pc:sldMkLst>
          <pc:docMk/>
          <pc:sldMk cId="3341424563" sldId="297"/>
        </pc:sldMkLst>
        <pc:spChg chg="mod">
          <ac:chgData name="KACHOUR Maher" userId="09775c39-7739-40bf-ba04-c8ef3ab24a94" providerId="ADAL" clId="{BF8214A4-9249-4D32-899D-AD00A2AADBFF}" dt="2021-10-14T13:52:57.526" v="1023" actId="20577"/>
          <ac:spMkLst>
            <pc:docMk/>
            <pc:sldMk cId="3341424563" sldId="297"/>
            <ac:spMk id="3" creationId="{F63BDC8B-3BBE-45AA-AA92-F1E6DF4DDD1A}"/>
          </ac:spMkLst>
        </pc:spChg>
        <pc:picChg chg="del">
          <ac:chgData name="KACHOUR Maher" userId="09775c39-7739-40bf-ba04-c8ef3ab24a94" providerId="ADAL" clId="{BF8214A4-9249-4D32-899D-AD00A2AADBFF}" dt="2021-10-14T13:53:02.112" v="1024" actId="478"/>
          <ac:picMkLst>
            <pc:docMk/>
            <pc:sldMk cId="3341424563" sldId="297"/>
            <ac:picMk id="5" creationId="{E2332489-CAC4-40CC-BD1F-B3079F261893}"/>
          </ac:picMkLst>
        </pc:picChg>
        <pc:picChg chg="add mod">
          <ac:chgData name="KACHOUR Maher" userId="09775c39-7739-40bf-ba04-c8ef3ab24a94" providerId="ADAL" clId="{BF8214A4-9249-4D32-899D-AD00A2AADBFF}" dt="2021-10-14T13:53:42.868" v="1029" actId="1076"/>
          <ac:picMkLst>
            <pc:docMk/>
            <pc:sldMk cId="3341424563" sldId="297"/>
            <ac:picMk id="6" creationId="{D43FD996-5170-4E7D-A7AE-883C66656892}"/>
          </ac:picMkLst>
        </pc:picChg>
      </pc:sldChg>
    </pc:docChg>
  </pc:docChgLst>
  <pc:docChgLst>
    <pc:chgData name="KACHOUR Maher" userId="09775c39-7739-40bf-ba04-c8ef3ab24a94" providerId="ADAL" clId="{7768A36D-4F74-4B91-BEE3-19900B5255D8}"/>
    <pc:docChg chg="undo custSel addSld delSld modSld sldOrd">
      <pc:chgData name="KACHOUR Maher" userId="09775c39-7739-40bf-ba04-c8ef3ab24a94" providerId="ADAL" clId="{7768A36D-4F74-4B91-BEE3-19900B5255D8}" dt="2021-10-14T14:03:22.401" v="52" actId="47"/>
      <pc:docMkLst>
        <pc:docMk/>
      </pc:docMkLst>
      <pc:sldChg chg="del">
        <pc:chgData name="KACHOUR Maher" userId="09775c39-7739-40bf-ba04-c8ef3ab24a94" providerId="ADAL" clId="{7768A36D-4F74-4B91-BEE3-19900B5255D8}" dt="2021-10-14T14:02:06.415" v="32" actId="47"/>
        <pc:sldMkLst>
          <pc:docMk/>
          <pc:sldMk cId="1005798455" sldId="280"/>
        </pc:sldMkLst>
      </pc:sldChg>
      <pc:sldChg chg="del">
        <pc:chgData name="KACHOUR Maher" userId="09775c39-7739-40bf-ba04-c8ef3ab24a94" providerId="ADAL" clId="{7768A36D-4F74-4B91-BEE3-19900B5255D8}" dt="2021-10-14T14:02:48.951" v="37" actId="47"/>
        <pc:sldMkLst>
          <pc:docMk/>
          <pc:sldMk cId="3162437538" sldId="282"/>
        </pc:sldMkLst>
      </pc:sldChg>
      <pc:sldChg chg="del">
        <pc:chgData name="KACHOUR Maher" userId="09775c39-7739-40bf-ba04-c8ef3ab24a94" providerId="ADAL" clId="{7768A36D-4F74-4B91-BEE3-19900B5255D8}" dt="2021-10-14T14:03:03.962" v="44" actId="47"/>
        <pc:sldMkLst>
          <pc:docMk/>
          <pc:sldMk cId="34925008" sldId="283"/>
        </pc:sldMkLst>
      </pc:sldChg>
      <pc:sldChg chg="del">
        <pc:chgData name="KACHOUR Maher" userId="09775c39-7739-40bf-ba04-c8ef3ab24a94" providerId="ADAL" clId="{7768A36D-4F74-4B91-BEE3-19900B5255D8}" dt="2021-10-14T14:03:06.602" v="45" actId="47"/>
        <pc:sldMkLst>
          <pc:docMk/>
          <pc:sldMk cId="2774396953" sldId="285"/>
        </pc:sldMkLst>
      </pc:sldChg>
      <pc:sldChg chg="del">
        <pc:chgData name="KACHOUR Maher" userId="09775c39-7739-40bf-ba04-c8ef3ab24a94" providerId="ADAL" clId="{7768A36D-4F74-4B91-BEE3-19900B5255D8}" dt="2021-10-14T14:03:22.401" v="52" actId="47"/>
        <pc:sldMkLst>
          <pc:docMk/>
          <pc:sldMk cId="1150762834" sldId="287"/>
        </pc:sldMkLst>
      </pc:sldChg>
      <pc:sldChg chg="del">
        <pc:chgData name="KACHOUR Maher" userId="09775c39-7739-40bf-ba04-c8ef3ab24a94" providerId="ADAL" clId="{7768A36D-4F74-4B91-BEE3-19900B5255D8}" dt="2021-10-14T14:01:12.004" v="14" actId="47"/>
        <pc:sldMkLst>
          <pc:docMk/>
          <pc:sldMk cId="1105304537" sldId="289"/>
        </pc:sldMkLst>
      </pc:sldChg>
      <pc:sldChg chg="del">
        <pc:chgData name="KACHOUR Maher" userId="09775c39-7739-40bf-ba04-c8ef3ab24a94" providerId="ADAL" clId="{7768A36D-4F74-4B91-BEE3-19900B5255D8}" dt="2021-10-14T14:01:09.722" v="13" actId="47"/>
        <pc:sldMkLst>
          <pc:docMk/>
          <pc:sldMk cId="2199186160" sldId="291"/>
        </pc:sldMkLst>
      </pc:sldChg>
      <pc:sldChg chg="del">
        <pc:chgData name="KACHOUR Maher" userId="09775c39-7739-40bf-ba04-c8ef3ab24a94" providerId="ADAL" clId="{7768A36D-4F74-4B91-BEE3-19900B5255D8}" dt="2021-10-14T14:01:38.933" v="22" actId="47"/>
        <pc:sldMkLst>
          <pc:docMk/>
          <pc:sldMk cId="1671867474" sldId="293"/>
        </pc:sldMkLst>
      </pc:sldChg>
      <pc:sldChg chg="del">
        <pc:chgData name="KACHOUR Maher" userId="09775c39-7739-40bf-ba04-c8ef3ab24a94" providerId="ADAL" clId="{7768A36D-4F74-4B91-BEE3-19900B5255D8}" dt="2021-10-14T14:01:41.503" v="23" actId="47"/>
        <pc:sldMkLst>
          <pc:docMk/>
          <pc:sldMk cId="1535440854" sldId="294"/>
        </pc:sldMkLst>
      </pc:sldChg>
      <pc:sldChg chg="del">
        <pc:chgData name="KACHOUR Maher" userId="09775c39-7739-40bf-ba04-c8ef3ab24a94" providerId="ADAL" clId="{7768A36D-4F74-4B91-BEE3-19900B5255D8}" dt="2021-10-14T14:02:04.963" v="31" actId="47"/>
        <pc:sldMkLst>
          <pc:docMk/>
          <pc:sldMk cId="2781931880" sldId="296"/>
        </pc:sldMkLst>
      </pc:sldChg>
      <pc:sldChg chg="addSp delSp modSp new mod">
        <pc:chgData name="KACHOUR Maher" userId="09775c39-7739-40bf-ba04-c8ef3ab24a94" providerId="ADAL" clId="{7768A36D-4F74-4B91-BEE3-19900B5255D8}" dt="2021-10-14T14:00:51.887" v="9" actId="208"/>
        <pc:sldMkLst>
          <pc:docMk/>
          <pc:sldMk cId="4097636000" sldId="298"/>
        </pc:sldMkLst>
        <pc:spChg chg="add del mod">
          <ac:chgData name="KACHOUR Maher" userId="09775c39-7739-40bf-ba04-c8ef3ab24a94" providerId="ADAL" clId="{7768A36D-4F74-4B91-BEE3-19900B5255D8}" dt="2021-10-14T14:00:31.294" v="6" actId="20577"/>
          <ac:spMkLst>
            <pc:docMk/>
            <pc:sldMk cId="4097636000" sldId="298"/>
            <ac:spMk id="2" creationId="{34A325B6-5444-4BA5-A191-20D17CE5E13E}"/>
          </ac:spMkLst>
        </pc:spChg>
        <pc:spChg chg="del">
          <ac:chgData name="KACHOUR Maher" userId="09775c39-7739-40bf-ba04-c8ef3ab24a94" providerId="ADAL" clId="{7768A36D-4F74-4B91-BEE3-19900B5255D8}" dt="2021-10-14T14:00:35.855" v="7" actId="478"/>
          <ac:spMkLst>
            <pc:docMk/>
            <pc:sldMk cId="4097636000" sldId="298"/>
            <ac:spMk id="3" creationId="{EB8A1473-0794-4794-A24D-DA6523C6BB8B}"/>
          </ac:spMkLst>
        </pc:spChg>
        <pc:spChg chg="add mod">
          <ac:chgData name="KACHOUR Maher" userId="09775c39-7739-40bf-ba04-c8ef3ab24a94" providerId="ADAL" clId="{7768A36D-4F74-4B91-BEE3-19900B5255D8}" dt="2021-10-14T14:00:51.887" v="9" actId="208"/>
          <ac:spMkLst>
            <pc:docMk/>
            <pc:sldMk cId="4097636000" sldId="298"/>
            <ac:spMk id="4" creationId="{DE845962-A62E-4534-9494-A1F0BE497AA8}"/>
          </ac:spMkLst>
        </pc:spChg>
      </pc:sldChg>
      <pc:sldChg chg="add ord">
        <pc:chgData name="KACHOUR Maher" userId="09775c39-7739-40bf-ba04-c8ef3ab24a94" providerId="ADAL" clId="{7768A36D-4F74-4B91-BEE3-19900B5255D8}" dt="2021-10-14T14:01:06.727" v="12"/>
        <pc:sldMkLst>
          <pc:docMk/>
          <pc:sldMk cId="3609503250" sldId="299"/>
        </pc:sldMkLst>
      </pc:sldChg>
      <pc:sldChg chg="add">
        <pc:chgData name="KACHOUR Maher" userId="09775c39-7739-40bf-ba04-c8ef3ab24a94" providerId="ADAL" clId="{7768A36D-4F74-4B91-BEE3-19900B5255D8}" dt="2021-10-14T14:01:15.622" v="15" actId="2890"/>
        <pc:sldMkLst>
          <pc:docMk/>
          <pc:sldMk cId="3560525147" sldId="300"/>
        </pc:sldMkLst>
      </pc:sldChg>
      <pc:sldChg chg="add ord">
        <pc:chgData name="KACHOUR Maher" userId="09775c39-7739-40bf-ba04-c8ef3ab24a94" providerId="ADAL" clId="{7768A36D-4F74-4B91-BEE3-19900B5255D8}" dt="2021-10-14T14:01:27.808" v="18"/>
        <pc:sldMkLst>
          <pc:docMk/>
          <pc:sldMk cId="2253499022" sldId="301"/>
        </pc:sldMkLst>
      </pc:sldChg>
      <pc:sldChg chg="add ord">
        <pc:chgData name="KACHOUR Maher" userId="09775c39-7739-40bf-ba04-c8ef3ab24a94" providerId="ADAL" clId="{7768A36D-4F74-4B91-BEE3-19900B5255D8}" dt="2021-10-14T14:01:35.231" v="21"/>
        <pc:sldMkLst>
          <pc:docMk/>
          <pc:sldMk cId="2508226355" sldId="302"/>
        </pc:sldMkLst>
      </pc:sldChg>
      <pc:sldChg chg="add">
        <pc:chgData name="KACHOUR Maher" userId="09775c39-7739-40bf-ba04-c8ef3ab24a94" providerId="ADAL" clId="{7768A36D-4F74-4B91-BEE3-19900B5255D8}" dt="2021-10-14T14:01:44.722" v="24" actId="2890"/>
        <pc:sldMkLst>
          <pc:docMk/>
          <pc:sldMk cId="429385888" sldId="303"/>
        </pc:sldMkLst>
      </pc:sldChg>
      <pc:sldChg chg="add ord">
        <pc:chgData name="KACHOUR Maher" userId="09775c39-7739-40bf-ba04-c8ef3ab24a94" providerId="ADAL" clId="{7768A36D-4F74-4B91-BEE3-19900B5255D8}" dt="2021-10-14T14:01:52.062" v="27"/>
        <pc:sldMkLst>
          <pc:docMk/>
          <pc:sldMk cId="2872947665" sldId="304"/>
        </pc:sldMkLst>
      </pc:sldChg>
      <pc:sldChg chg="add ord">
        <pc:chgData name="KACHOUR Maher" userId="09775c39-7739-40bf-ba04-c8ef3ab24a94" providerId="ADAL" clId="{7768A36D-4F74-4B91-BEE3-19900B5255D8}" dt="2021-10-14T14:01:59.482" v="30"/>
        <pc:sldMkLst>
          <pc:docMk/>
          <pc:sldMk cId="4067404604" sldId="305"/>
        </pc:sldMkLst>
      </pc:sldChg>
      <pc:sldChg chg="add ord">
        <pc:chgData name="KACHOUR Maher" userId="09775c39-7739-40bf-ba04-c8ef3ab24a94" providerId="ADAL" clId="{7768A36D-4F74-4B91-BEE3-19900B5255D8}" dt="2021-10-14T14:02:14.897" v="35"/>
        <pc:sldMkLst>
          <pc:docMk/>
          <pc:sldMk cId="727537889" sldId="306"/>
        </pc:sldMkLst>
      </pc:sldChg>
      <pc:sldChg chg="add">
        <pc:chgData name="KACHOUR Maher" userId="09775c39-7739-40bf-ba04-c8ef3ab24a94" providerId="ADAL" clId="{7768A36D-4F74-4B91-BEE3-19900B5255D8}" dt="2021-10-14T14:02:19.138" v="36" actId="2890"/>
        <pc:sldMkLst>
          <pc:docMk/>
          <pc:sldMk cId="1739454800" sldId="307"/>
        </pc:sldMkLst>
      </pc:sldChg>
      <pc:sldChg chg="add ord">
        <pc:chgData name="KACHOUR Maher" userId="09775c39-7739-40bf-ba04-c8ef3ab24a94" providerId="ADAL" clId="{7768A36D-4F74-4B91-BEE3-19900B5255D8}" dt="2021-10-14T14:03:01.432" v="43"/>
        <pc:sldMkLst>
          <pc:docMk/>
          <pc:sldMk cId="4245509879" sldId="308"/>
        </pc:sldMkLst>
      </pc:sldChg>
      <pc:sldChg chg="add ord">
        <pc:chgData name="KACHOUR Maher" userId="09775c39-7739-40bf-ba04-c8ef3ab24a94" providerId="ADAL" clId="{7768A36D-4F74-4B91-BEE3-19900B5255D8}" dt="2021-10-14T14:02:59.527" v="41"/>
        <pc:sldMkLst>
          <pc:docMk/>
          <pc:sldMk cId="3070495367" sldId="309"/>
        </pc:sldMkLst>
      </pc:sldChg>
      <pc:sldChg chg="add ord">
        <pc:chgData name="KACHOUR Maher" userId="09775c39-7739-40bf-ba04-c8ef3ab24a94" providerId="ADAL" clId="{7768A36D-4F74-4B91-BEE3-19900B5255D8}" dt="2021-10-14T14:03:12.503" v="48"/>
        <pc:sldMkLst>
          <pc:docMk/>
          <pc:sldMk cId="3883395865" sldId="310"/>
        </pc:sldMkLst>
      </pc:sldChg>
      <pc:sldChg chg="add ord">
        <pc:chgData name="KACHOUR Maher" userId="09775c39-7739-40bf-ba04-c8ef3ab24a94" providerId="ADAL" clId="{7768A36D-4F74-4B91-BEE3-19900B5255D8}" dt="2021-10-14T14:03:19.355" v="51"/>
        <pc:sldMkLst>
          <pc:docMk/>
          <pc:sldMk cId="3872905211" sldId="31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2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897A50-0854-4ACC-9469-1C4B787E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9845DC-555F-44E1-9A4C-2B31A5F1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qualitative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Le diagramme en barres 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Le diagramme à secteurs</a:t>
            </a:r>
          </a:p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7F88B8-FB9E-4DCD-9046-6CCBA5B5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420888"/>
            <a:ext cx="4800847" cy="12319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410A71-C224-470F-AE59-488102D55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19" y="4422758"/>
            <a:ext cx="4661140" cy="933498"/>
          </a:xfrm>
          <a:prstGeom prst="rect">
            <a:avLst/>
          </a:prstGeom>
        </p:spPr>
      </p:pic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E73756E4-B0D5-4D4A-B3D2-AD0569F162DB}"/>
              </a:ext>
            </a:extLst>
          </p:cNvPr>
          <p:cNvSpPr/>
          <p:nvPr/>
        </p:nvSpPr>
        <p:spPr>
          <a:xfrm>
            <a:off x="5741614" y="3573016"/>
            <a:ext cx="2430785" cy="1684784"/>
          </a:xfrm>
          <a:prstGeom prst="wedgeEllipseCallout">
            <a:avLst>
              <a:gd name="adj1" fmla="val -113978"/>
              <a:gd name="adj2" fmla="val 5167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E19FD8B-2EF3-42CD-86B5-E346C9F84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3983651"/>
            <a:ext cx="2025255" cy="91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8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63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1F764-5DB7-4B94-AC77-9A64DC79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66338B-C7F7-4DB5-978B-8C2BD6C7D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tableau ci-dessous représente le budget d’un pays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E8665D7-E1A3-4D0B-8409-16A5912FD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004676"/>
              </p:ext>
            </p:extLst>
          </p:nvPr>
        </p:nvGraphicFramePr>
        <p:xfrm>
          <a:off x="1331640" y="292494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3657663472"/>
                    </a:ext>
                  </a:extLst>
                </a:gridCol>
                <a:gridCol w="2711624">
                  <a:extLst>
                    <a:ext uri="{9D8B030D-6E8A-4147-A177-3AD203B41FA5}">
                      <a16:colId xmlns:a16="http://schemas.microsoft.com/office/drawing/2014/main" val="3871635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Montant (en milliard)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80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97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Impôts sur le revenu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2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Impôts sur les sociétés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33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Taxes sur les produits pétroliers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Autres impôts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Recette non fiscale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09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33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950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052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B118A-A31E-488A-B655-E144CC01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23C7A6-D9A0-4598-B56E-17701BC7D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623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discrète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A4D2C08-F903-474A-AC7B-29AEAEF7F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6832"/>
            <a:ext cx="4927853" cy="2448272"/>
          </a:xfrm>
          <a:prstGeom prst="rect">
            <a:avLst/>
          </a:prstGeom>
        </p:spPr>
      </p:pic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8D341CC6-2E58-4DDC-9BA5-E0D7AE213298}"/>
              </a:ext>
            </a:extLst>
          </p:cNvPr>
          <p:cNvSpPr/>
          <p:nvPr/>
        </p:nvSpPr>
        <p:spPr>
          <a:xfrm>
            <a:off x="3995936" y="3717032"/>
            <a:ext cx="4824536" cy="3024336"/>
          </a:xfrm>
          <a:prstGeom prst="wedgeEllipseCallout">
            <a:avLst>
              <a:gd name="adj1" fmla="val -75524"/>
              <a:gd name="adj2" fmla="val -4635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F0B456E-B9DA-43F7-8E56-18B34E70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09" y="4326681"/>
            <a:ext cx="3695700" cy="18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55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349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BF0DD-FFC4-4682-9A3D-7B4B2354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B38BC-A63B-42B9-AB9C-772C30ACA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56" y="1268760"/>
            <a:ext cx="896448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000" dirty="0"/>
              <a:t>Le tableau ci-dessous représente le nombre d’erreurs d’assemblage observées sur un ensemble d’appareils.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Objectifs </a:t>
            </a:r>
          </a:p>
          <a:p>
            <a:pPr>
              <a:buFontTx/>
              <a:buChar char="-"/>
            </a:pPr>
            <a:r>
              <a:rPr lang="fr-FR" sz="2000" dirty="0"/>
              <a:t>Représenter graphiquement les données </a:t>
            </a:r>
          </a:p>
          <a:p>
            <a:pPr>
              <a:buFontTx/>
              <a:buChar char="-"/>
            </a:pPr>
            <a:r>
              <a:rPr lang="fr-FR" sz="2000" dirty="0"/>
              <a:t>Tracer la courbe des fréquences cumulées croissantes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611E66A5-294F-4D20-BCBB-2ACE900D4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13354"/>
              </p:ext>
            </p:extLst>
          </p:nvPr>
        </p:nvGraphicFramePr>
        <p:xfrm>
          <a:off x="1619672" y="198884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5297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09524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Nombre d’erreurs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d’appareils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58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49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08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91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97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3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06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1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22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385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E4D78-736E-41D4-A374-11724A94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BDC8B-3BBE-45AA-AA92-F1E6DF4D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7" y="1397001"/>
            <a:ext cx="4865033" cy="4525963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continue (regroupées en classes)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L’histogramme est un graphique composé de rectangles / pavés dont l’aire est proportionnelle à l’effectif de la classe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332489-CAC4-40CC-BD1F-B3079F26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" y="3140968"/>
            <a:ext cx="501040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92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2947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E4D78-736E-41D4-A374-11724A94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graphique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3BDC8B-3BBE-45AA-AA92-F1E6DF4D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07" y="1397001"/>
            <a:ext cx="4865033" cy="4525963"/>
          </a:xfrm>
        </p:spPr>
        <p:txBody>
          <a:bodyPr/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Le cas des données d’une variable continue (regroupées en classes)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continue (elle n’est pas en escalier)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3FD996-5170-4E7D-A7AE-883C6665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140968"/>
            <a:ext cx="6212979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2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7404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1B47A-EB61-4D5C-864F-D1A46B85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3F578E-58E2-4F8D-B15B-FE1473B5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Les données ci-dessous représentent le poids de 50 patients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Objectifs </a:t>
            </a:r>
          </a:p>
          <a:p>
            <a:pPr>
              <a:buFontTx/>
              <a:buChar char="-"/>
            </a:pPr>
            <a:r>
              <a:rPr lang="fr-FR" sz="2400" dirty="0"/>
              <a:t>Représenter graphiquement les données </a:t>
            </a:r>
          </a:p>
          <a:p>
            <a:pPr>
              <a:buFontTx/>
              <a:buChar char="-"/>
            </a:pPr>
            <a:r>
              <a:rPr lang="fr-FR" sz="2400" dirty="0"/>
              <a:t>Tracer la courbe des fréquences cumulées croissantes</a:t>
            </a:r>
          </a:p>
          <a:p>
            <a:pPr marL="0" indent="0">
              <a:buNone/>
            </a:pPr>
            <a:endParaRPr lang="fr-FR" sz="2400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9BFD17B1-4CF9-46F2-8F3B-77E550FEA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588053"/>
              </p:ext>
            </p:extLst>
          </p:nvPr>
        </p:nvGraphicFramePr>
        <p:xfrm>
          <a:off x="1619672" y="278092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887601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4224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patients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13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8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[50 ; 60[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73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[60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8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11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269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537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9454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4FF83-AE94-4FD8-9B69-1BDA51CC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cas des classes ouvertes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17E1FF-F479-4E32-A837-DEDBEA21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56792"/>
            <a:ext cx="4464496" cy="25922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Première classe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« &lt; a »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Et / Ou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 Dernière classe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« ≥ a »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CDC93D-76C3-4D22-8AFE-C06CEF5175FA}"/>
              </a:ext>
            </a:extLst>
          </p:cNvPr>
          <p:cNvSpPr txBox="1"/>
          <p:nvPr/>
        </p:nvSpPr>
        <p:spPr>
          <a:xfrm>
            <a:off x="5436096" y="2492896"/>
            <a:ext cx="33123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Par convention </a:t>
            </a:r>
          </a:p>
          <a:p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On affecte à la première classe l’amplitude de la deuxième classe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On affecte à la dernière classe l’amplitude de l’avant dernière classe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3CF6EE5B-B817-443B-A293-EAFB49A4BDC1}"/>
              </a:ext>
            </a:extLst>
          </p:cNvPr>
          <p:cNvSpPr/>
          <p:nvPr/>
        </p:nvSpPr>
        <p:spPr>
          <a:xfrm rot="18801753">
            <a:off x="4671740" y="2420515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7D0F5BBE-16A5-4D9C-AE2C-08211A3C895D}"/>
              </a:ext>
            </a:extLst>
          </p:cNvPr>
          <p:cNvSpPr/>
          <p:nvPr/>
        </p:nvSpPr>
        <p:spPr>
          <a:xfrm rot="18801753">
            <a:off x="4617716" y="3659876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09214D-5F81-44F5-8EB6-D951A6F015A3}"/>
              </a:ext>
            </a:extLst>
          </p:cNvPr>
          <p:cNvSpPr txBox="1"/>
          <p:nvPr/>
        </p:nvSpPr>
        <p:spPr>
          <a:xfrm>
            <a:off x="611585" y="5395956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Remarque :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Si la méthode « par convention » nous fait sortir du domaine de définition de la variable, alors nous utiliserons le domaine de définition pour fermer les classes ouvertes</a:t>
            </a:r>
          </a:p>
        </p:txBody>
      </p:sp>
    </p:spTree>
    <p:extLst>
      <p:ext uri="{BB962C8B-B14F-4D97-AF65-F5344CB8AC3E}">
        <p14:creationId xmlns:p14="http://schemas.microsoft.com/office/powerpoint/2010/main" val="828950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0495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509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/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quantitative discrète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bâtons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dernière classe peut être remplacée (par convention) par [50, 70[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683689-88F7-4A3A-A6F7-781F6CEA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11" y="2060848"/>
            <a:ext cx="3886400" cy="176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68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3395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E488D6-B935-439A-AE4C-BD2197A9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1C30B0-2A3D-414C-9A6C-1032A52C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4" y="1166018"/>
            <a:ext cx="9115375" cy="56919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des produits achetés lors de la visite de 100 visiteurs d’un  centre commercial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variable étudiée est qualitative ordinale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 diagramme en barres est l’outil graphique adéquat pour représenter les données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La courbe des fréquences cumulées croissantes est discontinue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80% des visiteurs ont un nombre de produits achetés inférieur ou égal à 2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69DA56-D446-4EC4-94FA-36C5FD84C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25" y="2309018"/>
            <a:ext cx="4864350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4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325B6-5444-4BA5-A191-20D17CE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E845962-A62E-4534-9494-A1F0BE497AA8}"/>
              </a:ext>
            </a:extLst>
          </p:cNvPr>
          <p:cNvSpPr txBox="1"/>
          <p:nvPr/>
        </p:nvSpPr>
        <p:spPr>
          <a:xfrm>
            <a:off x="457200" y="1628800"/>
            <a:ext cx="8435280" cy="48965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29052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475</Words>
  <Application>Microsoft Office PowerPoint</Application>
  <PresentationFormat>Affichage à l'écran (4:3)</PresentationFormat>
  <Paragraphs>152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Wingdings</vt:lpstr>
      <vt:lpstr>Thème Office</vt:lpstr>
      <vt:lpstr>Data Description </vt:lpstr>
      <vt:lpstr>Représentation graphique des données</vt:lpstr>
      <vt:lpstr>Note</vt:lpstr>
      <vt:lpstr>Exemple </vt:lpstr>
      <vt:lpstr>Note</vt:lpstr>
      <vt:lpstr>Note</vt:lpstr>
      <vt:lpstr>Représentation graphique des données</vt:lpstr>
      <vt:lpstr>Note</vt:lpstr>
      <vt:lpstr>Exemple </vt:lpstr>
      <vt:lpstr>Note</vt:lpstr>
      <vt:lpstr>Note</vt:lpstr>
      <vt:lpstr>Représentation graphique des données</vt:lpstr>
      <vt:lpstr>Note</vt:lpstr>
      <vt:lpstr>Représentation graphique des données</vt:lpstr>
      <vt:lpstr>Note</vt:lpstr>
      <vt:lpstr>Exemple</vt:lpstr>
      <vt:lpstr>Note</vt:lpstr>
      <vt:lpstr>Note</vt:lpstr>
      <vt:lpstr>Le cas des classes ouvertes</vt:lpstr>
      <vt:lpstr>Note</vt:lpstr>
      <vt:lpstr>Note</vt:lpstr>
      <vt:lpstr>Exercice d’application</vt:lpstr>
      <vt:lpstr>Note</vt:lpstr>
      <vt:lpstr>Exercice d’application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8</cp:revision>
  <dcterms:created xsi:type="dcterms:W3CDTF">2021-02-02T16:40:54Z</dcterms:created>
  <dcterms:modified xsi:type="dcterms:W3CDTF">2021-10-14T14:03:37Z</dcterms:modified>
</cp:coreProperties>
</file>