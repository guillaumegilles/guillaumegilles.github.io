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04" r:id="rId6"/>
    <p:sldId id="323" r:id="rId7"/>
    <p:sldId id="316" r:id="rId8"/>
    <p:sldId id="324" r:id="rId9"/>
    <p:sldId id="305" r:id="rId10"/>
    <p:sldId id="325" r:id="rId11"/>
    <p:sldId id="306" r:id="rId12"/>
    <p:sldId id="326" r:id="rId13"/>
    <p:sldId id="307" r:id="rId14"/>
    <p:sldId id="327" r:id="rId15"/>
    <p:sldId id="317" r:id="rId16"/>
    <p:sldId id="328" r:id="rId17"/>
    <p:sldId id="318" r:id="rId18"/>
    <p:sldId id="329" r:id="rId19"/>
    <p:sldId id="308" r:id="rId20"/>
    <p:sldId id="330" r:id="rId21"/>
    <p:sldId id="309" r:id="rId22"/>
    <p:sldId id="331" r:id="rId23"/>
    <p:sldId id="310" r:id="rId24"/>
    <p:sldId id="332" r:id="rId25"/>
    <p:sldId id="311" r:id="rId26"/>
    <p:sldId id="333" r:id="rId27"/>
    <p:sldId id="312" r:id="rId28"/>
    <p:sldId id="334" r:id="rId29"/>
    <p:sldId id="322" r:id="rId30"/>
    <p:sldId id="335" r:id="rId31"/>
    <p:sldId id="314" r:id="rId32"/>
    <p:sldId id="336" r:id="rId33"/>
    <p:sldId id="315" r:id="rId34"/>
    <p:sldId id="337" r:id="rId35"/>
    <p:sldId id="313" r:id="rId3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A5D61C-409F-4BFD-B21F-83EBD53AC382}" v="1" dt="2021-10-15T12:16:08.1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20A5D61C-409F-4BFD-B21F-83EBD53AC382}"/>
    <pc:docChg chg="custSel addSld delSld modSld sldOrd">
      <pc:chgData name="KACHOUR Maher" userId="09775c39-7739-40bf-ba04-c8ef3ab24a94" providerId="ADAL" clId="{20A5D61C-409F-4BFD-B21F-83EBD53AC382}" dt="2021-10-15T12:17:37.725" v="55"/>
      <pc:docMkLst>
        <pc:docMk/>
      </pc:docMkLst>
      <pc:sldChg chg="del">
        <pc:chgData name="KACHOUR Maher" userId="09775c39-7739-40bf-ba04-c8ef3ab24a94" providerId="ADAL" clId="{20A5D61C-409F-4BFD-B21F-83EBD53AC382}" dt="2021-10-15T12:16:58.435" v="32" actId="47"/>
        <pc:sldMkLst>
          <pc:docMk/>
          <pc:sldMk cId="4255647002" sldId="319"/>
        </pc:sldMkLst>
      </pc:sldChg>
      <pc:sldChg chg="del">
        <pc:chgData name="KACHOUR Maher" userId="09775c39-7739-40bf-ba04-c8ef3ab24a94" providerId="ADAL" clId="{20A5D61C-409F-4BFD-B21F-83EBD53AC382}" dt="2021-10-15T12:17:05.286" v="36" actId="47"/>
        <pc:sldMkLst>
          <pc:docMk/>
          <pc:sldMk cId="2389885917" sldId="320"/>
        </pc:sldMkLst>
      </pc:sldChg>
      <pc:sldChg chg="del">
        <pc:chgData name="KACHOUR Maher" userId="09775c39-7739-40bf-ba04-c8ef3ab24a94" providerId="ADAL" clId="{20A5D61C-409F-4BFD-B21F-83EBD53AC382}" dt="2021-10-15T12:17:12.797" v="40" actId="47"/>
        <pc:sldMkLst>
          <pc:docMk/>
          <pc:sldMk cId="2158965939" sldId="321"/>
        </pc:sldMkLst>
      </pc:sldChg>
      <pc:sldChg chg="addSp delSp modSp new mod ord">
        <pc:chgData name="KACHOUR Maher" userId="09775c39-7739-40bf-ba04-c8ef3ab24a94" providerId="ADAL" clId="{20A5D61C-409F-4BFD-B21F-83EBD53AC382}" dt="2021-10-15T12:16:20.977" v="11"/>
        <pc:sldMkLst>
          <pc:docMk/>
          <pc:sldMk cId="3023688507" sldId="323"/>
        </pc:sldMkLst>
        <pc:spChg chg="mod">
          <ac:chgData name="KACHOUR Maher" userId="09775c39-7739-40bf-ba04-c8ef3ab24a94" providerId="ADAL" clId="{20A5D61C-409F-4BFD-B21F-83EBD53AC382}" dt="2021-10-15T12:15:56.834" v="4" actId="20577"/>
          <ac:spMkLst>
            <pc:docMk/>
            <pc:sldMk cId="3023688507" sldId="323"/>
            <ac:spMk id="2" creationId="{56D170E9-AFA2-4B61-A000-554AD1F97C65}"/>
          </ac:spMkLst>
        </pc:spChg>
        <pc:spChg chg="del">
          <ac:chgData name="KACHOUR Maher" userId="09775c39-7739-40bf-ba04-c8ef3ab24a94" providerId="ADAL" clId="{20A5D61C-409F-4BFD-B21F-83EBD53AC382}" dt="2021-10-15T12:16:00.382" v="5" actId="478"/>
          <ac:spMkLst>
            <pc:docMk/>
            <pc:sldMk cId="3023688507" sldId="323"/>
            <ac:spMk id="3" creationId="{68DEEB9E-90EE-4A9D-8127-24DF82042B49}"/>
          </ac:spMkLst>
        </pc:spChg>
        <pc:spChg chg="add mod">
          <ac:chgData name="KACHOUR Maher" userId="09775c39-7739-40bf-ba04-c8ef3ab24a94" providerId="ADAL" clId="{20A5D61C-409F-4BFD-B21F-83EBD53AC382}" dt="2021-10-15T12:16:14.640" v="8" actId="13822"/>
          <ac:spMkLst>
            <pc:docMk/>
            <pc:sldMk cId="3023688507" sldId="323"/>
            <ac:spMk id="4" creationId="{A6B8B022-133B-49F4-8B9B-6BF8023727FA}"/>
          </ac:spMkLst>
        </pc:spChg>
      </pc:sldChg>
      <pc:sldChg chg="add ord">
        <pc:chgData name="KACHOUR Maher" userId="09775c39-7739-40bf-ba04-c8ef3ab24a94" providerId="ADAL" clId="{20A5D61C-409F-4BFD-B21F-83EBD53AC382}" dt="2021-10-15T12:16:23.897" v="13"/>
        <pc:sldMkLst>
          <pc:docMk/>
          <pc:sldMk cId="1187670840" sldId="324"/>
        </pc:sldMkLst>
      </pc:sldChg>
      <pc:sldChg chg="add ord">
        <pc:chgData name="KACHOUR Maher" userId="09775c39-7739-40bf-ba04-c8ef3ab24a94" providerId="ADAL" clId="{20A5D61C-409F-4BFD-B21F-83EBD53AC382}" dt="2021-10-15T12:16:30.961" v="16"/>
        <pc:sldMkLst>
          <pc:docMk/>
          <pc:sldMk cId="1558666604" sldId="325"/>
        </pc:sldMkLst>
      </pc:sldChg>
      <pc:sldChg chg="add ord">
        <pc:chgData name="KACHOUR Maher" userId="09775c39-7739-40bf-ba04-c8ef3ab24a94" providerId="ADAL" clId="{20A5D61C-409F-4BFD-B21F-83EBD53AC382}" dt="2021-10-15T12:16:35.649" v="19"/>
        <pc:sldMkLst>
          <pc:docMk/>
          <pc:sldMk cId="2675813105" sldId="326"/>
        </pc:sldMkLst>
      </pc:sldChg>
      <pc:sldChg chg="add ord">
        <pc:chgData name="KACHOUR Maher" userId="09775c39-7739-40bf-ba04-c8ef3ab24a94" providerId="ADAL" clId="{20A5D61C-409F-4BFD-B21F-83EBD53AC382}" dt="2021-10-15T12:16:41.408" v="22"/>
        <pc:sldMkLst>
          <pc:docMk/>
          <pc:sldMk cId="190443142" sldId="327"/>
        </pc:sldMkLst>
      </pc:sldChg>
      <pc:sldChg chg="add ord">
        <pc:chgData name="KACHOUR Maher" userId="09775c39-7739-40bf-ba04-c8ef3ab24a94" providerId="ADAL" clId="{20A5D61C-409F-4BFD-B21F-83EBD53AC382}" dt="2021-10-15T12:16:45.776" v="25"/>
        <pc:sldMkLst>
          <pc:docMk/>
          <pc:sldMk cId="3748768906" sldId="328"/>
        </pc:sldMkLst>
      </pc:sldChg>
      <pc:sldChg chg="add ord">
        <pc:chgData name="KACHOUR Maher" userId="09775c39-7739-40bf-ba04-c8ef3ab24a94" providerId="ADAL" clId="{20A5D61C-409F-4BFD-B21F-83EBD53AC382}" dt="2021-10-15T12:16:50.418" v="28"/>
        <pc:sldMkLst>
          <pc:docMk/>
          <pc:sldMk cId="1275101249" sldId="329"/>
        </pc:sldMkLst>
      </pc:sldChg>
      <pc:sldChg chg="add ord">
        <pc:chgData name="KACHOUR Maher" userId="09775c39-7739-40bf-ba04-c8ef3ab24a94" providerId="ADAL" clId="{20A5D61C-409F-4BFD-B21F-83EBD53AC382}" dt="2021-10-15T12:16:56.515" v="31"/>
        <pc:sldMkLst>
          <pc:docMk/>
          <pc:sldMk cId="3545924296" sldId="330"/>
        </pc:sldMkLst>
      </pc:sldChg>
      <pc:sldChg chg="add ord">
        <pc:chgData name="KACHOUR Maher" userId="09775c39-7739-40bf-ba04-c8ef3ab24a94" providerId="ADAL" clId="{20A5D61C-409F-4BFD-B21F-83EBD53AC382}" dt="2021-10-15T12:17:03.777" v="35"/>
        <pc:sldMkLst>
          <pc:docMk/>
          <pc:sldMk cId="2024009215" sldId="331"/>
        </pc:sldMkLst>
      </pc:sldChg>
      <pc:sldChg chg="add ord">
        <pc:chgData name="KACHOUR Maher" userId="09775c39-7739-40bf-ba04-c8ef3ab24a94" providerId="ADAL" clId="{20A5D61C-409F-4BFD-B21F-83EBD53AC382}" dt="2021-10-15T12:17:10.761" v="39"/>
        <pc:sldMkLst>
          <pc:docMk/>
          <pc:sldMk cId="3445622820" sldId="332"/>
        </pc:sldMkLst>
      </pc:sldChg>
      <pc:sldChg chg="add ord">
        <pc:chgData name="KACHOUR Maher" userId="09775c39-7739-40bf-ba04-c8ef3ab24a94" providerId="ADAL" clId="{20A5D61C-409F-4BFD-B21F-83EBD53AC382}" dt="2021-10-15T12:17:17.706" v="43"/>
        <pc:sldMkLst>
          <pc:docMk/>
          <pc:sldMk cId="118393367" sldId="333"/>
        </pc:sldMkLst>
      </pc:sldChg>
      <pc:sldChg chg="add ord">
        <pc:chgData name="KACHOUR Maher" userId="09775c39-7739-40bf-ba04-c8ef3ab24a94" providerId="ADAL" clId="{20A5D61C-409F-4BFD-B21F-83EBD53AC382}" dt="2021-10-15T12:17:23.091" v="46"/>
        <pc:sldMkLst>
          <pc:docMk/>
          <pc:sldMk cId="4080662336" sldId="334"/>
        </pc:sldMkLst>
      </pc:sldChg>
      <pc:sldChg chg="add ord">
        <pc:chgData name="KACHOUR Maher" userId="09775c39-7739-40bf-ba04-c8ef3ab24a94" providerId="ADAL" clId="{20A5D61C-409F-4BFD-B21F-83EBD53AC382}" dt="2021-10-15T12:17:27.418" v="49"/>
        <pc:sldMkLst>
          <pc:docMk/>
          <pc:sldMk cId="2195414163" sldId="335"/>
        </pc:sldMkLst>
      </pc:sldChg>
      <pc:sldChg chg="add ord">
        <pc:chgData name="KACHOUR Maher" userId="09775c39-7739-40bf-ba04-c8ef3ab24a94" providerId="ADAL" clId="{20A5D61C-409F-4BFD-B21F-83EBD53AC382}" dt="2021-10-15T12:17:32.563" v="52"/>
        <pc:sldMkLst>
          <pc:docMk/>
          <pc:sldMk cId="306598476" sldId="336"/>
        </pc:sldMkLst>
      </pc:sldChg>
      <pc:sldChg chg="add ord">
        <pc:chgData name="KACHOUR Maher" userId="09775c39-7739-40bf-ba04-c8ef3ab24a94" providerId="ADAL" clId="{20A5D61C-409F-4BFD-B21F-83EBD53AC382}" dt="2021-10-15T12:17:37.725" v="55"/>
        <pc:sldMkLst>
          <pc:docMk/>
          <pc:sldMk cId="955876302" sldId="337"/>
        </pc:sldMkLst>
      </pc:sldChg>
    </pc:docChg>
  </pc:docChgLst>
  <pc:docChgLst>
    <pc:chgData name="KACHOUR Maher" userId="09775c39-7739-40bf-ba04-c8ef3ab24a94" providerId="ADAL" clId="{36C9F179-440A-4915-9B28-D0F8AA08E88D}"/>
    <pc:docChg chg="custSel addSld modSld">
      <pc:chgData name="KACHOUR Maher" userId="09775c39-7739-40bf-ba04-c8ef3ab24a94" providerId="ADAL" clId="{36C9F179-440A-4915-9B28-D0F8AA08E88D}" dt="2021-10-15T11:57:39.887" v="165" actId="14100"/>
      <pc:docMkLst>
        <pc:docMk/>
      </pc:docMkLst>
      <pc:sldChg chg="delSp modSp mod">
        <pc:chgData name="KACHOUR Maher" userId="09775c39-7739-40bf-ba04-c8ef3ab24a94" providerId="ADAL" clId="{36C9F179-440A-4915-9B28-D0F8AA08E88D}" dt="2021-10-15T11:40:09.364" v="8" actId="27636"/>
        <pc:sldMkLst>
          <pc:docMk/>
          <pc:sldMk cId="544402037" sldId="304"/>
        </pc:sldMkLst>
        <pc:spChg chg="mod">
          <ac:chgData name="KACHOUR Maher" userId="09775c39-7739-40bf-ba04-c8ef3ab24a94" providerId="ADAL" clId="{36C9F179-440A-4915-9B28-D0F8AA08E88D}" dt="2021-10-15T11:40:09.364" v="8" actId="27636"/>
          <ac:spMkLst>
            <pc:docMk/>
            <pc:sldMk cId="544402037" sldId="304"/>
            <ac:spMk id="3" creationId="{91C66DD1-318B-4FCB-89C4-573006772987}"/>
          </ac:spMkLst>
        </pc:spChg>
        <pc:spChg chg="del">
          <ac:chgData name="KACHOUR Maher" userId="09775c39-7739-40bf-ba04-c8ef3ab24a94" providerId="ADAL" clId="{36C9F179-440A-4915-9B28-D0F8AA08E88D}" dt="2021-10-15T11:40:02.478" v="5" actId="478"/>
          <ac:spMkLst>
            <pc:docMk/>
            <pc:sldMk cId="544402037" sldId="304"/>
            <ac:spMk id="4" creationId="{69D084A7-4459-4A72-A946-2477CC8D2B0F}"/>
          </ac:spMkLst>
        </pc:spChg>
        <pc:spChg chg="del">
          <ac:chgData name="KACHOUR Maher" userId="09775c39-7739-40bf-ba04-c8ef3ab24a94" providerId="ADAL" clId="{36C9F179-440A-4915-9B28-D0F8AA08E88D}" dt="2021-10-15T11:40:06.134" v="6" actId="478"/>
          <ac:spMkLst>
            <pc:docMk/>
            <pc:sldMk cId="544402037" sldId="304"/>
            <ac:spMk id="5" creationId="{1E550BC2-C7A2-4DA3-97F1-4930C0DB2312}"/>
          </ac:spMkLst>
        </pc:spChg>
      </pc:sldChg>
      <pc:sldChg chg="delSp modSp mod">
        <pc:chgData name="KACHOUR Maher" userId="09775c39-7739-40bf-ba04-c8ef3ab24a94" providerId="ADAL" clId="{36C9F179-440A-4915-9B28-D0F8AA08E88D}" dt="2021-10-15T11:42:28.192" v="28" actId="1076"/>
        <pc:sldMkLst>
          <pc:docMk/>
          <pc:sldMk cId="2978482811" sldId="307"/>
        </pc:sldMkLst>
        <pc:picChg chg="mod">
          <ac:chgData name="KACHOUR Maher" userId="09775c39-7739-40bf-ba04-c8ef3ab24a94" providerId="ADAL" clId="{36C9F179-440A-4915-9B28-D0F8AA08E88D}" dt="2021-10-15T11:42:28.192" v="28" actId="1076"/>
          <ac:picMkLst>
            <pc:docMk/>
            <pc:sldMk cId="2978482811" sldId="307"/>
            <ac:picMk id="7" creationId="{41980EFA-7C55-477B-859C-C37893C4284D}"/>
          </ac:picMkLst>
        </pc:picChg>
        <pc:picChg chg="del">
          <ac:chgData name="KACHOUR Maher" userId="09775c39-7739-40bf-ba04-c8ef3ab24a94" providerId="ADAL" clId="{36C9F179-440A-4915-9B28-D0F8AA08E88D}" dt="2021-10-15T11:42:17.841" v="24" actId="478"/>
          <ac:picMkLst>
            <pc:docMk/>
            <pc:sldMk cId="2978482811" sldId="307"/>
            <ac:picMk id="9" creationId="{20690D8A-2EF3-4EC7-9ED3-6758B7535DC3}"/>
          </ac:picMkLst>
        </pc:picChg>
        <pc:picChg chg="del">
          <ac:chgData name="KACHOUR Maher" userId="09775c39-7739-40bf-ba04-c8ef3ab24a94" providerId="ADAL" clId="{36C9F179-440A-4915-9B28-D0F8AA08E88D}" dt="2021-10-15T11:42:15.856" v="23" actId="478"/>
          <ac:picMkLst>
            <pc:docMk/>
            <pc:sldMk cId="2978482811" sldId="307"/>
            <ac:picMk id="11" creationId="{7334F916-CE29-4559-B433-B8AD3083A1A3}"/>
          </ac:picMkLst>
        </pc:picChg>
      </pc:sldChg>
      <pc:sldChg chg="delSp modSp mod">
        <pc:chgData name="KACHOUR Maher" userId="09775c39-7739-40bf-ba04-c8ef3ab24a94" providerId="ADAL" clId="{36C9F179-440A-4915-9B28-D0F8AA08E88D}" dt="2021-10-15T11:44:58.833" v="59" actId="20577"/>
        <pc:sldMkLst>
          <pc:docMk/>
          <pc:sldMk cId="4099927277" sldId="308"/>
        </pc:sldMkLst>
        <pc:spChg chg="mod">
          <ac:chgData name="KACHOUR Maher" userId="09775c39-7739-40bf-ba04-c8ef3ab24a94" providerId="ADAL" clId="{36C9F179-440A-4915-9B28-D0F8AA08E88D}" dt="2021-10-15T11:44:58.833" v="59" actId="20577"/>
          <ac:spMkLst>
            <pc:docMk/>
            <pc:sldMk cId="4099927277" sldId="308"/>
            <ac:spMk id="3" creationId="{640910BD-C27F-4E47-8643-E68BB45A886B}"/>
          </ac:spMkLst>
        </pc:spChg>
        <pc:picChg chg="del">
          <ac:chgData name="KACHOUR Maher" userId="09775c39-7739-40bf-ba04-c8ef3ab24a94" providerId="ADAL" clId="{36C9F179-440A-4915-9B28-D0F8AA08E88D}" dt="2021-10-15T11:44:21.232" v="30" actId="478"/>
          <ac:picMkLst>
            <pc:docMk/>
            <pc:sldMk cId="4099927277" sldId="308"/>
            <ac:picMk id="6" creationId="{9AAC4C82-D6EE-4A7A-BF20-7B71B8A38CAF}"/>
          </ac:picMkLst>
        </pc:picChg>
      </pc:sldChg>
      <pc:sldChg chg="addSp delSp modSp mod">
        <pc:chgData name="KACHOUR Maher" userId="09775c39-7739-40bf-ba04-c8ef3ab24a94" providerId="ADAL" clId="{36C9F179-440A-4915-9B28-D0F8AA08E88D}" dt="2021-10-15T11:50:27.648" v="112" actId="1076"/>
        <pc:sldMkLst>
          <pc:docMk/>
          <pc:sldMk cId="2164591419" sldId="309"/>
        </pc:sldMkLst>
        <pc:spChg chg="mod">
          <ac:chgData name="KACHOUR Maher" userId="09775c39-7739-40bf-ba04-c8ef3ab24a94" providerId="ADAL" clId="{36C9F179-440A-4915-9B28-D0F8AA08E88D}" dt="2021-10-15T11:49:57.994" v="109" actId="20577"/>
          <ac:spMkLst>
            <pc:docMk/>
            <pc:sldMk cId="2164591419" sldId="309"/>
            <ac:spMk id="3" creationId="{640910BD-C27F-4E47-8643-E68BB45A886B}"/>
          </ac:spMkLst>
        </pc:spChg>
        <pc:picChg chg="del mod">
          <ac:chgData name="KACHOUR Maher" userId="09775c39-7739-40bf-ba04-c8ef3ab24a94" providerId="ADAL" clId="{36C9F179-440A-4915-9B28-D0F8AA08E88D}" dt="2021-10-15T11:50:17.905" v="110" actId="478"/>
          <ac:picMkLst>
            <pc:docMk/>
            <pc:sldMk cId="2164591419" sldId="309"/>
            <ac:picMk id="5" creationId="{FD33304C-08D0-4552-BE6B-07B360775FEF}"/>
          </ac:picMkLst>
        </pc:picChg>
        <pc:picChg chg="add mod">
          <ac:chgData name="KACHOUR Maher" userId="09775c39-7739-40bf-ba04-c8ef3ab24a94" providerId="ADAL" clId="{36C9F179-440A-4915-9B28-D0F8AA08E88D}" dt="2021-10-15T11:50:27.648" v="112" actId="1076"/>
          <ac:picMkLst>
            <pc:docMk/>
            <pc:sldMk cId="2164591419" sldId="309"/>
            <ac:picMk id="6" creationId="{81623C9E-DA55-4877-ACED-A01071ADBAC4}"/>
          </ac:picMkLst>
        </pc:picChg>
        <pc:picChg chg="del">
          <ac:chgData name="KACHOUR Maher" userId="09775c39-7739-40bf-ba04-c8ef3ab24a94" providerId="ADAL" clId="{36C9F179-440A-4915-9B28-D0F8AA08E88D}" dt="2021-10-15T11:49:39.048" v="77" actId="478"/>
          <ac:picMkLst>
            <pc:docMk/>
            <pc:sldMk cId="2164591419" sldId="309"/>
            <ac:picMk id="8" creationId="{12C16BEA-BFBB-4E81-A15C-9F30D9201273}"/>
          </ac:picMkLst>
        </pc:picChg>
      </pc:sldChg>
      <pc:sldChg chg="addSp delSp modSp mod">
        <pc:chgData name="KACHOUR Maher" userId="09775c39-7739-40bf-ba04-c8ef3ab24a94" providerId="ADAL" clId="{36C9F179-440A-4915-9B28-D0F8AA08E88D}" dt="2021-10-15T11:55:04.559" v="159" actId="1076"/>
        <pc:sldMkLst>
          <pc:docMk/>
          <pc:sldMk cId="890894544" sldId="310"/>
        </pc:sldMkLst>
        <pc:spChg chg="mod">
          <ac:chgData name="KACHOUR Maher" userId="09775c39-7739-40bf-ba04-c8ef3ab24a94" providerId="ADAL" clId="{36C9F179-440A-4915-9B28-D0F8AA08E88D}" dt="2021-10-15T11:54:43.273" v="156" actId="20577"/>
          <ac:spMkLst>
            <pc:docMk/>
            <pc:sldMk cId="890894544" sldId="310"/>
            <ac:spMk id="3" creationId="{640910BD-C27F-4E47-8643-E68BB45A886B}"/>
          </ac:spMkLst>
        </pc:spChg>
        <pc:picChg chg="del mod">
          <ac:chgData name="KACHOUR Maher" userId="09775c39-7739-40bf-ba04-c8ef3ab24a94" providerId="ADAL" clId="{36C9F179-440A-4915-9B28-D0F8AA08E88D}" dt="2021-10-15T11:55:00.859" v="157" actId="478"/>
          <ac:picMkLst>
            <pc:docMk/>
            <pc:sldMk cId="890894544" sldId="310"/>
            <ac:picMk id="5" creationId="{F477AADF-00AA-47C1-B89A-F41F623C8ED5}"/>
          </ac:picMkLst>
        </pc:picChg>
        <pc:picChg chg="add mod">
          <ac:chgData name="KACHOUR Maher" userId="09775c39-7739-40bf-ba04-c8ef3ab24a94" providerId="ADAL" clId="{36C9F179-440A-4915-9B28-D0F8AA08E88D}" dt="2021-10-15T11:55:04.559" v="159" actId="1076"/>
          <ac:picMkLst>
            <pc:docMk/>
            <pc:sldMk cId="890894544" sldId="310"/>
            <ac:picMk id="6" creationId="{0AF76D82-A1ED-452C-A78D-1E14939F4B59}"/>
          </ac:picMkLst>
        </pc:picChg>
        <pc:picChg chg="del">
          <ac:chgData name="KACHOUR Maher" userId="09775c39-7739-40bf-ba04-c8ef3ab24a94" providerId="ADAL" clId="{36C9F179-440A-4915-9B28-D0F8AA08E88D}" dt="2021-10-15T11:54:24.310" v="122" actId="478"/>
          <ac:picMkLst>
            <pc:docMk/>
            <pc:sldMk cId="890894544" sldId="310"/>
            <ac:picMk id="7" creationId="{4F0A3EFE-5752-49CD-938C-AFF42D06F151}"/>
          </ac:picMkLst>
        </pc:picChg>
      </pc:sldChg>
      <pc:sldChg chg="delSp modSp mod">
        <pc:chgData name="KACHOUR Maher" userId="09775c39-7739-40bf-ba04-c8ef3ab24a94" providerId="ADAL" clId="{36C9F179-440A-4915-9B28-D0F8AA08E88D}" dt="2021-10-15T11:57:39.887" v="165" actId="14100"/>
        <pc:sldMkLst>
          <pc:docMk/>
          <pc:sldMk cId="156943841" sldId="312"/>
        </pc:sldMkLst>
        <pc:picChg chg="mod">
          <ac:chgData name="KACHOUR Maher" userId="09775c39-7739-40bf-ba04-c8ef3ab24a94" providerId="ADAL" clId="{36C9F179-440A-4915-9B28-D0F8AA08E88D}" dt="2021-10-15T11:57:39.887" v="165" actId="14100"/>
          <ac:picMkLst>
            <pc:docMk/>
            <pc:sldMk cId="156943841" sldId="312"/>
            <ac:picMk id="4" creationId="{E216D1B6-9E2D-4717-A131-3C3193070ED0}"/>
          </ac:picMkLst>
        </pc:picChg>
        <pc:picChg chg="del">
          <ac:chgData name="KACHOUR Maher" userId="09775c39-7739-40bf-ba04-c8ef3ab24a94" providerId="ADAL" clId="{36C9F179-440A-4915-9B28-D0F8AA08E88D}" dt="2021-10-15T11:57:28.729" v="163" actId="478"/>
          <ac:picMkLst>
            <pc:docMk/>
            <pc:sldMk cId="156943841" sldId="312"/>
            <ac:picMk id="7" creationId="{29290896-6C5C-4B0D-81D6-1D5356D775B3}"/>
          </ac:picMkLst>
        </pc:picChg>
      </pc:sldChg>
      <pc:sldChg chg="modSp add mod">
        <pc:chgData name="KACHOUR Maher" userId="09775c39-7739-40bf-ba04-c8ef3ab24a94" providerId="ADAL" clId="{36C9F179-440A-4915-9B28-D0F8AA08E88D}" dt="2021-10-15T11:39:57.386" v="4" actId="14100"/>
        <pc:sldMkLst>
          <pc:docMk/>
          <pc:sldMk cId="1893858397" sldId="316"/>
        </pc:sldMkLst>
        <pc:spChg chg="mod">
          <ac:chgData name="KACHOUR Maher" userId="09775c39-7739-40bf-ba04-c8ef3ab24a94" providerId="ADAL" clId="{36C9F179-440A-4915-9B28-D0F8AA08E88D}" dt="2021-10-15T11:39:41.505" v="3" actId="6549"/>
          <ac:spMkLst>
            <pc:docMk/>
            <pc:sldMk cId="1893858397" sldId="316"/>
            <ac:spMk id="3" creationId="{91C66DD1-318B-4FCB-89C4-573006772987}"/>
          </ac:spMkLst>
        </pc:spChg>
        <pc:spChg chg="mod">
          <ac:chgData name="KACHOUR Maher" userId="09775c39-7739-40bf-ba04-c8ef3ab24a94" providerId="ADAL" clId="{36C9F179-440A-4915-9B28-D0F8AA08E88D}" dt="2021-10-15T11:39:57.386" v="4" actId="14100"/>
          <ac:spMkLst>
            <pc:docMk/>
            <pc:sldMk cId="1893858397" sldId="316"/>
            <ac:spMk id="4" creationId="{69D084A7-4459-4A72-A946-2477CC8D2B0F}"/>
          </ac:spMkLst>
        </pc:spChg>
      </pc:sldChg>
      <pc:sldChg chg="delSp modSp add mod">
        <pc:chgData name="KACHOUR Maher" userId="09775c39-7739-40bf-ba04-c8ef3ab24a94" providerId="ADAL" clId="{36C9F179-440A-4915-9B28-D0F8AA08E88D}" dt="2021-10-15T11:42:10.504" v="22" actId="1076"/>
        <pc:sldMkLst>
          <pc:docMk/>
          <pc:sldMk cId="2246362142" sldId="317"/>
        </pc:sldMkLst>
        <pc:picChg chg="del">
          <ac:chgData name="KACHOUR Maher" userId="09775c39-7739-40bf-ba04-c8ef3ab24a94" providerId="ADAL" clId="{36C9F179-440A-4915-9B28-D0F8AA08E88D}" dt="2021-10-15T11:42:01.501" v="18" actId="478"/>
          <ac:picMkLst>
            <pc:docMk/>
            <pc:sldMk cId="2246362142" sldId="317"/>
            <ac:picMk id="7" creationId="{41980EFA-7C55-477B-859C-C37893C4284D}"/>
          </ac:picMkLst>
        </pc:picChg>
        <pc:picChg chg="mod">
          <ac:chgData name="KACHOUR Maher" userId="09775c39-7739-40bf-ba04-c8ef3ab24a94" providerId="ADAL" clId="{36C9F179-440A-4915-9B28-D0F8AA08E88D}" dt="2021-10-15T11:42:10.504" v="22" actId="1076"/>
          <ac:picMkLst>
            <pc:docMk/>
            <pc:sldMk cId="2246362142" sldId="317"/>
            <ac:picMk id="9" creationId="{20690D8A-2EF3-4EC7-9ED3-6758B7535DC3}"/>
          </ac:picMkLst>
        </pc:picChg>
        <pc:picChg chg="del">
          <ac:chgData name="KACHOUR Maher" userId="09775c39-7739-40bf-ba04-c8ef3ab24a94" providerId="ADAL" clId="{36C9F179-440A-4915-9B28-D0F8AA08E88D}" dt="2021-10-15T11:41:59.344" v="17" actId="478"/>
          <ac:picMkLst>
            <pc:docMk/>
            <pc:sldMk cId="2246362142" sldId="317"/>
            <ac:picMk id="11" creationId="{7334F916-CE29-4559-B433-B8AD3083A1A3}"/>
          </ac:picMkLst>
        </pc:picChg>
      </pc:sldChg>
      <pc:sldChg chg="delSp modSp add mod">
        <pc:chgData name="KACHOUR Maher" userId="09775c39-7739-40bf-ba04-c8ef3ab24a94" providerId="ADAL" clId="{36C9F179-440A-4915-9B28-D0F8AA08E88D}" dt="2021-10-15T11:41:54.327" v="16" actId="1076"/>
        <pc:sldMkLst>
          <pc:docMk/>
          <pc:sldMk cId="84715650" sldId="318"/>
        </pc:sldMkLst>
        <pc:picChg chg="del">
          <ac:chgData name="KACHOUR Maher" userId="09775c39-7739-40bf-ba04-c8ef3ab24a94" providerId="ADAL" clId="{36C9F179-440A-4915-9B28-D0F8AA08E88D}" dt="2021-10-15T11:41:46.914" v="12" actId="478"/>
          <ac:picMkLst>
            <pc:docMk/>
            <pc:sldMk cId="84715650" sldId="318"/>
            <ac:picMk id="7" creationId="{41980EFA-7C55-477B-859C-C37893C4284D}"/>
          </ac:picMkLst>
        </pc:picChg>
        <pc:picChg chg="del">
          <ac:chgData name="KACHOUR Maher" userId="09775c39-7739-40bf-ba04-c8ef3ab24a94" providerId="ADAL" clId="{36C9F179-440A-4915-9B28-D0F8AA08E88D}" dt="2021-10-15T11:41:44.488" v="11" actId="478"/>
          <ac:picMkLst>
            <pc:docMk/>
            <pc:sldMk cId="84715650" sldId="318"/>
            <ac:picMk id="9" creationId="{20690D8A-2EF3-4EC7-9ED3-6758B7535DC3}"/>
          </ac:picMkLst>
        </pc:picChg>
        <pc:picChg chg="mod">
          <ac:chgData name="KACHOUR Maher" userId="09775c39-7739-40bf-ba04-c8ef3ab24a94" providerId="ADAL" clId="{36C9F179-440A-4915-9B28-D0F8AA08E88D}" dt="2021-10-15T11:41:54.327" v="16" actId="1076"/>
          <ac:picMkLst>
            <pc:docMk/>
            <pc:sldMk cId="84715650" sldId="318"/>
            <ac:picMk id="11" creationId="{7334F916-CE29-4559-B433-B8AD3083A1A3}"/>
          </ac:picMkLst>
        </pc:picChg>
      </pc:sldChg>
      <pc:sldChg chg="modSp add mod">
        <pc:chgData name="KACHOUR Maher" userId="09775c39-7739-40bf-ba04-c8ef3ab24a94" providerId="ADAL" clId="{36C9F179-440A-4915-9B28-D0F8AA08E88D}" dt="2021-10-15T11:45:11.944" v="62" actId="14100"/>
        <pc:sldMkLst>
          <pc:docMk/>
          <pc:sldMk cId="4255647002" sldId="319"/>
        </pc:sldMkLst>
        <pc:spChg chg="mod">
          <ac:chgData name="KACHOUR Maher" userId="09775c39-7739-40bf-ba04-c8ef3ab24a94" providerId="ADAL" clId="{36C9F179-440A-4915-9B28-D0F8AA08E88D}" dt="2021-10-15T11:45:05.625" v="60" actId="6549"/>
          <ac:spMkLst>
            <pc:docMk/>
            <pc:sldMk cId="4255647002" sldId="319"/>
            <ac:spMk id="3" creationId="{640910BD-C27F-4E47-8643-E68BB45A886B}"/>
          </ac:spMkLst>
        </pc:spChg>
        <pc:picChg chg="mod">
          <ac:chgData name="KACHOUR Maher" userId="09775c39-7739-40bf-ba04-c8ef3ab24a94" providerId="ADAL" clId="{36C9F179-440A-4915-9B28-D0F8AA08E88D}" dt="2021-10-15T11:45:11.944" v="62" actId="14100"/>
          <ac:picMkLst>
            <pc:docMk/>
            <pc:sldMk cId="4255647002" sldId="319"/>
            <ac:picMk id="6" creationId="{9AAC4C82-D6EE-4A7A-BF20-7B71B8A38CAF}"/>
          </ac:picMkLst>
        </pc:picChg>
      </pc:sldChg>
      <pc:sldChg chg="addSp delSp modSp add mod">
        <pc:chgData name="KACHOUR Maher" userId="09775c39-7739-40bf-ba04-c8ef3ab24a94" providerId="ADAL" clId="{36C9F179-440A-4915-9B28-D0F8AA08E88D}" dt="2021-10-15T11:49:19.192" v="76" actId="1076"/>
        <pc:sldMkLst>
          <pc:docMk/>
          <pc:sldMk cId="2389885917" sldId="320"/>
        </pc:sldMkLst>
        <pc:spChg chg="mod">
          <ac:chgData name="KACHOUR Maher" userId="09775c39-7739-40bf-ba04-c8ef3ab24a94" providerId="ADAL" clId="{36C9F179-440A-4915-9B28-D0F8AA08E88D}" dt="2021-10-15T11:48:17.010" v="64" actId="20577"/>
          <ac:spMkLst>
            <pc:docMk/>
            <pc:sldMk cId="2389885917" sldId="320"/>
            <ac:spMk id="3" creationId="{640910BD-C27F-4E47-8643-E68BB45A886B}"/>
          </ac:spMkLst>
        </pc:spChg>
        <pc:picChg chg="del mod">
          <ac:chgData name="KACHOUR Maher" userId="09775c39-7739-40bf-ba04-c8ef3ab24a94" providerId="ADAL" clId="{36C9F179-440A-4915-9B28-D0F8AA08E88D}" dt="2021-10-15T11:49:06.648" v="71" actId="478"/>
          <ac:picMkLst>
            <pc:docMk/>
            <pc:sldMk cId="2389885917" sldId="320"/>
            <ac:picMk id="5" creationId="{FD33304C-08D0-4552-BE6B-07B360775FEF}"/>
          </ac:picMkLst>
        </pc:picChg>
        <pc:picChg chg="add mod">
          <ac:chgData name="KACHOUR Maher" userId="09775c39-7739-40bf-ba04-c8ef3ab24a94" providerId="ADAL" clId="{36C9F179-440A-4915-9B28-D0F8AA08E88D}" dt="2021-10-15T11:49:10.535" v="73" actId="1076"/>
          <ac:picMkLst>
            <pc:docMk/>
            <pc:sldMk cId="2389885917" sldId="320"/>
            <ac:picMk id="6" creationId="{7E0B0E5C-BA30-44DB-BCEB-654995881FFB}"/>
          </ac:picMkLst>
        </pc:picChg>
        <pc:picChg chg="mod">
          <ac:chgData name="KACHOUR Maher" userId="09775c39-7739-40bf-ba04-c8ef3ab24a94" providerId="ADAL" clId="{36C9F179-440A-4915-9B28-D0F8AA08E88D}" dt="2021-10-15T11:49:19.192" v="76" actId="1076"/>
          <ac:picMkLst>
            <pc:docMk/>
            <pc:sldMk cId="2389885917" sldId="320"/>
            <ac:picMk id="8" creationId="{12C16BEA-BFBB-4E81-A15C-9F30D9201273}"/>
          </ac:picMkLst>
        </pc:picChg>
      </pc:sldChg>
      <pc:sldChg chg="modSp add mod">
        <pc:chgData name="KACHOUR Maher" userId="09775c39-7739-40bf-ba04-c8ef3ab24a94" providerId="ADAL" clId="{36C9F179-440A-4915-9B28-D0F8AA08E88D}" dt="2021-10-15T11:53:58.286" v="121" actId="1076"/>
        <pc:sldMkLst>
          <pc:docMk/>
          <pc:sldMk cId="2158965939" sldId="321"/>
        </pc:sldMkLst>
        <pc:spChg chg="mod">
          <ac:chgData name="KACHOUR Maher" userId="09775c39-7739-40bf-ba04-c8ef3ab24a94" providerId="ADAL" clId="{36C9F179-440A-4915-9B28-D0F8AA08E88D}" dt="2021-10-15T11:53:42.663" v="114" actId="20577"/>
          <ac:spMkLst>
            <pc:docMk/>
            <pc:sldMk cId="2158965939" sldId="321"/>
            <ac:spMk id="3" creationId="{640910BD-C27F-4E47-8643-E68BB45A886B}"/>
          </ac:spMkLst>
        </pc:spChg>
        <pc:picChg chg="mod">
          <ac:chgData name="KACHOUR Maher" userId="09775c39-7739-40bf-ba04-c8ef3ab24a94" providerId="ADAL" clId="{36C9F179-440A-4915-9B28-D0F8AA08E88D}" dt="2021-10-15T11:53:58.286" v="121" actId="1076"/>
          <ac:picMkLst>
            <pc:docMk/>
            <pc:sldMk cId="2158965939" sldId="321"/>
            <ac:picMk id="5" creationId="{F477AADF-00AA-47C1-B89A-F41F623C8ED5}"/>
          </ac:picMkLst>
        </pc:picChg>
        <pc:picChg chg="mod">
          <ac:chgData name="KACHOUR Maher" userId="09775c39-7739-40bf-ba04-c8ef3ab24a94" providerId="ADAL" clId="{36C9F179-440A-4915-9B28-D0F8AA08E88D}" dt="2021-10-15T11:53:54.941" v="120" actId="1076"/>
          <ac:picMkLst>
            <pc:docMk/>
            <pc:sldMk cId="2158965939" sldId="321"/>
            <ac:picMk id="7" creationId="{4F0A3EFE-5752-49CD-938C-AFF42D06F151}"/>
          </ac:picMkLst>
        </pc:picChg>
      </pc:sldChg>
      <pc:sldChg chg="delSp modSp add mod">
        <pc:chgData name="KACHOUR Maher" userId="09775c39-7739-40bf-ba04-c8ef3ab24a94" providerId="ADAL" clId="{36C9F179-440A-4915-9B28-D0F8AA08E88D}" dt="2021-10-15T11:57:23.936" v="162" actId="14100"/>
        <pc:sldMkLst>
          <pc:docMk/>
          <pc:sldMk cId="1509387981" sldId="322"/>
        </pc:sldMkLst>
        <pc:picChg chg="del">
          <ac:chgData name="KACHOUR Maher" userId="09775c39-7739-40bf-ba04-c8ef3ab24a94" providerId="ADAL" clId="{36C9F179-440A-4915-9B28-D0F8AA08E88D}" dt="2021-10-15T11:57:18.549" v="161" actId="478"/>
          <ac:picMkLst>
            <pc:docMk/>
            <pc:sldMk cId="1509387981" sldId="322"/>
            <ac:picMk id="4" creationId="{E216D1B6-9E2D-4717-A131-3C3193070ED0}"/>
          </ac:picMkLst>
        </pc:picChg>
        <pc:picChg chg="mod">
          <ac:chgData name="KACHOUR Maher" userId="09775c39-7739-40bf-ba04-c8ef3ab24a94" providerId="ADAL" clId="{36C9F179-440A-4915-9B28-D0F8AA08E88D}" dt="2021-10-15T11:57:23.936" v="162" actId="14100"/>
          <ac:picMkLst>
            <pc:docMk/>
            <pc:sldMk cId="1509387981" sldId="322"/>
            <ac:picMk id="7" creationId="{29290896-6C5C-4B0D-81D6-1D5356D775B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15/10/2021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7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Un indicateur numérique est dit de dispersion s’il s’agit d’un nombre clé permettent de mesurer la variabilité des observations d’une série statistique. 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Un indicateur de dispersion est toujours positif (plus sa valeur est élevée, plus les observations sont « étalées » autour d’un indicateur de position centrale (la moyenne ou la médiane))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402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3688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319FEE-4859-44AC-B8F4-C60BFFD5E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C66DD1-318B-4FCB-89C4-573006772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Nous allons étudier les indicateurs suivants :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L’étendue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L’écart interquartile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interquartile relatif </a:t>
            </a:r>
          </a:p>
        </p:txBody>
      </p:sp>
      <p:sp>
        <p:nvSpPr>
          <p:cNvPr id="4" name="Bulle narrative : ronde 3">
            <a:extLst>
              <a:ext uri="{FF2B5EF4-FFF2-40B4-BE49-F238E27FC236}">
                <a16:creationId xmlns:a16="http://schemas.microsoft.com/office/drawing/2014/main" id="{69D084A7-4459-4A72-A946-2477CC8D2B0F}"/>
              </a:ext>
            </a:extLst>
          </p:cNvPr>
          <p:cNvSpPr/>
          <p:nvPr/>
        </p:nvSpPr>
        <p:spPr>
          <a:xfrm>
            <a:off x="5305053" y="3284984"/>
            <a:ext cx="3096344" cy="1008112"/>
          </a:xfrm>
          <a:prstGeom prst="wedgeEllipseCallout">
            <a:avLst>
              <a:gd name="adj1" fmla="val -80204"/>
              <a:gd name="adj2" fmla="val -16804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550BC2-C7A2-4DA3-97F1-4930C0DB2312}"/>
              </a:ext>
            </a:extLst>
          </p:cNvPr>
          <p:cNvSpPr txBox="1"/>
          <p:nvPr/>
        </p:nvSpPr>
        <p:spPr>
          <a:xfrm>
            <a:off x="6084168" y="3488958"/>
            <a:ext cx="18722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Indicateurs associés aux données d’une variable quantitative uniquement</a:t>
            </a:r>
          </a:p>
        </p:txBody>
      </p:sp>
    </p:spTree>
    <p:extLst>
      <p:ext uri="{BB962C8B-B14F-4D97-AF65-F5344CB8AC3E}">
        <p14:creationId xmlns:p14="http://schemas.microsoft.com/office/powerpoint/2010/main" val="1893858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7670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C7D6A2-78D3-4AC2-A01A-296A524D1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2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Soit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la distance (écart en valeur absolue) qui sépare la i -ème modalité / observation de la moyenne. </a:t>
                </a: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La variance, souvent notée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est la moyenne des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SupPr>
                      <m:e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fr-FR" sz="28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(la distance Euclidienne) </a:t>
                </a: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L’écart-type, souvent noté </a:t>
                </a:r>
                <a14:m>
                  <m:oMath xmlns:m="http://schemas.openxmlformats.org/officeDocument/2006/math"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𝑠</m:t>
                    </m:r>
                  </m:oMath>
                </a14:m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, est la racine carrée de la variance. Autrement dit, l’écart-type est une distance moyenne d’écart (entre les observations / modalités et la moyenne)</a:t>
                </a: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77B8F23C-333B-4BCC-AC98-3C52E74FA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33" t="-1348" r="-1630" b="-5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1769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866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93C6E748-2C04-43A6-8FAA-CC7EAF0309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5878" y="1988840"/>
            <a:ext cx="8485559" cy="3960440"/>
          </a:xfrm>
        </p:spPr>
      </p:pic>
    </p:spTree>
    <p:extLst>
      <p:ext uri="{BB962C8B-B14F-4D97-AF65-F5344CB8AC3E}">
        <p14:creationId xmlns:p14="http://schemas.microsoft.com/office/powerpoint/2010/main" val="911560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58131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1980EFA-7C55-477B-859C-C37893C42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88" y="1628800"/>
            <a:ext cx="7416824" cy="417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482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443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20690D8A-2EF3-4EC7-9ED3-6758B7535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2060848"/>
            <a:ext cx="6768752" cy="337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3621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8768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856F8C-58E3-4260-94CA-040B7291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La variance et l’écart-type</a:t>
            </a:r>
            <a:endParaRPr lang="fr-FR" dirty="0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7334F916-CE29-4559-B433-B8AD3083A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2132856"/>
            <a:ext cx="6120680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56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5101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1 : 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les notes de 10 étudiants :</a:t>
            </a:r>
          </a:p>
          <a:p>
            <a:pPr marL="0" indent="0" algn="ctr">
              <a:buNone/>
            </a:pPr>
            <a:endParaRPr lang="fr-FR" sz="2400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fr-FR" sz="24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12, 10, 8, 8, 11, 11, 7, 14, 11, 12 </a:t>
            </a:r>
          </a:p>
          <a:p>
            <a:pPr marL="0" indent="0">
              <a:buNone/>
            </a:pPr>
            <a:endParaRPr lang="fr-FR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Calculer l’écart-type.</a:t>
            </a: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9927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45924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2 : 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le nombre d’achats (par semaine) d’un produit étudié sur 100 familles français 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l’écart-type.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1623C9E-DA55-4877-ACED-A01071ADB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2420888"/>
            <a:ext cx="219075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914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24009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97AF8F-BF33-4F3E-8E3E-D8D128E14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600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 la variance et l’écart-type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40910BD-C27F-4E47-8643-E68BB45A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58" y="1166018"/>
            <a:ext cx="9126041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>
                <a:latin typeface="Cambria" panose="02040503050406030204" pitchFamily="18" charset="0"/>
                <a:ea typeface="Cambria" panose="02040503050406030204" pitchFamily="18" charset="0"/>
              </a:rPr>
              <a:t>Exemple 3 : </a:t>
            </a: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Les données ci-dessous représentent </a:t>
            </a:r>
            <a:r>
              <a:rPr lang="fr-FR" sz="200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les dépenses mensuelles de100 ménages pour l'achat d’un certain produit</a:t>
            </a: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2000" dirty="0">
                <a:latin typeface="Cambria" panose="02040503050406030204" pitchFamily="18" charset="0"/>
                <a:ea typeface="Cambria" panose="02040503050406030204" pitchFamily="18" charset="0"/>
              </a:rPr>
              <a:t>Calculer l’écart-type.</a:t>
            </a: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2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F76D82-A1ED-452C-A78D-1E14939F4B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650" y="2309018"/>
            <a:ext cx="1790700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8945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456228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 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B764F9D-C60B-4CB0-A4DC-CE5915BFB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93755"/>
            <a:ext cx="7776864" cy="514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243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393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E216D1B6-9E2D-4717-A131-3C3193070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752920"/>
            <a:ext cx="5100886" cy="4764312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43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06623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16481C-0A49-4796-812B-0D64F063B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513" y="1152144"/>
            <a:ext cx="2916749" cy="30723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3400" dirty="0">
                <a:latin typeface="Cambria" panose="02040503050406030204" pitchFamily="18" charset="0"/>
                <a:ea typeface="Cambria" panose="02040503050406030204" pitchFamily="18" charset="0"/>
              </a:rPr>
              <a:t>Le coefficient de variation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271697-90F1-4A23-8EF2-0179F2EAF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455228" cy="32339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924561D-756D-410B-973A-E68C2552C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91533" y="73152"/>
            <a:ext cx="884223" cy="232963"/>
            <a:chOff x="7763256" y="73152"/>
            <a:chExt cx="1178966" cy="232963"/>
          </a:xfrm>
        </p:grpSpPr>
        <p:sp>
          <p:nvSpPr>
            <p:cNvPr id="17" name="Rectangle 64">
              <a:extLst>
                <a:ext uri="{FF2B5EF4-FFF2-40B4-BE49-F238E27FC236}">
                  <a16:creationId xmlns:a16="http://schemas.microsoft.com/office/drawing/2014/main" id="{77AF0971-0074-4E4E-9318-C1990C6FF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6">
              <a:extLst>
                <a:ext uri="{FF2B5EF4-FFF2-40B4-BE49-F238E27FC236}">
                  <a16:creationId xmlns:a16="http://schemas.microsoft.com/office/drawing/2014/main" id="{0849707A-24B1-45E4-8493-5DC15C578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26307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4">
              <a:extLst>
                <a:ext uri="{FF2B5EF4-FFF2-40B4-BE49-F238E27FC236}">
                  <a16:creationId xmlns:a16="http://schemas.microsoft.com/office/drawing/2014/main" id="{E0FFD705-F03C-46B0-ABB9-3C24E093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6">
              <a:extLst>
                <a:ext uri="{FF2B5EF4-FFF2-40B4-BE49-F238E27FC236}">
                  <a16:creationId xmlns:a16="http://schemas.microsoft.com/office/drawing/2014/main" id="{520B12C0-88D0-4F6F-9F29-38E4D1D61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138122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4">
              <a:extLst>
                <a:ext uri="{FF2B5EF4-FFF2-40B4-BE49-F238E27FC236}">
                  <a16:creationId xmlns:a16="http://schemas.microsoft.com/office/drawing/2014/main" id="{DEDD5A45-3641-4FE7-8375-EECF2DC9D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6">
              <a:extLst>
                <a:ext uri="{FF2B5EF4-FFF2-40B4-BE49-F238E27FC236}">
                  <a16:creationId xmlns:a16="http://schemas.microsoft.com/office/drawing/2014/main" id="{89BF55CA-60FC-479D-A85E-48626FC13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13167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4">
              <a:extLst>
                <a:ext uri="{FF2B5EF4-FFF2-40B4-BE49-F238E27FC236}">
                  <a16:creationId xmlns:a16="http://schemas.microsoft.com/office/drawing/2014/main" id="{5AFBE5BF-E87A-408F-BBBD-44C3D04C04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66">
              <a:extLst>
                <a:ext uri="{FF2B5EF4-FFF2-40B4-BE49-F238E27FC236}">
                  <a16:creationId xmlns:a16="http://schemas.microsoft.com/office/drawing/2014/main" id="{1C27CF92-D148-45C8-88B6-F450B63DF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88211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64">
              <a:extLst>
                <a:ext uri="{FF2B5EF4-FFF2-40B4-BE49-F238E27FC236}">
                  <a16:creationId xmlns:a16="http://schemas.microsoft.com/office/drawing/2014/main" id="{51CA2232-D147-480C-B1EE-665EE6ACC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66">
              <a:extLst>
                <a:ext uri="{FF2B5EF4-FFF2-40B4-BE49-F238E27FC236}">
                  <a16:creationId xmlns:a16="http://schemas.microsoft.com/office/drawing/2014/main" id="{7E67D92D-1CA9-43CE-8150-DF504F2BF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763256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64">
              <a:extLst>
                <a:ext uri="{FF2B5EF4-FFF2-40B4-BE49-F238E27FC236}">
                  <a16:creationId xmlns:a16="http://schemas.microsoft.com/office/drawing/2014/main" id="{7B273169-B674-4C50-A14D-A943B99792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DF6183FA-653E-4533-9A0B-D249EC0B1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88785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4">
              <a:extLst>
                <a:ext uri="{FF2B5EF4-FFF2-40B4-BE49-F238E27FC236}">
                  <a16:creationId xmlns:a16="http://schemas.microsoft.com/office/drawing/2014/main" id="{A82EFE58-AAB0-4925-A176-6FF36BF87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3122AE75-4DBB-4E14-B0CA-DD1EAD89CE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762899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4">
              <a:extLst>
                <a:ext uri="{FF2B5EF4-FFF2-40B4-BE49-F238E27FC236}">
                  <a16:creationId xmlns:a16="http://schemas.microsoft.com/office/drawing/2014/main" id="{4ED7E672-90FC-4E8C-9C43-3AAE391C6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A5C0019E-5136-4C5E-A223-1E1717FD4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637944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4">
              <a:extLst>
                <a:ext uri="{FF2B5EF4-FFF2-40B4-BE49-F238E27FC236}">
                  <a16:creationId xmlns:a16="http://schemas.microsoft.com/office/drawing/2014/main" id="{29705F60-CFE6-47C5-96E5-05E7731FC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090E047C-18BC-4180-8D10-9F18F517BA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512988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4">
              <a:extLst>
                <a:ext uri="{FF2B5EF4-FFF2-40B4-BE49-F238E27FC236}">
                  <a16:creationId xmlns:a16="http://schemas.microsoft.com/office/drawing/2014/main" id="{A153194A-C8B1-46DB-9C6B-9847B06FAE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73152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5C0235EA-4E98-43EA-9AAE-2BD893DEA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388033" y="246888"/>
              <a:ext cx="54368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D9F5512A-48E1-4C07-B75E-3CCC517B6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233650"/>
            <a:ext cx="455228" cy="362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able&#10;&#10;Description générée automatiquement">
            <a:extLst>
              <a:ext uri="{FF2B5EF4-FFF2-40B4-BE49-F238E27FC236}">
                <a16:creationId xmlns:a16="http://schemas.microsoft.com/office/drawing/2014/main" id="{29290896-6C5C-4B0D-81D6-1D5356D77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730" y="908721"/>
            <a:ext cx="4515102" cy="5700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879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54141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98C335-03CA-4694-8AB5-1D0E35F4B9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L’étendu et l’écart interquartile 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/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L’étendue est la différence entre la valeur maximale et la valeur minimale des observations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L’écart interquartile est la différence entre le troisième quartile et le premier quartile. </a:t>
                </a: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algn="ctr"/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E-IQ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00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3 </m:t>
                        </m:r>
                      </m:sub>
                    </m:sSub>
                    <m:r>
                      <a:rPr lang="fr-FR" sz="2000" b="0" i="1" smtClean="0"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 −</m:t>
                    </m:r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sSub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fr-FR" sz="20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q"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L'écart interquartile correspond à l'étendue de la série statistique après élimination de 25 % des valeurs les plus faibles et de 25 % des valeurs les plus fortes.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Contrairement à l’étendue, l’écart interquartile ne prend pas en compte des éventuelles valeurs aberrantes </a:t>
                </a:r>
              </a:p>
              <a:p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ZoneTexte 2">
                <a:extLst>
                  <a:ext uri="{FF2B5EF4-FFF2-40B4-BE49-F238E27FC236}">
                    <a16:creationId xmlns:a16="http://schemas.microsoft.com/office/drawing/2014/main" id="{98305FE2-0845-4562-BD77-F32A2FBDEC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62971"/>
                <a:ext cx="6912768" cy="4708981"/>
              </a:xfrm>
              <a:prstGeom prst="rect">
                <a:avLst/>
              </a:prstGeom>
              <a:blipFill>
                <a:blip r:embed="rId2"/>
                <a:stretch>
                  <a:fillRect l="-882" t="-77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81694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598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BDC54E-9416-4879-8AC1-4AD2D390E5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– </a:t>
            </a:r>
            <a:b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 coefficient</a:t>
            </a:r>
            <a:r>
              <a:rPr lang="fr-FR" sz="4400" dirty="0">
                <a:latin typeface="Cambria" panose="02040503050406030204" pitchFamily="18" charset="0"/>
                <a:ea typeface="Cambria" panose="02040503050406030204" pitchFamily="18" charset="0"/>
              </a:rPr>
              <a:t> interquartile relatif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fr-FR" sz="28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Le coefficient interquartile relatif est défini par :</a:t>
                </a:r>
              </a:p>
              <a:p>
                <a:pPr marL="0" indent="0" algn="ctr">
                  <a:buNone/>
                </a:pPr>
                <a:r>
                  <a:rPr lang="fr-FR" sz="28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C-IQ-R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8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fr-FR" sz="2800" dirty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E</m:t>
                        </m:r>
                        <m:r>
                          <m:rPr>
                            <m:nor/>
                          </m:rPr>
                          <a:rPr lang="fr-FR" sz="2800" dirty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−</m:t>
                        </m:r>
                        <m:r>
                          <m:rPr>
                            <m:nor/>
                          </m:rPr>
                          <a:rPr lang="fr-FR" sz="2800" dirty="0">
                            <a:solidFill>
                              <a:srgbClr val="FF0000"/>
                            </a:solidFill>
                            <a:latin typeface="Cambria" panose="02040503050406030204" pitchFamily="18" charset="0"/>
                            <a:ea typeface="Cambria" panose="02040503050406030204" pitchFamily="18" charset="0"/>
                          </a:rPr>
                          <m:t>IQ</m:t>
                        </m:r>
                      </m:num>
                      <m:den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𝑀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é</m:t>
                        </m:r>
                        <m: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𝑑𝑖𝑎𝑛𝑒</m:t>
                        </m:r>
                      </m:den>
                    </m:f>
                    <m:r>
                      <a:rPr lang="fr-FR" sz="28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fr-FR" sz="28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3 </m:t>
                            </m:r>
                          </m:sub>
                        </m:sSub>
                        <m:r>
                          <a:rPr lang="fr-FR" sz="28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fr-FR" sz="28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fr-FR" sz="28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Par convention, un </a:t>
                </a:r>
                <a:r>
                  <a:rPr lang="fr-FR" sz="2000" dirty="0">
                    <a:highlight>
                      <a:srgbClr val="FFFF00"/>
                    </a:highlight>
                    <a:latin typeface="Cambria" panose="02040503050406030204" pitchFamily="18" charset="0"/>
                    <a:ea typeface="Cambria" panose="02040503050406030204" pitchFamily="18" charset="0"/>
                  </a:rPr>
                  <a:t>C- IQ- R &gt; 15% </a:t>
                </a:r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implique que les observations sont relativement dispersées autour de la médiane.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Comme pour le coefficient de variation, permet de comparer la dispersion entre plusieurs séries statistiques, même si les unités de mesures sont  différentes</a:t>
                </a:r>
              </a:p>
              <a:p>
                <a:pPr marL="0" indent="0">
                  <a:buNone/>
                </a:pPr>
                <a:endParaRPr lang="fr-FR" sz="200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r>
                  <a:rPr lang="fr-FR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Ce coefficient n’a pas de sens si la médiane est égale à ou proche de 0.</a:t>
                </a:r>
              </a:p>
            </p:txBody>
          </p:sp>
        </mc:Choice>
        <mc:Fallback xmlns="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A56C837-1973-4035-8137-99C7452DE0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429200"/>
              </a:xfrm>
              <a:blipFill>
                <a:blip r:embed="rId2"/>
                <a:stretch>
                  <a:fillRect l="-1481" t="-12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988851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D170E9-AFA2-4B61-A000-554AD1F97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6B8B022-133B-49F4-8B9B-6BF8023727FA}"/>
              </a:ext>
            </a:extLst>
          </p:cNvPr>
          <p:cNvSpPr txBox="1"/>
          <p:nvPr/>
        </p:nvSpPr>
        <p:spPr>
          <a:xfrm>
            <a:off x="457200" y="1484784"/>
            <a:ext cx="8229600" cy="46805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558763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37CF7B7-8110-4005-8E65-35FE2303E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57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Remarque générale 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onnsiteX0" fmla="*/ 0 w 3429000"/>
              <a:gd name="connsiteY0" fmla="*/ 0 h 18288"/>
              <a:gd name="connsiteX1" fmla="*/ 685800 w 3429000"/>
              <a:gd name="connsiteY1" fmla="*/ 0 h 18288"/>
              <a:gd name="connsiteX2" fmla="*/ 1371600 w 3429000"/>
              <a:gd name="connsiteY2" fmla="*/ 0 h 18288"/>
              <a:gd name="connsiteX3" fmla="*/ 2057400 w 3429000"/>
              <a:gd name="connsiteY3" fmla="*/ 0 h 18288"/>
              <a:gd name="connsiteX4" fmla="*/ 267462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811780 w 3429000"/>
              <a:gd name="connsiteY7" fmla="*/ 18288 h 18288"/>
              <a:gd name="connsiteX8" fmla="*/ 2228850 w 3429000"/>
              <a:gd name="connsiteY8" fmla="*/ 18288 h 18288"/>
              <a:gd name="connsiteX9" fmla="*/ 1543050 w 3429000"/>
              <a:gd name="connsiteY9" fmla="*/ 18288 h 18288"/>
              <a:gd name="connsiteX10" fmla="*/ 92583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  <a:gd name="connsiteX0" fmla="*/ 0 w 3429000"/>
              <a:gd name="connsiteY0" fmla="*/ 0 h 18288"/>
              <a:gd name="connsiteX1" fmla="*/ 617220 w 3429000"/>
              <a:gd name="connsiteY1" fmla="*/ 0 h 18288"/>
              <a:gd name="connsiteX2" fmla="*/ 1200150 w 3429000"/>
              <a:gd name="connsiteY2" fmla="*/ 0 h 18288"/>
              <a:gd name="connsiteX3" fmla="*/ 1817370 w 3429000"/>
              <a:gd name="connsiteY3" fmla="*/ 0 h 18288"/>
              <a:gd name="connsiteX4" fmla="*/ 2503170 w 3429000"/>
              <a:gd name="connsiteY4" fmla="*/ 0 h 18288"/>
              <a:gd name="connsiteX5" fmla="*/ 3429000 w 3429000"/>
              <a:gd name="connsiteY5" fmla="*/ 0 h 18288"/>
              <a:gd name="connsiteX6" fmla="*/ 3429000 w 3429000"/>
              <a:gd name="connsiteY6" fmla="*/ 18288 h 18288"/>
              <a:gd name="connsiteX7" fmla="*/ 2743200 w 3429000"/>
              <a:gd name="connsiteY7" fmla="*/ 18288 h 18288"/>
              <a:gd name="connsiteX8" fmla="*/ 1988820 w 3429000"/>
              <a:gd name="connsiteY8" fmla="*/ 18288 h 18288"/>
              <a:gd name="connsiteX9" fmla="*/ 1405890 w 3429000"/>
              <a:gd name="connsiteY9" fmla="*/ 18288 h 18288"/>
              <a:gd name="connsiteX10" fmla="*/ 651510 w 3429000"/>
              <a:gd name="connsiteY10" fmla="*/ 18288 h 18288"/>
              <a:gd name="connsiteX11" fmla="*/ 0 w 3429000"/>
              <a:gd name="connsiteY11" fmla="*/ 18288 h 18288"/>
              <a:gd name="connsiteX12" fmla="*/ 0 w 342900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07705" y="23860"/>
                  <a:pt x="509323" y="68036"/>
                  <a:pt x="685800" y="0"/>
                </a:cubicBezTo>
                <a:cubicBezTo>
                  <a:pt x="881422" y="-43910"/>
                  <a:pt x="1129204" y="-58858"/>
                  <a:pt x="1371600" y="0"/>
                </a:cubicBezTo>
                <a:cubicBezTo>
                  <a:pt x="1611115" y="-12848"/>
                  <a:pt x="1887211" y="-6418"/>
                  <a:pt x="2057400" y="0"/>
                </a:cubicBezTo>
                <a:cubicBezTo>
                  <a:pt x="2233905" y="-53439"/>
                  <a:pt x="2400311" y="-9735"/>
                  <a:pt x="2674620" y="0"/>
                </a:cubicBezTo>
                <a:cubicBezTo>
                  <a:pt x="2899369" y="50175"/>
                  <a:pt x="3197952" y="-27603"/>
                  <a:pt x="3429000" y="0"/>
                </a:cubicBezTo>
                <a:cubicBezTo>
                  <a:pt x="3428966" y="4844"/>
                  <a:pt x="3428590" y="11009"/>
                  <a:pt x="3429000" y="18288"/>
                </a:cubicBezTo>
                <a:cubicBezTo>
                  <a:pt x="3212354" y="28872"/>
                  <a:pt x="3083619" y="-836"/>
                  <a:pt x="2811780" y="18288"/>
                </a:cubicBezTo>
                <a:cubicBezTo>
                  <a:pt x="2533576" y="25058"/>
                  <a:pt x="2477440" y="20531"/>
                  <a:pt x="2228850" y="18288"/>
                </a:cubicBezTo>
                <a:cubicBezTo>
                  <a:pt x="2003657" y="-1843"/>
                  <a:pt x="1810789" y="18294"/>
                  <a:pt x="1543050" y="18288"/>
                </a:cubicBezTo>
                <a:cubicBezTo>
                  <a:pt x="1286635" y="-21162"/>
                  <a:pt x="1189418" y="22290"/>
                  <a:pt x="925830" y="18288"/>
                </a:cubicBezTo>
                <a:cubicBezTo>
                  <a:pt x="678389" y="-2387"/>
                  <a:pt x="367033" y="43234"/>
                  <a:pt x="0" y="18288"/>
                </a:cubicBezTo>
                <a:cubicBezTo>
                  <a:pt x="-649" y="11698"/>
                  <a:pt x="663" y="5413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69914" y="-16656"/>
                  <a:pt x="469790" y="-24030"/>
                  <a:pt x="617220" y="0"/>
                </a:cubicBezTo>
                <a:cubicBezTo>
                  <a:pt x="786601" y="24467"/>
                  <a:pt x="1085311" y="15192"/>
                  <a:pt x="1200150" y="0"/>
                </a:cubicBezTo>
                <a:cubicBezTo>
                  <a:pt x="1340195" y="-5060"/>
                  <a:pt x="1552999" y="41254"/>
                  <a:pt x="1817370" y="0"/>
                </a:cubicBezTo>
                <a:cubicBezTo>
                  <a:pt x="2086739" y="-377"/>
                  <a:pt x="2228603" y="31972"/>
                  <a:pt x="2503170" y="0"/>
                </a:cubicBezTo>
                <a:cubicBezTo>
                  <a:pt x="2794334" y="-14173"/>
                  <a:pt x="3002837" y="-13310"/>
                  <a:pt x="3429000" y="0"/>
                </a:cubicBezTo>
                <a:cubicBezTo>
                  <a:pt x="3428475" y="5049"/>
                  <a:pt x="3429193" y="12044"/>
                  <a:pt x="3429000" y="18288"/>
                </a:cubicBezTo>
                <a:cubicBezTo>
                  <a:pt x="3101445" y="-3440"/>
                  <a:pt x="2879434" y="34023"/>
                  <a:pt x="2743200" y="18288"/>
                </a:cubicBezTo>
                <a:cubicBezTo>
                  <a:pt x="2609544" y="13915"/>
                  <a:pt x="2334178" y="48649"/>
                  <a:pt x="1988820" y="18288"/>
                </a:cubicBezTo>
                <a:cubicBezTo>
                  <a:pt x="1620184" y="18423"/>
                  <a:pt x="1586822" y="-1871"/>
                  <a:pt x="1405890" y="18288"/>
                </a:cubicBezTo>
                <a:cubicBezTo>
                  <a:pt x="1266239" y="28547"/>
                  <a:pt x="867500" y="15208"/>
                  <a:pt x="651510" y="18288"/>
                </a:cubicBezTo>
                <a:cubicBezTo>
                  <a:pt x="445459" y="40105"/>
                  <a:pt x="119818" y="-23744"/>
                  <a:pt x="0" y="18288"/>
                </a:cubicBezTo>
                <a:cubicBezTo>
                  <a:pt x="-39" y="12511"/>
                  <a:pt x="-381" y="8039"/>
                  <a:pt x="0" y="0"/>
                </a:cubicBezTo>
                <a:close/>
              </a:path>
              <a:path w="3429000" h="18288" fill="none" stroke="0" extrusionOk="0">
                <a:moveTo>
                  <a:pt x="0" y="0"/>
                </a:moveTo>
                <a:cubicBezTo>
                  <a:pt x="199661" y="29771"/>
                  <a:pt x="488726" y="20925"/>
                  <a:pt x="685800" y="0"/>
                </a:cubicBezTo>
                <a:cubicBezTo>
                  <a:pt x="835372" y="-29710"/>
                  <a:pt x="1088413" y="6369"/>
                  <a:pt x="1371600" y="0"/>
                </a:cubicBezTo>
                <a:cubicBezTo>
                  <a:pt x="1631865" y="6637"/>
                  <a:pt x="1839907" y="52251"/>
                  <a:pt x="2057400" y="0"/>
                </a:cubicBezTo>
                <a:cubicBezTo>
                  <a:pt x="2266442" y="-8132"/>
                  <a:pt x="2461070" y="-4034"/>
                  <a:pt x="2674620" y="0"/>
                </a:cubicBezTo>
                <a:cubicBezTo>
                  <a:pt x="2940120" y="30498"/>
                  <a:pt x="3202681" y="-54357"/>
                  <a:pt x="3429000" y="0"/>
                </a:cubicBezTo>
                <a:cubicBezTo>
                  <a:pt x="3429314" y="4158"/>
                  <a:pt x="3428021" y="12539"/>
                  <a:pt x="3429000" y="18288"/>
                </a:cubicBezTo>
                <a:cubicBezTo>
                  <a:pt x="3250522" y="56023"/>
                  <a:pt x="3056248" y="-1557"/>
                  <a:pt x="2811780" y="18288"/>
                </a:cubicBezTo>
                <a:cubicBezTo>
                  <a:pt x="2534418" y="26558"/>
                  <a:pt x="2483107" y="19890"/>
                  <a:pt x="2228850" y="18288"/>
                </a:cubicBezTo>
                <a:cubicBezTo>
                  <a:pt x="1996093" y="-20362"/>
                  <a:pt x="1790611" y="35096"/>
                  <a:pt x="1543050" y="18288"/>
                </a:cubicBezTo>
                <a:cubicBezTo>
                  <a:pt x="1276188" y="-29727"/>
                  <a:pt x="1196665" y="1050"/>
                  <a:pt x="925830" y="18288"/>
                </a:cubicBezTo>
                <a:cubicBezTo>
                  <a:pt x="718623" y="61416"/>
                  <a:pt x="374628" y="25039"/>
                  <a:pt x="0" y="18288"/>
                </a:cubicBezTo>
                <a:cubicBezTo>
                  <a:pt x="20" y="11469"/>
                  <a:pt x="-29" y="515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3429000"/>
                      <a:gd name="connsiteY0" fmla="*/ 0 h 18288"/>
                      <a:gd name="connsiteX1" fmla="*/ 685800 w 3429000"/>
                      <a:gd name="connsiteY1" fmla="*/ 0 h 18288"/>
                      <a:gd name="connsiteX2" fmla="*/ 1371600 w 3429000"/>
                      <a:gd name="connsiteY2" fmla="*/ 0 h 18288"/>
                      <a:gd name="connsiteX3" fmla="*/ 2057400 w 3429000"/>
                      <a:gd name="connsiteY3" fmla="*/ 0 h 18288"/>
                      <a:gd name="connsiteX4" fmla="*/ 2674620 w 3429000"/>
                      <a:gd name="connsiteY4" fmla="*/ 0 h 18288"/>
                      <a:gd name="connsiteX5" fmla="*/ 3429000 w 3429000"/>
                      <a:gd name="connsiteY5" fmla="*/ 0 h 18288"/>
                      <a:gd name="connsiteX6" fmla="*/ 3429000 w 3429000"/>
                      <a:gd name="connsiteY6" fmla="*/ 18288 h 18288"/>
                      <a:gd name="connsiteX7" fmla="*/ 2811780 w 3429000"/>
                      <a:gd name="connsiteY7" fmla="*/ 18288 h 18288"/>
                      <a:gd name="connsiteX8" fmla="*/ 2228850 w 3429000"/>
                      <a:gd name="connsiteY8" fmla="*/ 18288 h 18288"/>
                      <a:gd name="connsiteX9" fmla="*/ 1543050 w 3429000"/>
                      <a:gd name="connsiteY9" fmla="*/ 18288 h 18288"/>
                      <a:gd name="connsiteX10" fmla="*/ 925830 w 3429000"/>
                      <a:gd name="connsiteY10" fmla="*/ 18288 h 18288"/>
                      <a:gd name="connsiteX11" fmla="*/ 0 w 3429000"/>
                      <a:gd name="connsiteY11" fmla="*/ 18288 h 18288"/>
                      <a:gd name="connsiteX12" fmla="*/ 0 w 3429000"/>
                      <a:gd name="connsiteY12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3429000" h="18288" fill="none" extrusionOk="0">
                        <a:moveTo>
                          <a:pt x="0" y="0"/>
                        </a:moveTo>
                        <a:cubicBezTo>
                          <a:pt x="219865" y="20479"/>
                          <a:pt x="493281" y="26186"/>
                          <a:pt x="685800" y="0"/>
                        </a:cubicBezTo>
                        <a:cubicBezTo>
                          <a:pt x="878319" y="-26186"/>
                          <a:pt x="1121382" y="-11869"/>
                          <a:pt x="1371600" y="0"/>
                        </a:cubicBezTo>
                        <a:cubicBezTo>
                          <a:pt x="1621818" y="11869"/>
                          <a:pt x="1878793" y="32281"/>
                          <a:pt x="2057400" y="0"/>
                        </a:cubicBezTo>
                        <a:cubicBezTo>
                          <a:pt x="2236007" y="-32281"/>
                          <a:pt x="2433797" y="-18251"/>
                          <a:pt x="2674620" y="0"/>
                        </a:cubicBezTo>
                        <a:cubicBezTo>
                          <a:pt x="2915443" y="18251"/>
                          <a:pt x="3205923" y="-1443"/>
                          <a:pt x="3429000" y="0"/>
                        </a:cubicBezTo>
                        <a:cubicBezTo>
                          <a:pt x="3429442" y="4516"/>
                          <a:pt x="3428173" y="12266"/>
                          <a:pt x="3429000" y="18288"/>
                        </a:cubicBezTo>
                        <a:cubicBezTo>
                          <a:pt x="3221081" y="48608"/>
                          <a:pt x="3088001" y="8066"/>
                          <a:pt x="2811780" y="18288"/>
                        </a:cubicBezTo>
                        <a:cubicBezTo>
                          <a:pt x="2535559" y="28510"/>
                          <a:pt x="2481355" y="24898"/>
                          <a:pt x="2228850" y="18288"/>
                        </a:cubicBezTo>
                        <a:cubicBezTo>
                          <a:pt x="1976345" y="11679"/>
                          <a:pt x="1807520" y="48356"/>
                          <a:pt x="1543050" y="18288"/>
                        </a:cubicBezTo>
                        <a:cubicBezTo>
                          <a:pt x="1278580" y="-11780"/>
                          <a:pt x="1181944" y="5123"/>
                          <a:pt x="925830" y="18288"/>
                        </a:cubicBezTo>
                        <a:cubicBezTo>
                          <a:pt x="669716" y="31453"/>
                          <a:pt x="410304" y="34815"/>
                          <a:pt x="0" y="18288"/>
                        </a:cubicBezTo>
                        <a:cubicBezTo>
                          <a:pt x="-306" y="11477"/>
                          <a:pt x="485" y="4355"/>
                          <a:pt x="0" y="0"/>
                        </a:cubicBezTo>
                        <a:close/>
                      </a:path>
                      <a:path w="3429000" h="18288" stroke="0" extrusionOk="0">
                        <a:moveTo>
                          <a:pt x="0" y="0"/>
                        </a:moveTo>
                        <a:cubicBezTo>
                          <a:pt x="174095" y="-12874"/>
                          <a:pt x="443087" y="-14090"/>
                          <a:pt x="617220" y="0"/>
                        </a:cubicBezTo>
                        <a:cubicBezTo>
                          <a:pt x="791353" y="14090"/>
                          <a:pt x="1072677" y="8451"/>
                          <a:pt x="1200150" y="0"/>
                        </a:cubicBezTo>
                        <a:cubicBezTo>
                          <a:pt x="1327623" y="-8451"/>
                          <a:pt x="1526638" y="19866"/>
                          <a:pt x="1817370" y="0"/>
                        </a:cubicBezTo>
                        <a:cubicBezTo>
                          <a:pt x="2108102" y="-19866"/>
                          <a:pt x="2221289" y="26161"/>
                          <a:pt x="2503170" y="0"/>
                        </a:cubicBezTo>
                        <a:cubicBezTo>
                          <a:pt x="2785051" y="-26161"/>
                          <a:pt x="3022134" y="39178"/>
                          <a:pt x="3429000" y="0"/>
                        </a:cubicBezTo>
                        <a:cubicBezTo>
                          <a:pt x="3429577" y="4624"/>
                          <a:pt x="3429819" y="11191"/>
                          <a:pt x="3429000" y="18288"/>
                        </a:cubicBezTo>
                        <a:cubicBezTo>
                          <a:pt x="3103464" y="593"/>
                          <a:pt x="2887909" y="22940"/>
                          <a:pt x="2743200" y="18288"/>
                        </a:cubicBezTo>
                        <a:cubicBezTo>
                          <a:pt x="2598491" y="13636"/>
                          <a:pt x="2362615" y="10656"/>
                          <a:pt x="1988820" y="18288"/>
                        </a:cubicBezTo>
                        <a:cubicBezTo>
                          <a:pt x="1615025" y="25920"/>
                          <a:pt x="1580494" y="3693"/>
                          <a:pt x="1405890" y="18288"/>
                        </a:cubicBezTo>
                        <a:cubicBezTo>
                          <a:pt x="1231286" y="32884"/>
                          <a:pt x="885259" y="-16285"/>
                          <a:pt x="651510" y="18288"/>
                        </a:cubicBezTo>
                        <a:cubicBezTo>
                          <a:pt x="417761" y="52861"/>
                          <a:pt x="138362" y="-13856"/>
                          <a:pt x="0" y="18288"/>
                        </a:cubicBezTo>
                        <a:cubicBezTo>
                          <a:pt x="-171" y="12755"/>
                          <a:pt x="-690" y="7930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A29BB57-FE83-4FAE-82C1-3E3C3E6B5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401" y="2084546"/>
            <a:ext cx="8250989" cy="3816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866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Props1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549</Words>
  <Application>Microsoft Office PowerPoint</Application>
  <PresentationFormat>Affichage à l'écran (4:3)</PresentationFormat>
  <Paragraphs>102</Paragraphs>
  <Slides>32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38" baseType="lpstr">
      <vt:lpstr>Arial</vt:lpstr>
      <vt:lpstr>Calibri</vt:lpstr>
      <vt:lpstr>Cambria</vt:lpstr>
      <vt:lpstr>Cambria Math</vt:lpstr>
      <vt:lpstr>Wingdings</vt:lpstr>
      <vt:lpstr>Thème Office</vt:lpstr>
      <vt:lpstr>Data Description </vt:lpstr>
      <vt:lpstr>Les indicateurs de dispersion</vt:lpstr>
      <vt:lpstr>Note</vt:lpstr>
      <vt:lpstr>Les indicateurs de dispersion</vt:lpstr>
      <vt:lpstr>Note</vt:lpstr>
      <vt:lpstr>Les indicateurs de dispersion –  La variance et l’écart-type</vt:lpstr>
      <vt:lpstr>Note</vt:lpstr>
      <vt:lpstr>Les indicateurs de dispersion –  La variance et l’écart-type</vt:lpstr>
      <vt:lpstr>Note</vt:lpstr>
      <vt:lpstr>Les indicateurs de dispersion –  La variance et l’écart-type</vt:lpstr>
      <vt:lpstr>Note</vt:lpstr>
      <vt:lpstr>Les indicateurs de dispersion –  La variance et l’écart-type</vt:lpstr>
      <vt:lpstr>Note</vt:lpstr>
      <vt:lpstr>Les indicateurs de dispersion –  La variance et l’écart-type</vt:lpstr>
      <vt:lpstr>Note</vt:lpstr>
      <vt:lpstr>Exemples – calcul de la variance et l’écart-type</vt:lpstr>
      <vt:lpstr>Note</vt:lpstr>
      <vt:lpstr>Exemples – calcul de la variance et l’écart-type</vt:lpstr>
      <vt:lpstr>Note</vt:lpstr>
      <vt:lpstr>Exemples – calcul de la variance et l’écart-type</vt:lpstr>
      <vt:lpstr>Note</vt:lpstr>
      <vt:lpstr>Les indicateurs de dispersion –  Le coefficient de variation </vt:lpstr>
      <vt:lpstr>Note</vt:lpstr>
      <vt:lpstr>Les indicateurs de dispersion –  Le coefficient de variation </vt:lpstr>
      <vt:lpstr>Note</vt:lpstr>
      <vt:lpstr>Les indicateurs de dispersion –  Le coefficient de variation </vt:lpstr>
      <vt:lpstr>Note</vt:lpstr>
      <vt:lpstr>Les indicateurs de dispersion –  L’étendu et l’écart interquartile </vt:lpstr>
      <vt:lpstr>Note</vt:lpstr>
      <vt:lpstr>Les indicateurs de dispersion –  Le coefficient interquartile relatif</vt:lpstr>
      <vt:lpstr>Note</vt:lpstr>
      <vt:lpstr>Remarque générale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2</cp:revision>
  <dcterms:created xsi:type="dcterms:W3CDTF">2021-02-02T16:40:54Z</dcterms:created>
  <dcterms:modified xsi:type="dcterms:W3CDTF">2021-10-15T12:17:38Z</dcterms:modified>
</cp:coreProperties>
</file>