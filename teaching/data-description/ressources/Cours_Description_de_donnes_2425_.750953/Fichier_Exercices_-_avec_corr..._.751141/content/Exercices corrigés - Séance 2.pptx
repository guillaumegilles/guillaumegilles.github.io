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6:10:51.754" v="349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6:07:18.769" v="343" actId="20577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6:07:18.769" v="343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6:10:51.754" v="349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 del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22" creationId="{385E1BDC-A9B0-4A87-82E3-F3187F69A802}"/>
          </ac:spMkLst>
        </pc:spChg>
        <pc:spChg chg="add del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24" creationId="{0990C621-3B8B-4820-8328-D47EF7CE823C}"/>
          </ac:spMkLst>
        </pc:spChg>
        <pc:spChg chg="add del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26" creationId="{C1A2385B-1D2A-4E17-84FA-6CB7F0AAE473}"/>
          </ac:spMkLst>
        </pc:spChg>
        <pc:spChg chg="add del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28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33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35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37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6:10:51.754" v="349" actId="26606"/>
          <ac:spMkLst>
            <pc:docMk/>
            <pc:sldMk cId="4200507792" sldId="262"/>
            <ac:spMk id="39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6:10:51.754" v="349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6:10:51.754" v="349" actId="26606"/>
          <ac:picMkLst>
            <pc:docMk/>
            <pc:sldMk cId="4200507792" sldId="262"/>
            <ac:picMk id="6" creationId="{D94D0E73-3A39-4C85-8E8B-FA1C315EBDB6}"/>
          </ac:picMkLst>
        </pc:picChg>
        <pc:picChg chg="add del mod">
          <ac:chgData name="KACHOUR Maher" userId="09775c39-7739-40bf-ba04-c8ef3ab24a94" providerId="ADAL" clId="{2370CBF8-D1D8-4922-A968-E90E226146FA}" dt="2021-10-14T16:08:03.574" v="346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2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dirty="0"/>
              <a:t>Les données sont représentées dans le tableau suivant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Représenter graphiquement les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Tracer la courbe des fréquences cumulées croissantes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997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470430"/>
                  </p:ext>
                </p:extLst>
              </p:nvPr>
            </p:nvGraphicFramePr>
            <p:xfrm>
              <a:off x="180975" y="1849754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470430"/>
                  </p:ext>
                </p:extLst>
              </p:nvPr>
            </p:nvGraphicFramePr>
            <p:xfrm>
              <a:off x="180975" y="1849754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8667" t="-8197" r="-97333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98582" t="-8197" r="-3546" b="-6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C89D6DEA-6D91-456E-968B-68D46AFB3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224" y="1974591"/>
            <a:ext cx="6247344" cy="48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0975" y="1849754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0975" y="1849754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8667" t="-8197" r="-97333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98582" t="-8197" r="-3546" b="-6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5B838518-7C53-4901-924B-9F6D0B5C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5" y="1849754"/>
            <a:ext cx="4429125" cy="433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4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900" dirty="0"/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900" dirty="0"/>
              <a:t>Les données sont représentées dans le tableau suivant :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285750" indent="-285750">
              <a:buFontTx/>
              <a:buChar char="-"/>
            </a:pPr>
            <a:r>
              <a:rPr lang="fr-FR" sz="2900" dirty="0"/>
              <a:t>Représenter graphiquement les données</a:t>
            </a:r>
          </a:p>
          <a:p>
            <a:pPr marL="285750" indent="-285750">
              <a:buFontTx/>
              <a:buChar char="-"/>
            </a:pPr>
            <a:r>
              <a:rPr lang="fr-FR" sz="2900" dirty="0"/>
              <a:t>Tracer la courbe des fréquences cumulées croissantes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74097"/>
              </p:ext>
            </p:extLst>
          </p:nvPr>
        </p:nvGraphicFramePr>
        <p:xfrm>
          <a:off x="5103283" y="2713593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9442BFA-85B6-46F2-A05F-18E8C2311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813172"/>
            <a:ext cx="5481509" cy="33163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4124264"/>
                  </p:ext>
                </p:extLst>
              </p:nvPr>
            </p:nvGraphicFramePr>
            <p:xfrm>
              <a:off x="6198781" y="2747809"/>
              <a:ext cx="5523083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5040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7754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4124264"/>
                  </p:ext>
                </p:extLst>
              </p:nvPr>
            </p:nvGraphicFramePr>
            <p:xfrm>
              <a:off x="6198781" y="2747809"/>
              <a:ext cx="5523083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5982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5040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7754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132124" t="-4878" r="-240933" b="-6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230928" t="-4878" r="-139691" b="-6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563158" t="-4878" r="-137719" b="-6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3"/>
                          <a:stretch>
                            <a:fillRect l="-497368" t="-4878" r="-3289" b="-6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242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94D0E73-3A39-4C85-8E8B-FA1C315EB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813172"/>
            <a:ext cx="5481509" cy="33163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3451353"/>
                  </p:ext>
                </p:extLst>
              </p:nvPr>
            </p:nvGraphicFramePr>
            <p:xfrm>
              <a:off x="6198781" y="2779533"/>
              <a:ext cx="5523085" cy="33835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21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0689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1946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89188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Vitesse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 dirty="0"/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3451353"/>
                  </p:ext>
                </p:extLst>
              </p:nvPr>
            </p:nvGraphicFramePr>
            <p:xfrm>
              <a:off x="6198781" y="2779533"/>
              <a:ext cx="5523085" cy="33835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21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6862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90689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921946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89188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Vitesse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134896" t="-4938" r="-240625" b="-6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234896" t="-4938" r="-140625" b="-6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564035" t="-4938" r="-136842" b="-6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004" marR="111004" marT="55502" marB="55502">
                        <a:blipFill>
                          <a:blip r:embed="rId3"/>
                          <a:stretch>
                            <a:fillRect l="-501325" t="-4938" r="-3311" b="-6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2401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/>
                        </a:p>
                      </a:txBody>
                      <a:tcPr marL="111004" marR="111004" marT="55502" marB="55502"/>
                    </a:tc>
                    <a:tc>
                      <a:txBody>
                        <a:bodyPr/>
                        <a:lstStyle/>
                        <a:p>
                          <a:endParaRPr lang="fr-FR" sz="2200" dirty="0"/>
                        </a:p>
                      </a:txBody>
                      <a:tcPr marL="111004" marR="111004" marT="55502" marB="55502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400</Words>
  <Application>Microsoft Office PowerPoint</Application>
  <PresentationFormat>Grand écran</PresentationFormat>
  <Paragraphs>183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2021-10-14T16:11:04Z</dcterms:modified>
</cp:coreProperties>
</file>