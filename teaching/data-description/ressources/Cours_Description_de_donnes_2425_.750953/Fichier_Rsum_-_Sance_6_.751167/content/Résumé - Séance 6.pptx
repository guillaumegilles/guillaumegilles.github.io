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84" r:id="rId6"/>
    <p:sldId id="303" r:id="rId7"/>
    <p:sldId id="286" r:id="rId8"/>
    <p:sldId id="304" r:id="rId9"/>
    <p:sldId id="295" r:id="rId10"/>
    <p:sldId id="305" r:id="rId11"/>
    <p:sldId id="287" r:id="rId12"/>
    <p:sldId id="306" r:id="rId13"/>
    <p:sldId id="288" r:id="rId14"/>
    <p:sldId id="307" r:id="rId15"/>
    <p:sldId id="289" r:id="rId16"/>
    <p:sldId id="308" r:id="rId17"/>
    <p:sldId id="285" r:id="rId18"/>
    <p:sldId id="309" r:id="rId19"/>
    <p:sldId id="298" r:id="rId20"/>
    <p:sldId id="310" r:id="rId21"/>
    <p:sldId id="299" r:id="rId22"/>
    <p:sldId id="311" r:id="rId23"/>
    <p:sldId id="290" r:id="rId24"/>
    <p:sldId id="312" r:id="rId25"/>
    <p:sldId id="291" r:id="rId26"/>
    <p:sldId id="313" r:id="rId27"/>
    <p:sldId id="292" r:id="rId28"/>
    <p:sldId id="314" r:id="rId29"/>
    <p:sldId id="293" r:id="rId30"/>
    <p:sldId id="315" r:id="rId31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8526CA-7792-4450-8D50-B7DC9B87CFDC}" v="1" dt="2021-10-16T16:27:59.2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>
      <p:cViewPr varScale="1">
        <p:scale>
          <a:sx n="63" d="100"/>
          <a:sy n="63" d="100"/>
        </p:scale>
        <p:origin x="1332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CHOUR Maher" userId="09775c39-7739-40bf-ba04-c8ef3ab24a94" providerId="ADAL" clId="{008526CA-7792-4450-8D50-B7DC9B87CFDC}"/>
    <pc:docChg chg="undo custSel addSld delSld modSld sldOrd">
      <pc:chgData name="KACHOUR Maher" userId="09775c39-7739-40bf-ba04-c8ef3ab24a94" providerId="ADAL" clId="{008526CA-7792-4450-8D50-B7DC9B87CFDC}" dt="2021-10-16T16:32:25.203" v="58" actId="47"/>
      <pc:docMkLst>
        <pc:docMk/>
      </pc:docMkLst>
      <pc:sldChg chg="del">
        <pc:chgData name="KACHOUR Maher" userId="09775c39-7739-40bf-ba04-c8ef3ab24a94" providerId="ADAL" clId="{008526CA-7792-4450-8D50-B7DC9B87CFDC}" dt="2021-10-16T16:32:25.203" v="58" actId="47"/>
        <pc:sldMkLst>
          <pc:docMk/>
          <pc:sldMk cId="2862058364" sldId="294"/>
        </pc:sldMkLst>
      </pc:sldChg>
      <pc:sldChg chg="add del">
        <pc:chgData name="KACHOUR Maher" userId="09775c39-7739-40bf-ba04-c8ef3ab24a94" providerId="ADAL" clId="{008526CA-7792-4450-8D50-B7DC9B87CFDC}" dt="2021-10-16T16:29:17.914" v="20" actId="47"/>
        <pc:sldMkLst>
          <pc:docMk/>
          <pc:sldMk cId="2878685833" sldId="296"/>
        </pc:sldMkLst>
      </pc:sldChg>
      <pc:sldChg chg="del">
        <pc:chgData name="KACHOUR Maher" userId="09775c39-7739-40bf-ba04-c8ef3ab24a94" providerId="ADAL" clId="{008526CA-7792-4450-8D50-B7DC9B87CFDC}" dt="2021-10-16T16:29:27.457" v="24" actId="47"/>
        <pc:sldMkLst>
          <pc:docMk/>
          <pc:sldMk cId="276079498" sldId="297"/>
        </pc:sldMkLst>
      </pc:sldChg>
      <pc:sldChg chg="del">
        <pc:chgData name="KACHOUR Maher" userId="09775c39-7739-40bf-ba04-c8ef3ab24a94" providerId="ADAL" clId="{008526CA-7792-4450-8D50-B7DC9B87CFDC}" dt="2021-10-16T16:31:47.988" v="46" actId="47"/>
        <pc:sldMkLst>
          <pc:docMk/>
          <pc:sldMk cId="4146095499" sldId="300"/>
        </pc:sldMkLst>
      </pc:sldChg>
      <pc:sldChg chg="del">
        <pc:chgData name="KACHOUR Maher" userId="09775c39-7739-40bf-ba04-c8ef3ab24a94" providerId="ADAL" clId="{008526CA-7792-4450-8D50-B7DC9B87CFDC}" dt="2021-10-16T16:32:06.574" v="50" actId="47"/>
        <pc:sldMkLst>
          <pc:docMk/>
          <pc:sldMk cId="1496095161" sldId="301"/>
        </pc:sldMkLst>
      </pc:sldChg>
      <pc:sldChg chg="del">
        <pc:chgData name="KACHOUR Maher" userId="09775c39-7739-40bf-ba04-c8ef3ab24a94" providerId="ADAL" clId="{008526CA-7792-4450-8D50-B7DC9B87CFDC}" dt="2021-10-16T16:32:14.969" v="54" actId="47"/>
        <pc:sldMkLst>
          <pc:docMk/>
          <pc:sldMk cId="3879211568" sldId="302"/>
        </pc:sldMkLst>
      </pc:sldChg>
      <pc:sldChg chg="addSp delSp modSp new mod">
        <pc:chgData name="KACHOUR Maher" userId="09775c39-7739-40bf-ba04-c8ef3ab24a94" providerId="ADAL" clId="{008526CA-7792-4450-8D50-B7DC9B87CFDC}" dt="2021-10-16T16:28:02.312" v="9" actId="13822"/>
        <pc:sldMkLst>
          <pc:docMk/>
          <pc:sldMk cId="3681913734" sldId="303"/>
        </pc:sldMkLst>
        <pc:spChg chg="mod">
          <ac:chgData name="KACHOUR Maher" userId="09775c39-7739-40bf-ba04-c8ef3ab24a94" providerId="ADAL" clId="{008526CA-7792-4450-8D50-B7DC9B87CFDC}" dt="2021-10-16T16:27:36.335" v="4" actId="20577"/>
          <ac:spMkLst>
            <pc:docMk/>
            <pc:sldMk cId="3681913734" sldId="303"/>
            <ac:spMk id="2" creationId="{42AC935F-DD24-4C1A-9F05-7D4428D9AA88}"/>
          </ac:spMkLst>
        </pc:spChg>
        <pc:spChg chg="del mod">
          <ac:chgData name="KACHOUR Maher" userId="09775c39-7739-40bf-ba04-c8ef3ab24a94" providerId="ADAL" clId="{008526CA-7792-4450-8D50-B7DC9B87CFDC}" dt="2021-10-16T16:27:51.309" v="7" actId="478"/>
          <ac:spMkLst>
            <pc:docMk/>
            <pc:sldMk cId="3681913734" sldId="303"/>
            <ac:spMk id="3" creationId="{DEE9BAAC-735D-4800-871E-071E0E5692BC}"/>
          </ac:spMkLst>
        </pc:spChg>
        <pc:spChg chg="add mod">
          <ac:chgData name="KACHOUR Maher" userId="09775c39-7739-40bf-ba04-c8ef3ab24a94" providerId="ADAL" clId="{008526CA-7792-4450-8D50-B7DC9B87CFDC}" dt="2021-10-16T16:28:02.312" v="9" actId="13822"/>
          <ac:spMkLst>
            <pc:docMk/>
            <pc:sldMk cId="3681913734" sldId="303"/>
            <ac:spMk id="4" creationId="{E9DF0DB8-1326-4AAE-84F3-AF376B08FABC}"/>
          </ac:spMkLst>
        </pc:spChg>
      </pc:sldChg>
      <pc:sldChg chg="add ord">
        <pc:chgData name="KACHOUR Maher" userId="09775c39-7739-40bf-ba04-c8ef3ab24a94" providerId="ADAL" clId="{008526CA-7792-4450-8D50-B7DC9B87CFDC}" dt="2021-10-16T16:28:22.677" v="12"/>
        <pc:sldMkLst>
          <pc:docMk/>
          <pc:sldMk cId="2690414013" sldId="304"/>
        </pc:sldMkLst>
      </pc:sldChg>
      <pc:sldChg chg="add ord">
        <pc:chgData name="KACHOUR Maher" userId="09775c39-7739-40bf-ba04-c8ef3ab24a94" providerId="ADAL" clId="{008526CA-7792-4450-8D50-B7DC9B87CFDC}" dt="2021-10-16T16:29:25.294" v="23"/>
        <pc:sldMkLst>
          <pc:docMk/>
          <pc:sldMk cId="1230991087" sldId="305"/>
        </pc:sldMkLst>
      </pc:sldChg>
      <pc:sldChg chg="add del ord">
        <pc:chgData name="KACHOUR Maher" userId="09775c39-7739-40bf-ba04-c8ef3ab24a94" providerId="ADAL" clId="{008526CA-7792-4450-8D50-B7DC9B87CFDC}" dt="2021-10-16T16:28:55.795" v="18" actId="2890"/>
        <pc:sldMkLst>
          <pc:docMk/>
          <pc:sldMk cId="3491038354" sldId="305"/>
        </pc:sldMkLst>
      </pc:sldChg>
      <pc:sldChg chg="add ord">
        <pc:chgData name="KACHOUR Maher" userId="09775c39-7739-40bf-ba04-c8ef3ab24a94" providerId="ADAL" clId="{008526CA-7792-4450-8D50-B7DC9B87CFDC}" dt="2021-10-16T16:30:41.716" v="27"/>
        <pc:sldMkLst>
          <pc:docMk/>
          <pc:sldMk cId="4283091352" sldId="306"/>
        </pc:sldMkLst>
      </pc:sldChg>
      <pc:sldChg chg="add ord">
        <pc:chgData name="KACHOUR Maher" userId="09775c39-7739-40bf-ba04-c8ef3ab24a94" providerId="ADAL" clId="{008526CA-7792-4450-8D50-B7DC9B87CFDC}" dt="2021-10-16T16:31:02.954" v="30"/>
        <pc:sldMkLst>
          <pc:docMk/>
          <pc:sldMk cId="858215156" sldId="307"/>
        </pc:sldMkLst>
      </pc:sldChg>
      <pc:sldChg chg="add ord">
        <pc:chgData name="KACHOUR Maher" userId="09775c39-7739-40bf-ba04-c8ef3ab24a94" providerId="ADAL" clId="{008526CA-7792-4450-8D50-B7DC9B87CFDC}" dt="2021-10-16T16:31:10.659" v="33"/>
        <pc:sldMkLst>
          <pc:docMk/>
          <pc:sldMk cId="2145422033" sldId="308"/>
        </pc:sldMkLst>
      </pc:sldChg>
      <pc:sldChg chg="add ord">
        <pc:chgData name="KACHOUR Maher" userId="09775c39-7739-40bf-ba04-c8ef3ab24a94" providerId="ADAL" clId="{008526CA-7792-4450-8D50-B7DC9B87CFDC}" dt="2021-10-16T16:31:15.495" v="36"/>
        <pc:sldMkLst>
          <pc:docMk/>
          <pc:sldMk cId="1324447117" sldId="309"/>
        </pc:sldMkLst>
      </pc:sldChg>
      <pc:sldChg chg="add ord">
        <pc:chgData name="KACHOUR Maher" userId="09775c39-7739-40bf-ba04-c8ef3ab24a94" providerId="ADAL" clId="{008526CA-7792-4450-8D50-B7DC9B87CFDC}" dt="2021-10-16T16:31:27.094" v="39"/>
        <pc:sldMkLst>
          <pc:docMk/>
          <pc:sldMk cId="2453910531" sldId="310"/>
        </pc:sldMkLst>
      </pc:sldChg>
      <pc:sldChg chg="add ord">
        <pc:chgData name="KACHOUR Maher" userId="09775c39-7739-40bf-ba04-c8ef3ab24a94" providerId="ADAL" clId="{008526CA-7792-4450-8D50-B7DC9B87CFDC}" dt="2021-10-16T16:31:32.816" v="42"/>
        <pc:sldMkLst>
          <pc:docMk/>
          <pc:sldMk cId="3026073186" sldId="311"/>
        </pc:sldMkLst>
      </pc:sldChg>
      <pc:sldChg chg="add ord">
        <pc:chgData name="KACHOUR Maher" userId="09775c39-7739-40bf-ba04-c8ef3ab24a94" providerId="ADAL" clId="{008526CA-7792-4450-8D50-B7DC9B87CFDC}" dt="2021-10-16T16:31:41.780" v="45"/>
        <pc:sldMkLst>
          <pc:docMk/>
          <pc:sldMk cId="416124807" sldId="312"/>
        </pc:sldMkLst>
      </pc:sldChg>
      <pc:sldChg chg="add ord">
        <pc:chgData name="KACHOUR Maher" userId="09775c39-7739-40bf-ba04-c8ef3ab24a94" providerId="ADAL" clId="{008526CA-7792-4450-8D50-B7DC9B87CFDC}" dt="2021-10-16T16:31:59.719" v="49"/>
        <pc:sldMkLst>
          <pc:docMk/>
          <pc:sldMk cId="2203661141" sldId="313"/>
        </pc:sldMkLst>
      </pc:sldChg>
      <pc:sldChg chg="add ord">
        <pc:chgData name="KACHOUR Maher" userId="09775c39-7739-40bf-ba04-c8ef3ab24a94" providerId="ADAL" clId="{008526CA-7792-4450-8D50-B7DC9B87CFDC}" dt="2021-10-16T16:32:13.184" v="53"/>
        <pc:sldMkLst>
          <pc:docMk/>
          <pc:sldMk cId="4100663827" sldId="314"/>
        </pc:sldMkLst>
      </pc:sldChg>
      <pc:sldChg chg="add ord">
        <pc:chgData name="KACHOUR Maher" userId="09775c39-7739-40bf-ba04-c8ef3ab24a94" providerId="ADAL" clId="{008526CA-7792-4450-8D50-B7DC9B87CFDC}" dt="2021-10-16T16:32:21.806" v="57"/>
        <pc:sldMkLst>
          <pc:docMk/>
          <pc:sldMk cId="4046790384" sldId="315"/>
        </pc:sldMkLst>
      </pc:sldChg>
    </pc:docChg>
  </pc:docChgLst>
  <pc:docChgLst>
    <pc:chgData name="KACHOUR Maher" userId="09775c39-7739-40bf-ba04-c8ef3ab24a94" providerId="ADAL" clId="{D920E7EE-4D90-4756-8B1B-138FD5BB1236}"/>
    <pc:docChg chg="custSel addSld delSld modSld">
      <pc:chgData name="KACHOUR Maher" userId="09775c39-7739-40bf-ba04-c8ef3ab24a94" providerId="ADAL" clId="{D920E7EE-4D90-4756-8B1B-138FD5BB1236}" dt="2021-10-15T06:51:10.833" v="478" actId="20577"/>
      <pc:docMkLst>
        <pc:docMk/>
      </pc:docMkLst>
      <pc:sldChg chg="delSp modSp mod">
        <pc:chgData name="KACHOUR Maher" userId="09775c39-7739-40bf-ba04-c8ef3ab24a94" providerId="ADAL" clId="{D920E7EE-4D90-4756-8B1B-138FD5BB1236}" dt="2021-10-15T06:38:35.608" v="320" actId="14100"/>
        <pc:sldMkLst>
          <pc:docMk/>
          <pc:sldMk cId="3059624298" sldId="285"/>
        </pc:sldMkLst>
        <pc:spChg chg="mod">
          <ac:chgData name="KACHOUR Maher" userId="09775c39-7739-40bf-ba04-c8ef3ab24a94" providerId="ADAL" clId="{D920E7EE-4D90-4756-8B1B-138FD5BB1236}" dt="2021-10-15T06:38:35.608" v="320" actId="14100"/>
          <ac:spMkLst>
            <pc:docMk/>
            <pc:sldMk cId="3059624298" sldId="285"/>
            <ac:spMk id="10" creationId="{DF55DCCE-4867-488F-A29D-2B1A5B61A63A}"/>
          </ac:spMkLst>
        </pc:spChg>
        <pc:picChg chg="mod">
          <ac:chgData name="KACHOUR Maher" userId="09775c39-7739-40bf-ba04-c8ef3ab24a94" providerId="ADAL" clId="{D920E7EE-4D90-4756-8B1B-138FD5BB1236}" dt="2021-10-15T06:38:27.017" v="319" actId="1076"/>
          <ac:picMkLst>
            <pc:docMk/>
            <pc:sldMk cId="3059624298" sldId="285"/>
            <ac:picMk id="5" creationId="{F2D59576-822D-4C2D-949C-C98598D499BE}"/>
          </ac:picMkLst>
        </pc:picChg>
        <pc:picChg chg="del">
          <ac:chgData name="KACHOUR Maher" userId="09775c39-7739-40bf-ba04-c8ef3ab24a94" providerId="ADAL" clId="{D920E7EE-4D90-4756-8B1B-138FD5BB1236}" dt="2021-10-15T06:38:10.315" v="315" actId="478"/>
          <ac:picMkLst>
            <pc:docMk/>
            <pc:sldMk cId="3059624298" sldId="285"/>
            <ac:picMk id="7" creationId="{B899ED29-3986-4F1C-804B-7B6CC1D8C3A1}"/>
          </ac:picMkLst>
        </pc:picChg>
        <pc:picChg chg="del">
          <ac:chgData name="KACHOUR Maher" userId="09775c39-7739-40bf-ba04-c8ef3ab24a94" providerId="ADAL" clId="{D920E7EE-4D90-4756-8B1B-138FD5BB1236}" dt="2021-10-15T06:38:13.059" v="316" actId="478"/>
          <ac:picMkLst>
            <pc:docMk/>
            <pc:sldMk cId="3059624298" sldId="285"/>
            <ac:picMk id="9" creationId="{B09131A0-6E55-4020-B8CF-8CC070EB04C4}"/>
          </ac:picMkLst>
        </pc:picChg>
      </pc:sldChg>
      <pc:sldChg chg="addSp delSp modSp mod">
        <pc:chgData name="KACHOUR Maher" userId="09775c39-7739-40bf-ba04-c8ef3ab24a94" providerId="ADAL" clId="{D920E7EE-4D90-4756-8B1B-138FD5BB1236}" dt="2021-10-15T06:28:58.357" v="279" actId="20577"/>
        <pc:sldMkLst>
          <pc:docMk/>
          <pc:sldMk cId="1083900585" sldId="286"/>
        </pc:sldMkLst>
        <pc:spChg chg="mod">
          <ac:chgData name="KACHOUR Maher" userId="09775c39-7739-40bf-ba04-c8ef3ab24a94" providerId="ADAL" clId="{D920E7EE-4D90-4756-8B1B-138FD5BB1236}" dt="2021-10-15T06:28:58.357" v="279" actId="20577"/>
          <ac:spMkLst>
            <pc:docMk/>
            <pc:sldMk cId="1083900585" sldId="286"/>
            <ac:spMk id="3" creationId="{D18B0C6A-EF14-4ADA-9C88-BB4B731F3167}"/>
          </ac:spMkLst>
        </pc:spChg>
        <pc:graphicFrameChg chg="add mod modGraphic">
          <ac:chgData name="KACHOUR Maher" userId="09775c39-7739-40bf-ba04-c8ef3ab24a94" providerId="ADAL" clId="{D920E7EE-4D90-4756-8B1B-138FD5BB1236}" dt="2021-10-15T06:26:25.225" v="209" actId="1076"/>
          <ac:graphicFrameMkLst>
            <pc:docMk/>
            <pc:sldMk cId="1083900585" sldId="286"/>
            <ac:graphicFrameMk id="4" creationId="{B5BBF23C-94C6-440E-8D40-2DBB12E23239}"/>
          </ac:graphicFrameMkLst>
        </pc:graphicFrameChg>
        <pc:picChg chg="del">
          <ac:chgData name="KACHOUR Maher" userId="09775c39-7739-40bf-ba04-c8ef3ab24a94" providerId="ADAL" clId="{D920E7EE-4D90-4756-8B1B-138FD5BB1236}" dt="2021-10-15T06:23:39.761" v="3" actId="478"/>
          <ac:picMkLst>
            <pc:docMk/>
            <pc:sldMk cId="1083900585" sldId="286"/>
            <ac:picMk id="5" creationId="{55927AF9-732D-483F-B3AE-4237F04A0300}"/>
          </ac:picMkLst>
        </pc:picChg>
        <pc:picChg chg="del mod">
          <ac:chgData name="KACHOUR Maher" userId="09775c39-7739-40bf-ba04-c8ef3ab24a94" providerId="ADAL" clId="{D920E7EE-4D90-4756-8B1B-138FD5BB1236}" dt="2021-10-15T06:26:20.294" v="208" actId="478"/>
          <ac:picMkLst>
            <pc:docMk/>
            <pc:sldMk cId="1083900585" sldId="286"/>
            <ac:picMk id="7" creationId="{C7C5496F-7ECF-4E89-BE8D-2EE9433621E0}"/>
          </ac:picMkLst>
        </pc:picChg>
      </pc:sldChg>
      <pc:sldChg chg="addSp delSp modSp mod">
        <pc:chgData name="KACHOUR Maher" userId="09775c39-7739-40bf-ba04-c8ef3ab24a94" providerId="ADAL" clId="{D920E7EE-4D90-4756-8B1B-138FD5BB1236}" dt="2021-10-15T06:41:51.064" v="324" actId="1076"/>
        <pc:sldMkLst>
          <pc:docMk/>
          <pc:sldMk cId="1520845004" sldId="290"/>
        </pc:sldMkLst>
        <pc:picChg chg="del">
          <ac:chgData name="KACHOUR Maher" userId="09775c39-7739-40bf-ba04-c8ef3ab24a94" providerId="ADAL" clId="{D920E7EE-4D90-4756-8B1B-138FD5BB1236}" dt="2021-10-15T06:41:47.232" v="322" actId="478"/>
          <ac:picMkLst>
            <pc:docMk/>
            <pc:sldMk cId="1520845004" sldId="290"/>
            <ac:picMk id="5" creationId="{CD9EF1D2-F51F-4DC8-B4D5-72C8A6F28BB5}"/>
          </ac:picMkLst>
        </pc:picChg>
        <pc:picChg chg="add mod">
          <ac:chgData name="KACHOUR Maher" userId="09775c39-7739-40bf-ba04-c8ef3ab24a94" providerId="ADAL" clId="{D920E7EE-4D90-4756-8B1B-138FD5BB1236}" dt="2021-10-15T06:41:51.064" v="324" actId="1076"/>
          <ac:picMkLst>
            <pc:docMk/>
            <pc:sldMk cId="1520845004" sldId="290"/>
            <ac:picMk id="6" creationId="{48AD889B-BBC4-490B-B93C-DA77FF8FCD55}"/>
          </ac:picMkLst>
        </pc:picChg>
      </pc:sldChg>
      <pc:sldChg chg="addSp delSp modSp mod">
        <pc:chgData name="KACHOUR Maher" userId="09775c39-7739-40bf-ba04-c8ef3ab24a94" providerId="ADAL" clId="{D920E7EE-4D90-4756-8B1B-138FD5BB1236}" dt="2021-10-15T06:49:16.454" v="423" actId="20577"/>
        <pc:sldMkLst>
          <pc:docMk/>
          <pc:sldMk cId="4113038995" sldId="291"/>
        </pc:sldMkLst>
        <pc:spChg chg="mod">
          <ac:chgData name="KACHOUR Maher" userId="09775c39-7739-40bf-ba04-c8ef3ab24a94" providerId="ADAL" clId="{D920E7EE-4D90-4756-8B1B-138FD5BB1236}" dt="2021-10-15T06:49:16.454" v="423" actId="20577"/>
          <ac:spMkLst>
            <pc:docMk/>
            <pc:sldMk cId="4113038995" sldId="291"/>
            <ac:spMk id="3" creationId="{640910BD-C27F-4E47-8643-E68BB45A886B}"/>
          </ac:spMkLst>
        </pc:spChg>
        <pc:picChg chg="add mod">
          <ac:chgData name="KACHOUR Maher" userId="09775c39-7739-40bf-ba04-c8ef3ab24a94" providerId="ADAL" clId="{D920E7EE-4D90-4756-8B1B-138FD5BB1236}" dt="2021-10-15T06:45:59.336" v="395" actId="1076"/>
          <ac:picMkLst>
            <pc:docMk/>
            <pc:sldMk cId="4113038995" sldId="291"/>
            <ac:picMk id="5" creationId="{33246BD7-9795-42BE-8047-2FBAB527D561}"/>
          </ac:picMkLst>
        </pc:picChg>
        <pc:picChg chg="del">
          <ac:chgData name="KACHOUR Maher" userId="09775c39-7739-40bf-ba04-c8ef3ab24a94" providerId="ADAL" clId="{D920E7EE-4D90-4756-8B1B-138FD5BB1236}" dt="2021-10-15T06:44:52.618" v="326" actId="478"/>
          <ac:picMkLst>
            <pc:docMk/>
            <pc:sldMk cId="4113038995" sldId="291"/>
            <ac:picMk id="6" creationId="{B8AF548E-C39D-4B86-9346-047C52CEF2EA}"/>
          </ac:picMkLst>
        </pc:picChg>
      </pc:sldChg>
      <pc:sldChg chg="addSp delSp modSp mod">
        <pc:chgData name="KACHOUR Maher" userId="09775c39-7739-40bf-ba04-c8ef3ab24a94" providerId="ADAL" clId="{D920E7EE-4D90-4756-8B1B-138FD5BB1236}" dt="2021-10-15T06:51:10.833" v="478" actId="20577"/>
        <pc:sldMkLst>
          <pc:docMk/>
          <pc:sldMk cId="976014693" sldId="292"/>
        </pc:sldMkLst>
        <pc:spChg chg="mod">
          <ac:chgData name="KACHOUR Maher" userId="09775c39-7739-40bf-ba04-c8ef3ab24a94" providerId="ADAL" clId="{D920E7EE-4D90-4756-8B1B-138FD5BB1236}" dt="2021-10-15T06:51:10.833" v="478" actId="20577"/>
          <ac:spMkLst>
            <pc:docMk/>
            <pc:sldMk cId="976014693" sldId="292"/>
            <ac:spMk id="3" creationId="{640910BD-C27F-4E47-8643-E68BB45A886B}"/>
          </ac:spMkLst>
        </pc:spChg>
        <pc:picChg chg="add">
          <ac:chgData name="KACHOUR Maher" userId="09775c39-7739-40bf-ba04-c8ef3ab24a94" providerId="ADAL" clId="{D920E7EE-4D90-4756-8B1B-138FD5BB1236}" dt="2021-10-15T06:50:47.491" v="431" actId="22"/>
          <ac:picMkLst>
            <pc:docMk/>
            <pc:sldMk cId="976014693" sldId="292"/>
            <ac:picMk id="5" creationId="{9EFB1C78-BC23-4F29-A602-DE13AD4AA3CA}"/>
          </ac:picMkLst>
        </pc:picChg>
        <pc:picChg chg="del">
          <ac:chgData name="KACHOUR Maher" userId="09775c39-7739-40bf-ba04-c8ef3ab24a94" providerId="ADAL" clId="{D920E7EE-4D90-4756-8B1B-138FD5BB1236}" dt="2021-10-15T06:50:45.870" v="430" actId="478"/>
          <ac:picMkLst>
            <pc:docMk/>
            <pc:sldMk cId="976014693" sldId="292"/>
            <ac:picMk id="8" creationId="{E810B792-F652-49C6-9A0A-408BB3540886}"/>
          </ac:picMkLst>
        </pc:picChg>
      </pc:sldChg>
      <pc:sldChg chg="addSp delSp modSp add mod">
        <pc:chgData name="KACHOUR Maher" userId="09775c39-7739-40bf-ba04-c8ef3ab24a94" providerId="ADAL" clId="{D920E7EE-4D90-4756-8B1B-138FD5BB1236}" dt="2021-10-15T06:29:25.583" v="292"/>
        <pc:sldMkLst>
          <pc:docMk/>
          <pc:sldMk cId="1902628929" sldId="295"/>
        </pc:sldMkLst>
        <pc:spChg chg="mod">
          <ac:chgData name="KACHOUR Maher" userId="09775c39-7739-40bf-ba04-c8ef3ab24a94" providerId="ADAL" clId="{D920E7EE-4D90-4756-8B1B-138FD5BB1236}" dt="2021-10-15T06:29:25.583" v="292"/>
          <ac:spMkLst>
            <pc:docMk/>
            <pc:sldMk cId="1902628929" sldId="295"/>
            <ac:spMk id="3" creationId="{D18B0C6A-EF14-4ADA-9C88-BB4B731F3167}"/>
          </ac:spMkLst>
        </pc:spChg>
        <pc:picChg chg="del mod">
          <ac:chgData name="KACHOUR Maher" userId="09775c39-7739-40bf-ba04-c8ef3ab24a94" providerId="ADAL" clId="{D920E7EE-4D90-4756-8B1B-138FD5BB1236}" dt="2021-10-15T06:28:32.944" v="271" actId="478"/>
          <ac:picMkLst>
            <pc:docMk/>
            <pc:sldMk cId="1902628929" sldId="295"/>
            <ac:picMk id="5" creationId="{55927AF9-732D-483F-B3AE-4237F04A0300}"/>
          </ac:picMkLst>
        </pc:picChg>
        <pc:picChg chg="add mod">
          <ac:chgData name="KACHOUR Maher" userId="09775c39-7739-40bf-ba04-c8ef3ab24a94" providerId="ADAL" clId="{D920E7EE-4D90-4756-8B1B-138FD5BB1236}" dt="2021-10-15T06:29:17.083" v="282" actId="1076"/>
          <ac:picMkLst>
            <pc:docMk/>
            <pc:sldMk cId="1902628929" sldId="295"/>
            <ac:picMk id="6" creationId="{534373AD-A3AF-4556-89A6-B56DF8F82586}"/>
          </ac:picMkLst>
        </pc:picChg>
        <pc:picChg chg="del">
          <ac:chgData name="KACHOUR Maher" userId="09775c39-7739-40bf-ba04-c8ef3ab24a94" providerId="ADAL" clId="{D920E7EE-4D90-4756-8B1B-138FD5BB1236}" dt="2021-10-15T06:24:00.693" v="5" actId="478"/>
          <ac:picMkLst>
            <pc:docMk/>
            <pc:sldMk cId="1902628929" sldId="295"/>
            <ac:picMk id="7" creationId="{C7C5496F-7ECF-4E89-BE8D-2EE9433621E0}"/>
          </ac:picMkLst>
        </pc:picChg>
      </pc:sldChg>
      <pc:sldChg chg="new del">
        <pc:chgData name="KACHOUR Maher" userId="09775c39-7739-40bf-ba04-c8ef3ab24a94" providerId="ADAL" clId="{D920E7EE-4D90-4756-8B1B-138FD5BB1236}" dt="2021-10-15T06:23:28.497" v="1" actId="47"/>
        <pc:sldMkLst>
          <pc:docMk/>
          <pc:sldMk cId="2848427873" sldId="295"/>
        </pc:sldMkLst>
      </pc:sldChg>
      <pc:sldChg chg="modSp add mod">
        <pc:chgData name="KACHOUR Maher" userId="09775c39-7739-40bf-ba04-c8ef3ab24a94" providerId="ADAL" clId="{D920E7EE-4D90-4756-8B1B-138FD5BB1236}" dt="2021-10-15T06:27:03.576" v="267" actId="1076"/>
        <pc:sldMkLst>
          <pc:docMk/>
          <pc:sldMk cId="2878685833" sldId="296"/>
        </pc:sldMkLst>
        <pc:picChg chg="mod">
          <ac:chgData name="KACHOUR Maher" userId="09775c39-7739-40bf-ba04-c8ef3ab24a94" providerId="ADAL" clId="{D920E7EE-4D90-4756-8B1B-138FD5BB1236}" dt="2021-10-15T06:27:03.576" v="267" actId="1076"/>
          <ac:picMkLst>
            <pc:docMk/>
            <pc:sldMk cId="2878685833" sldId="296"/>
            <ac:picMk id="7" creationId="{C7C5496F-7ECF-4E89-BE8D-2EE9433621E0}"/>
          </ac:picMkLst>
        </pc:picChg>
      </pc:sldChg>
      <pc:sldChg chg="add">
        <pc:chgData name="KACHOUR Maher" userId="09775c39-7739-40bf-ba04-c8ef3ab24a94" providerId="ADAL" clId="{D920E7EE-4D90-4756-8B1B-138FD5BB1236}" dt="2021-10-15T06:27:14.708" v="268" actId="2890"/>
        <pc:sldMkLst>
          <pc:docMk/>
          <pc:sldMk cId="276079498" sldId="297"/>
        </pc:sldMkLst>
      </pc:sldChg>
      <pc:sldChg chg="addSp delSp modSp add mod">
        <pc:chgData name="KACHOUR Maher" userId="09775c39-7739-40bf-ba04-c8ef3ab24a94" providerId="ADAL" clId="{D920E7EE-4D90-4756-8B1B-138FD5BB1236}" dt="2021-10-15T06:38:04.533" v="314" actId="14100"/>
        <pc:sldMkLst>
          <pc:docMk/>
          <pc:sldMk cId="55737197" sldId="298"/>
        </pc:sldMkLst>
        <pc:spChg chg="add del mod">
          <ac:chgData name="KACHOUR Maher" userId="09775c39-7739-40bf-ba04-c8ef3ab24a94" providerId="ADAL" clId="{D920E7EE-4D90-4756-8B1B-138FD5BB1236}" dt="2021-10-15T06:37:45.792" v="307" actId="478"/>
          <ac:spMkLst>
            <pc:docMk/>
            <pc:sldMk cId="55737197" sldId="298"/>
            <ac:spMk id="4" creationId="{78E47828-8E07-4DF5-A47C-B66DBB2D45DF}"/>
          </ac:spMkLst>
        </pc:spChg>
        <pc:spChg chg="del">
          <ac:chgData name="KACHOUR Maher" userId="09775c39-7739-40bf-ba04-c8ef3ab24a94" providerId="ADAL" clId="{D920E7EE-4D90-4756-8B1B-138FD5BB1236}" dt="2021-10-15T06:37:38.309" v="304" actId="478"/>
          <ac:spMkLst>
            <pc:docMk/>
            <pc:sldMk cId="55737197" sldId="298"/>
            <ac:spMk id="10" creationId="{DF55DCCE-4867-488F-A29D-2B1A5B61A63A}"/>
          </ac:spMkLst>
        </pc:spChg>
        <pc:spChg chg="del">
          <ac:chgData name="KACHOUR Maher" userId="09775c39-7739-40bf-ba04-c8ef3ab24a94" providerId="ADAL" clId="{D920E7EE-4D90-4756-8B1B-138FD5BB1236}" dt="2021-10-15T06:37:40.706" v="305" actId="478"/>
          <ac:spMkLst>
            <pc:docMk/>
            <pc:sldMk cId="55737197" sldId="298"/>
            <ac:spMk id="11" creationId="{702ABF83-14D4-40AE-B23F-DBEAE22D2248}"/>
          </ac:spMkLst>
        </pc:spChg>
        <pc:picChg chg="del">
          <ac:chgData name="KACHOUR Maher" userId="09775c39-7739-40bf-ba04-c8ef3ab24a94" providerId="ADAL" clId="{D920E7EE-4D90-4756-8B1B-138FD5BB1236}" dt="2021-10-15T06:37:42.845" v="306" actId="478"/>
          <ac:picMkLst>
            <pc:docMk/>
            <pc:sldMk cId="55737197" sldId="298"/>
            <ac:picMk id="5" creationId="{F2D59576-822D-4C2D-949C-C98598D499BE}"/>
          </ac:picMkLst>
        </pc:picChg>
        <pc:picChg chg="mod">
          <ac:chgData name="KACHOUR Maher" userId="09775c39-7739-40bf-ba04-c8ef3ab24a94" providerId="ADAL" clId="{D920E7EE-4D90-4756-8B1B-138FD5BB1236}" dt="2021-10-15T06:38:04.533" v="314" actId="14100"/>
          <ac:picMkLst>
            <pc:docMk/>
            <pc:sldMk cId="55737197" sldId="298"/>
            <ac:picMk id="7" creationId="{B899ED29-3986-4F1C-804B-7B6CC1D8C3A1}"/>
          </ac:picMkLst>
        </pc:picChg>
        <pc:picChg chg="del">
          <ac:chgData name="KACHOUR Maher" userId="09775c39-7739-40bf-ba04-c8ef3ab24a94" providerId="ADAL" clId="{D920E7EE-4D90-4756-8B1B-138FD5BB1236}" dt="2021-10-15T06:37:48.502" v="308" actId="478"/>
          <ac:picMkLst>
            <pc:docMk/>
            <pc:sldMk cId="55737197" sldId="298"/>
            <ac:picMk id="9" creationId="{B09131A0-6E55-4020-B8CF-8CC070EB04C4}"/>
          </ac:picMkLst>
        </pc:picChg>
      </pc:sldChg>
      <pc:sldChg chg="addSp delSp modSp add mod">
        <pc:chgData name="KACHOUR Maher" userId="09775c39-7739-40bf-ba04-c8ef3ab24a94" providerId="ADAL" clId="{D920E7EE-4D90-4756-8B1B-138FD5BB1236}" dt="2021-10-15T06:37:31.509" v="303" actId="478"/>
        <pc:sldMkLst>
          <pc:docMk/>
          <pc:sldMk cId="2104343752" sldId="299"/>
        </pc:sldMkLst>
        <pc:spChg chg="add del mod">
          <ac:chgData name="KACHOUR Maher" userId="09775c39-7739-40bf-ba04-c8ef3ab24a94" providerId="ADAL" clId="{D920E7EE-4D90-4756-8B1B-138FD5BB1236}" dt="2021-10-15T06:37:02.720" v="296" actId="478"/>
          <ac:spMkLst>
            <pc:docMk/>
            <pc:sldMk cId="2104343752" sldId="299"/>
            <ac:spMk id="4" creationId="{3BB78260-1972-46A2-BE02-5704326E4A74}"/>
          </ac:spMkLst>
        </pc:spChg>
        <pc:spChg chg="del">
          <ac:chgData name="KACHOUR Maher" userId="09775c39-7739-40bf-ba04-c8ef3ab24a94" providerId="ADAL" clId="{D920E7EE-4D90-4756-8B1B-138FD5BB1236}" dt="2021-10-15T06:37:28.145" v="302" actId="478"/>
          <ac:spMkLst>
            <pc:docMk/>
            <pc:sldMk cId="2104343752" sldId="299"/>
            <ac:spMk id="10" creationId="{DF55DCCE-4867-488F-A29D-2B1A5B61A63A}"/>
          </ac:spMkLst>
        </pc:spChg>
        <pc:spChg chg="del">
          <ac:chgData name="KACHOUR Maher" userId="09775c39-7739-40bf-ba04-c8ef3ab24a94" providerId="ADAL" clId="{D920E7EE-4D90-4756-8B1B-138FD5BB1236}" dt="2021-10-15T06:37:31.509" v="303" actId="478"/>
          <ac:spMkLst>
            <pc:docMk/>
            <pc:sldMk cId="2104343752" sldId="299"/>
            <ac:spMk id="11" creationId="{702ABF83-14D4-40AE-B23F-DBEAE22D2248}"/>
          </ac:spMkLst>
        </pc:spChg>
        <pc:picChg chg="del">
          <ac:chgData name="KACHOUR Maher" userId="09775c39-7739-40bf-ba04-c8ef3ab24a94" providerId="ADAL" clId="{D920E7EE-4D90-4756-8B1B-138FD5BB1236}" dt="2021-10-15T06:36:58.086" v="295" actId="478"/>
          <ac:picMkLst>
            <pc:docMk/>
            <pc:sldMk cId="2104343752" sldId="299"/>
            <ac:picMk id="5" creationId="{F2D59576-822D-4C2D-949C-C98598D499BE}"/>
          </ac:picMkLst>
        </pc:picChg>
        <pc:picChg chg="del">
          <ac:chgData name="KACHOUR Maher" userId="09775c39-7739-40bf-ba04-c8ef3ab24a94" providerId="ADAL" clId="{D920E7EE-4D90-4756-8B1B-138FD5BB1236}" dt="2021-10-15T06:37:05.091" v="297" actId="478"/>
          <ac:picMkLst>
            <pc:docMk/>
            <pc:sldMk cId="2104343752" sldId="299"/>
            <ac:picMk id="7" creationId="{B899ED29-3986-4F1C-804B-7B6CC1D8C3A1}"/>
          </ac:picMkLst>
        </pc:picChg>
        <pc:picChg chg="mod">
          <ac:chgData name="KACHOUR Maher" userId="09775c39-7739-40bf-ba04-c8ef3ab24a94" providerId="ADAL" clId="{D920E7EE-4D90-4756-8B1B-138FD5BB1236}" dt="2021-10-15T06:37:14.477" v="301" actId="1076"/>
          <ac:picMkLst>
            <pc:docMk/>
            <pc:sldMk cId="2104343752" sldId="299"/>
            <ac:picMk id="9" creationId="{B09131A0-6E55-4020-B8CF-8CC070EB04C4}"/>
          </ac:picMkLst>
        </pc:picChg>
      </pc:sldChg>
      <pc:sldChg chg="add">
        <pc:chgData name="KACHOUR Maher" userId="09775c39-7739-40bf-ba04-c8ef3ab24a94" providerId="ADAL" clId="{D920E7EE-4D90-4756-8B1B-138FD5BB1236}" dt="2021-10-15T06:41:18.978" v="321" actId="2890"/>
        <pc:sldMkLst>
          <pc:docMk/>
          <pc:sldMk cId="4146095499" sldId="300"/>
        </pc:sldMkLst>
      </pc:sldChg>
      <pc:sldChg chg="modSp add mod">
        <pc:chgData name="KACHOUR Maher" userId="09775c39-7739-40bf-ba04-c8ef3ab24a94" providerId="ADAL" clId="{D920E7EE-4D90-4756-8B1B-138FD5BB1236}" dt="2021-10-15T06:46:09.481" v="397" actId="1076"/>
        <pc:sldMkLst>
          <pc:docMk/>
          <pc:sldMk cId="1496095161" sldId="301"/>
        </pc:sldMkLst>
        <pc:spChg chg="mod">
          <ac:chgData name="KACHOUR Maher" userId="09775c39-7739-40bf-ba04-c8ef3ab24a94" providerId="ADAL" clId="{D920E7EE-4D90-4756-8B1B-138FD5BB1236}" dt="2021-10-15T06:46:07.126" v="396" actId="20577"/>
          <ac:spMkLst>
            <pc:docMk/>
            <pc:sldMk cId="1496095161" sldId="301"/>
            <ac:spMk id="3" creationId="{640910BD-C27F-4E47-8643-E68BB45A886B}"/>
          </ac:spMkLst>
        </pc:spChg>
        <pc:picChg chg="mod">
          <ac:chgData name="KACHOUR Maher" userId="09775c39-7739-40bf-ba04-c8ef3ab24a94" providerId="ADAL" clId="{D920E7EE-4D90-4756-8B1B-138FD5BB1236}" dt="2021-10-15T06:46:09.481" v="397" actId="1076"/>
          <ac:picMkLst>
            <pc:docMk/>
            <pc:sldMk cId="1496095161" sldId="301"/>
            <ac:picMk id="6" creationId="{B8AF548E-C39D-4B86-9346-047C52CEF2EA}"/>
          </ac:picMkLst>
        </pc:picChg>
      </pc:sldChg>
      <pc:sldChg chg="modSp add mod">
        <pc:chgData name="KACHOUR Maher" userId="09775c39-7739-40bf-ba04-c8ef3ab24a94" providerId="ADAL" clId="{D920E7EE-4D90-4756-8B1B-138FD5BB1236}" dt="2021-10-15T06:50:02.338" v="429" actId="1076"/>
        <pc:sldMkLst>
          <pc:docMk/>
          <pc:sldMk cId="3879211568" sldId="302"/>
        </pc:sldMkLst>
        <pc:spChg chg="mod">
          <ac:chgData name="KACHOUR Maher" userId="09775c39-7739-40bf-ba04-c8ef3ab24a94" providerId="ADAL" clId="{D920E7EE-4D90-4756-8B1B-138FD5BB1236}" dt="2021-10-15T06:49:50.346" v="425" actId="6549"/>
          <ac:spMkLst>
            <pc:docMk/>
            <pc:sldMk cId="3879211568" sldId="302"/>
            <ac:spMk id="3" creationId="{640910BD-C27F-4E47-8643-E68BB45A886B}"/>
          </ac:spMkLst>
        </pc:spChg>
        <pc:picChg chg="mod">
          <ac:chgData name="KACHOUR Maher" userId="09775c39-7739-40bf-ba04-c8ef3ab24a94" providerId="ADAL" clId="{D920E7EE-4D90-4756-8B1B-138FD5BB1236}" dt="2021-10-15T06:50:02.338" v="429" actId="1076"/>
          <ac:picMkLst>
            <pc:docMk/>
            <pc:sldMk cId="3879211568" sldId="302"/>
            <ac:picMk id="8" creationId="{E810B792-F652-49C6-9A0A-408BB354088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16/10/2021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16/10/2021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16/10/2021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16/10/2021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16/10/2021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16/10/2021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16/10/2021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16/10/2021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16/10/2021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16/10/2021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16/10/2021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302334-7E8B-4320-A1E2-4B05AC15A670}" type="datetimeFigureOut">
              <a:rPr lang="fr-FR" smtClean="0"/>
              <a:pPr/>
              <a:t>16/10/2021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1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8" name="Picture 414" descr="C:\Users\Tom\AppData\Local\Microsoft\Windows\Temporary Internet Files\Content.IE5\54P6HUVA\MPj04385580000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Séance 6</a:t>
            </a:r>
          </a:p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M. Kachour</a:t>
            </a:r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>
                <a:latin typeface="Cambria" panose="02040503050406030204" pitchFamily="18" charset="0"/>
                <a:ea typeface="Cambria" panose="02040503050406030204" pitchFamily="18" charset="0"/>
              </a:rPr>
              <a:t>Data Description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9C2A41-D9C8-4926-AA64-B06A3E3BB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dirty="0">
                <a:latin typeface="Cambria" panose="02040503050406030204" pitchFamily="18" charset="0"/>
                <a:ea typeface="Cambria" panose="02040503050406030204" pitchFamily="18" charset="0"/>
              </a:rPr>
              <a:t>Les indicateurs de position – Le mode</a:t>
            </a:r>
            <a:endParaRPr lang="fr-FR" sz="36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00948F3-1972-4983-AF65-48CF94EBC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008" y="1556792"/>
            <a:ext cx="8928992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L'observation la mieux représentée des données observées est appelée le mode.</a:t>
            </a:r>
          </a:p>
          <a:p>
            <a:pPr marL="0" indent="0">
              <a:buNone/>
            </a:pPr>
            <a:r>
              <a:rPr lang="fr-FR" sz="20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Ce dernier est considéré comme une valeur centrale associée aux données.</a:t>
            </a:r>
          </a:p>
          <a:p>
            <a:pPr marL="0" indent="0">
              <a:buNone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Notons que le mode n’est pas nécessairement une valeur unique. </a:t>
            </a: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D5FCD45-81EB-4C84-B1AA-D3A9142AC8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008" y="2968601"/>
            <a:ext cx="4800847" cy="920797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2D074CA8-6C75-45A6-BBB6-E4368C1938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008" y="3939062"/>
            <a:ext cx="5042159" cy="272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33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AC935F-DD24-4C1A-9F05-7D4428D9A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9DF0DB8-1326-4AAE-84F3-AF376B08FABC}"/>
              </a:ext>
            </a:extLst>
          </p:cNvPr>
          <p:cNvSpPr txBox="1"/>
          <p:nvPr/>
        </p:nvSpPr>
        <p:spPr>
          <a:xfrm>
            <a:off x="755576" y="1484784"/>
            <a:ext cx="7776864" cy="49685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81913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DC7D4A-A600-4285-9D41-1B2FA4D00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Exemples – calcul du mode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18B0C6A-EF14-4ADA-9C88-BB4B731F31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53644"/>
            <a:ext cx="9144000" cy="56043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600" dirty="0">
                <a:latin typeface="Cambria" panose="02040503050406030204" pitchFamily="18" charset="0"/>
                <a:ea typeface="Cambria" panose="02040503050406030204" pitchFamily="18" charset="0"/>
              </a:rPr>
              <a:t>Exemple 1 : les données ci-dessous représentent la répartition des salaires de 15 employés travaillant dans une petite entreprise</a:t>
            </a: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fr-FR" sz="1600" dirty="0">
                <a:latin typeface="Cambria" panose="02040503050406030204" pitchFamily="18" charset="0"/>
                <a:ea typeface="Cambria" panose="02040503050406030204" pitchFamily="18" charset="0"/>
              </a:rPr>
              <a:t>Identifier le(s) mode(s) associés aux données.</a:t>
            </a: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4" name="Tableau 5">
            <a:extLst>
              <a:ext uri="{FF2B5EF4-FFF2-40B4-BE49-F238E27FC236}">
                <a16:creationId xmlns:a16="http://schemas.microsoft.com/office/drawing/2014/main" id="{B5BBF23C-94C6-440E-8D40-2DBB12E232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9862929"/>
              </p:ext>
            </p:extLst>
          </p:nvPr>
        </p:nvGraphicFramePr>
        <p:xfrm>
          <a:off x="1691680" y="2168879"/>
          <a:ext cx="6096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795218565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5261845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Salaire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Nombre d’employés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1455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1300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87989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1850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43302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2050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8789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3000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8443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3900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AC935F-DD24-4C1A-9F05-7D4428D9A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9DF0DB8-1326-4AAE-84F3-AF376B08FABC}"/>
              </a:ext>
            </a:extLst>
          </p:cNvPr>
          <p:cNvSpPr txBox="1"/>
          <p:nvPr/>
        </p:nvSpPr>
        <p:spPr>
          <a:xfrm>
            <a:off x="755576" y="1484784"/>
            <a:ext cx="7776864" cy="49685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90414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DC7D4A-A600-4285-9D41-1B2FA4D00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Exemples – calcul du mode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18B0C6A-EF14-4ADA-9C88-BB4B731F31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53644"/>
            <a:ext cx="9144000" cy="56043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600" dirty="0">
                <a:latin typeface="Cambria" panose="02040503050406030204" pitchFamily="18" charset="0"/>
                <a:ea typeface="Cambria" panose="02040503050406030204" pitchFamily="18" charset="0"/>
              </a:rPr>
              <a:t>Exemple 2 : les données ci-dessous représentent l’âge de 60 participants à un concours</a:t>
            </a: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fr-FR" sz="1600" dirty="0">
                <a:latin typeface="Cambria" panose="02040503050406030204" pitchFamily="18" charset="0"/>
                <a:ea typeface="Cambria" panose="02040503050406030204" pitchFamily="18" charset="0"/>
              </a:rPr>
              <a:t>Identifier le(s) mode(s) associés aux données.</a:t>
            </a:r>
          </a:p>
          <a:p>
            <a:pPr marL="0" indent="0">
              <a:buNone/>
            </a:pPr>
            <a:r>
              <a:rPr lang="fr-FR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534373AD-A3AF-4556-89A6-B56DF8F825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9863" y="1988840"/>
            <a:ext cx="2464274" cy="1584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6289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AC935F-DD24-4C1A-9F05-7D4428D9A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9DF0DB8-1326-4AAE-84F3-AF376B08FABC}"/>
              </a:ext>
            </a:extLst>
          </p:cNvPr>
          <p:cNvSpPr txBox="1"/>
          <p:nvPr/>
        </p:nvSpPr>
        <p:spPr>
          <a:xfrm>
            <a:off x="755576" y="1484784"/>
            <a:ext cx="7776864" cy="49685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309910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316481C-0A49-4796-812B-0D64F063B7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DCE81A5-DBB5-454A-8C13-8B3F7A98B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373" y="655128"/>
            <a:ext cx="3460439" cy="14996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fr-FR" sz="3700" dirty="0">
                <a:latin typeface="Cambria" panose="02040503050406030204" pitchFamily="18" charset="0"/>
                <a:ea typeface="Cambria" panose="02040503050406030204" pitchFamily="18" charset="0"/>
              </a:rPr>
              <a:t>Le mode - Graphiquement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5271697-90F1-4A23-8EF2-0179F2EAF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5228" cy="323398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F49CE81-B2F4-47B2-9D4A-886DCE0A84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91533" y="73152"/>
            <a:ext cx="884223" cy="232963"/>
            <a:chOff x="7763256" y="73152"/>
            <a:chExt cx="1178966" cy="232963"/>
          </a:xfrm>
        </p:grpSpPr>
        <p:sp>
          <p:nvSpPr>
            <p:cNvPr id="19" name="Rectangle 64">
              <a:extLst>
                <a:ext uri="{FF2B5EF4-FFF2-40B4-BE49-F238E27FC236}">
                  <a16:creationId xmlns:a16="http://schemas.microsoft.com/office/drawing/2014/main" id="{4BE32177-3EAD-42DA-997C-8DAE1BFEE5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63077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66">
              <a:extLst>
                <a:ext uri="{FF2B5EF4-FFF2-40B4-BE49-F238E27FC236}">
                  <a16:creationId xmlns:a16="http://schemas.microsoft.com/office/drawing/2014/main" id="{A0DEE160-9825-4DB5-8188-911AC13EA7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63077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64">
              <a:extLst>
                <a:ext uri="{FF2B5EF4-FFF2-40B4-BE49-F238E27FC236}">
                  <a16:creationId xmlns:a16="http://schemas.microsoft.com/office/drawing/2014/main" id="{9C5FEDB5-0AEE-40E4-9CA6-6718B956D9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138122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66">
              <a:extLst>
                <a:ext uri="{FF2B5EF4-FFF2-40B4-BE49-F238E27FC236}">
                  <a16:creationId xmlns:a16="http://schemas.microsoft.com/office/drawing/2014/main" id="{1A11DF2D-1D4B-45DA-906B-2A1F84C996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138122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64">
              <a:extLst>
                <a:ext uri="{FF2B5EF4-FFF2-40B4-BE49-F238E27FC236}">
                  <a16:creationId xmlns:a16="http://schemas.microsoft.com/office/drawing/2014/main" id="{B6A5BAC0-9806-4124-A584-7F924A6589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13167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66">
              <a:extLst>
                <a:ext uri="{FF2B5EF4-FFF2-40B4-BE49-F238E27FC236}">
                  <a16:creationId xmlns:a16="http://schemas.microsoft.com/office/drawing/2014/main" id="{A8F6BFA3-38BE-4F0A-94D9-EF0E6EA01A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13167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64">
              <a:extLst>
                <a:ext uri="{FF2B5EF4-FFF2-40B4-BE49-F238E27FC236}">
                  <a16:creationId xmlns:a16="http://schemas.microsoft.com/office/drawing/2014/main" id="{BE6BCF21-959F-419E-BCA4-B20AF92EF4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88211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66">
              <a:extLst>
                <a:ext uri="{FF2B5EF4-FFF2-40B4-BE49-F238E27FC236}">
                  <a16:creationId xmlns:a16="http://schemas.microsoft.com/office/drawing/2014/main" id="{54B6E037-E222-42EB-9AEB-C45EF2090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88211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64">
              <a:extLst>
                <a:ext uri="{FF2B5EF4-FFF2-40B4-BE49-F238E27FC236}">
                  <a16:creationId xmlns:a16="http://schemas.microsoft.com/office/drawing/2014/main" id="{A0494426-372E-42B8-87E1-170F1B5969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3256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66">
              <a:extLst>
                <a:ext uri="{FF2B5EF4-FFF2-40B4-BE49-F238E27FC236}">
                  <a16:creationId xmlns:a16="http://schemas.microsoft.com/office/drawing/2014/main" id="{14DB5AB5-5D73-4375-8CF4-DF4B7A5D7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3256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64">
              <a:extLst>
                <a:ext uri="{FF2B5EF4-FFF2-40B4-BE49-F238E27FC236}">
                  <a16:creationId xmlns:a16="http://schemas.microsoft.com/office/drawing/2014/main" id="{009B2A6E-6D36-4A9A-AFAA-CF4D859147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887854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66">
              <a:extLst>
                <a:ext uri="{FF2B5EF4-FFF2-40B4-BE49-F238E27FC236}">
                  <a16:creationId xmlns:a16="http://schemas.microsoft.com/office/drawing/2014/main" id="{85DC0718-B29F-47A6-931F-F0EF9FA99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887854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64">
              <a:extLst>
                <a:ext uri="{FF2B5EF4-FFF2-40B4-BE49-F238E27FC236}">
                  <a16:creationId xmlns:a16="http://schemas.microsoft.com/office/drawing/2014/main" id="{AAED958D-AFCC-4BEF-818A-EFF7E41D17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62899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66">
              <a:extLst>
                <a:ext uri="{FF2B5EF4-FFF2-40B4-BE49-F238E27FC236}">
                  <a16:creationId xmlns:a16="http://schemas.microsoft.com/office/drawing/2014/main" id="{C216DD5A-D1AE-429E-937E-456A50345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62899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64">
              <a:extLst>
                <a:ext uri="{FF2B5EF4-FFF2-40B4-BE49-F238E27FC236}">
                  <a16:creationId xmlns:a16="http://schemas.microsoft.com/office/drawing/2014/main" id="{A845B253-9DEE-45AC-AADA-FAA6812C39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37944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66">
              <a:extLst>
                <a:ext uri="{FF2B5EF4-FFF2-40B4-BE49-F238E27FC236}">
                  <a16:creationId xmlns:a16="http://schemas.microsoft.com/office/drawing/2014/main" id="{CE7B6CBF-757B-4B55-84CB-062B712D38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37944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64">
              <a:extLst>
                <a:ext uri="{FF2B5EF4-FFF2-40B4-BE49-F238E27FC236}">
                  <a16:creationId xmlns:a16="http://schemas.microsoft.com/office/drawing/2014/main" id="{2CC28C7A-EF33-43D3-90CD-DCAC92546A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512988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66">
              <a:extLst>
                <a:ext uri="{FF2B5EF4-FFF2-40B4-BE49-F238E27FC236}">
                  <a16:creationId xmlns:a16="http://schemas.microsoft.com/office/drawing/2014/main" id="{BC0C9DCF-F15B-4B7A-A16B-37B4335E6B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512988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64">
              <a:extLst>
                <a:ext uri="{FF2B5EF4-FFF2-40B4-BE49-F238E27FC236}">
                  <a16:creationId xmlns:a16="http://schemas.microsoft.com/office/drawing/2014/main" id="{94991FD1-406A-4958-87D4-8DFA9FEA4C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8033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66">
              <a:extLst>
                <a:ext uri="{FF2B5EF4-FFF2-40B4-BE49-F238E27FC236}">
                  <a16:creationId xmlns:a16="http://schemas.microsoft.com/office/drawing/2014/main" id="{5CD32F69-27AD-4088-877C-E2A40F8B07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8033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Image 8">
            <a:extLst>
              <a:ext uri="{FF2B5EF4-FFF2-40B4-BE49-F238E27FC236}">
                <a16:creationId xmlns:a16="http://schemas.microsoft.com/office/drawing/2014/main" id="{EB5C4F08-6194-4B06-A6EF-79411837E6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9877" y="197820"/>
            <a:ext cx="4190207" cy="2880767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D9F5512A-48E1-4C07-B75E-3CCC517B6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233984"/>
            <a:ext cx="455228" cy="36240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D1E4C3BF-EDCA-4565-B507-776E678B12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00028" y="3315854"/>
            <a:ext cx="2513956" cy="3455611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7AE9D07E-39B9-41EC-800A-4255E849F1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9878" y="3540423"/>
            <a:ext cx="4190207" cy="3006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1279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AC935F-DD24-4C1A-9F05-7D4428D9A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9DF0DB8-1326-4AAE-84F3-AF376B08FABC}"/>
              </a:ext>
            </a:extLst>
          </p:cNvPr>
          <p:cNvSpPr txBox="1"/>
          <p:nvPr/>
        </p:nvSpPr>
        <p:spPr>
          <a:xfrm>
            <a:off x="755576" y="1484784"/>
            <a:ext cx="7776864" cy="49685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830913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E210FE-4560-4465-907D-BDEC1997A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Le mode - Graphiquement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184AA767-AF2D-4FCE-B5ED-C727F5B7E0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67744" y="1700808"/>
            <a:ext cx="6092682" cy="4392488"/>
          </a:xfrm>
        </p:spPr>
      </p:pic>
      <p:sp>
        <p:nvSpPr>
          <p:cNvPr id="6" name="Bulle narrative : ronde 5">
            <a:extLst>
              <a:ext uri="{FF2B5EF4-FFF2-40B4-BE49-F238E27FC236}">
                <a16:creationId xmlns:a16="http://schemas.microsoft.com/office/drawing/2014/main" id="{56902919-0345-420A-9614-B6A7E25DBECB}"/>
              </a:ext>
            </a:extLst>
          </p:cNvPr>
          <p:cNvSpPr/>
          <p:nvPr/>
        </p:nvSpPr>
        <p:spPr>
          <a:xfrm>
            <a:off x="323528" y="1844824"/>
            <a:ext cx="1512168" cy="2160240"/>
          </a:xfrm>
          <a:prstGeom prst="wedgeEllipseCallout">
            <a:avLst>
              <a:gd name="adj1" fmla="val 187758"/>
              <a:gd name="adj2" fmla="val 6250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9CD6E96-E1BF-4298-96B1-2CAFB966B5E6}"/>
              </a:ext>
            </a:extLst>
          </p:cNvPr>
          <p:cNvSpPr txBox="1"/>
          <p:nvPr/>
        </p:nvSpPr>
        <p:spPr>
          <a:xfrm>
            <a:off x="539552" y="2463279"/>
            <a:ext cx="12344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La marche la plus haute</a:t>
            </a:r>
          </a:p>
        </p:txBody>
      </p:sp>
    </p:spTree>
    <p:extLst>
      <p:ext uri="{BB962C8B-B14F-4D97-AF65-F5344CB8AC3E}">
        <p14:creationId xmlns:p14="http://schemas.microsoft.com/office/powerpoint/2010/main" val="4559500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AC935F-DD24-4C1A-9F05-7D4428D9A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9DF0DB8-1326-4AAE-84F3-AF376B08FABC}"/>
              </a:ext>
            </a:extLst>
          </p:cNvPr>
          <p:cNvSpPr txBox="1"/>
          <p:nvPr/>
        </p:nvSpPr>
        <p:spPr>
          <a:xfrm>
            <a:off x="755576" y="1484784"/>
            <a:ext cx="7776864" cy="49685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582151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DD9A70-7071-42D7-A193-63327EDCC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Le mode - Graphiquement</a:t>
            </a:r>
            <a:endParaRPr lang="fr-FR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C197BE54-2E9D-4DAB-8002-EA443B0A6F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512" y="1387524"/>
            <a:ext cx="8805664" cy="5470475"/>
          </a:xfrm>
        </p:spPr>
      </p:pic>
    </p:spTree>
    <p:extLst>
      <p:ext uri="{BB962C8B-B14F-4D97-AF65-F5344CB8AC3E}">
        <p14:creationId xmlns:p14="http://schemas.microsoft.com/office/powerpoint/2010/main" val="4376095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AC935F-DD24-4C1A-9F05-7D4428D9A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9DF0DB8-1326-4AAE-84F3-AF376B08FABC}"/>
              </a:ext>
            </a:extLst>
          </p:cNvPr>
          <p:cNvSpPr txBox="1"/>
          <p:nvPr/>
        </p:nvSpPr>
        <p:spPr>
          <a:xfrm>
            <a:off x="755576" y="1484784"/>
            <a:ext cx="7776864" cy="49685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454220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316481C-0A49-4796-812B-0D64F063B7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53ED234-8A8C-419B-A201-935459350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373" y="655128"/>
            <a:ext cx="3460439" cy="14996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fr-FR" sz="3400" dirty="0">
                <a:latin typeface="Cambria" panose="02040503050406030204" pitchFamily="18" charset="0"/>
                <a:ea typeface="Cambria" panose="02040503050406030204" pitchFamily="18" charset="0"/>
              </a:rPr>
              <a:t>Les indicateurs de position – </a:t>
            </a:r>
            <a:br>
              <a:rPr lang="fr-FR" sz="3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fr-FR" sz="3400" dirty="0">
                <a:latin typeface="Cambria" panose="02040503050406030204" pitchFamily="18" charset="0"/>
                <a:ea typeface="Cambria" panose="02040503050406030204" pitchFamily="18" charset="0"/>
              </a:rPr>
              <a:t>La moyenne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5271697-90F1-4A23-8EF2-0179F2EAF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5228" cy="323398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F49CE81-B2F4-47B2-9D4A-886DCE0A84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91533" y="73152"/>
            <a:ext cx="884223" cy="232963"/>
            <a:chOff x="7763256" y="73152"/>
            <a:chExt cx="1178966" cy="232963"/>
          </a:xfrm>
        </p:grpSpPr>
        <p:sp>
          <p:nvSpPr>
            <p:cNvPr id="19" name="Rectangle 64">
              <a:extLst>
                <a:ext uri="{FF2B5EF4-FFF2-40B4-BE49-F238E27FC236}">
                  <a16:creationId xmlns:a16="http://schemas.microsoft.com/office/drawing/2014/main" id="{4BE32177-3EAD-42DA-997C-8DAE1BFEE5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63077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66">
              <a:extLst>
                <a:ext uri="{FF2B5EF4-FFF2-40B4-BE49-F238E27FC236}">
                  <a16:creationId xmlns:a16="http://schemas.microsoft.com/office/drawing/2014/main" id="{A0DEE160-9825-4DB5-8188-911AC13EA7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63077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64">
              <a:extLst>
                <a:ext uri="{FF2B5EF4-FFF2-40B4-BE49-F238E27FC236}">
                  <a16:creationId xmlns:a16="http://schemas.microsoft.com/office/drawing/2014/main" id="{9C5FEDB5-0AEE-40E4-9CA6-6718B956D9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138122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66">
              <a:extLst>
                <a:ext uri="{FF2B5EF4-FFF2-40B4-BE49-F238E27FC236}">
                  <a16:creationId xmlns:a16="http://schemas.microsoft.com/office/drawing/2014/main" id="{1A11DF2D-1D4B-45DA-906B-2A1F84C996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138122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64">
              <a:extLst>
                <a:ext uri="{FF2B5EF4-FFF2-40B4-BE49-F238E27FC236}">
                  <a16:creationId xmlns:a16="http://schemas.microsoft.com/office/drawing/2014/main" id="{B6A5BAC0-9806-4124-A584-7F924A6589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13167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66">
              <a:extLst>
                <a:ext uri="{FF2B5EF4-FFF2-40B4-BE49-F238E27FC236}">
                  <a16:creationId xmlns:a16="http://schemas.microsoft.com/office/drawing/2014/main" id="{A8F6BFA3-38BE-4F0A-94D9-EF0E6EA01A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13167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64">
              <a:extLst>
                <a:ext uri="{FF2B5EF4-FFF2-40B4-BE49-F238E27FC236}">
                  <a16:creationId xmlns:a16="http://schemas.microsoft.com/office/drawing/2014/main" id="{BE6BCF21-959F-419E-BCA4-B20AF92EF4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88211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66">
              <a:extLst>
                <a:ext uri="{FF2B5EF4-FFF2-40B4-BE49-F238E27FC236}">
                  <a16:creationId xmlns:a16="http://schemas.microsoft.com/office/drawing/2014/main" id="{54B6E037-E222-42EB-9AEB-C45EF2090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88211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64">
              <a:extLst>
                <a:ext uri="{FF2B5EF4-FFF2-40B4-BE49-F238E27FC236}">
                  <a16:creationId xmlns:a16="http://schemas.microsoft.com/office/drawing/2014/main" id="{A0494426-372E-42B8-87E1-170F1B5969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3256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66">
              <a:extLst>
                <a:ext uri="{FF2B5EF4-FFF2-40B4-BE49-F238E27FC236}">
                  <a16:creationId xmlns:a16="http://schemas.microsoft.com/office/drawing/2014/main" id="{14DB5AB5-5D73-4375-8CF4-DF4B7A5D7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3256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64">
              <a:extLst>
                <a:ext uri="{FF2B5EF4-FFF2-40B4-BE49-F238E27FC236}">
                  <a16:creationId xmlns:a16="http://schemas.microsoft.com/office/drawing/2014/main" id="{009B2A6E-6D36-4A9A-AFAA-CF4D859147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887854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66">
              <a:extLst>
                <a:ext uri="{FF2B5EF4-FFF2-40B4-BE49-F238E27FC236}">
                  <a16:creationId xmlns:a16="http://schemas.microsoft.com/office/drawing/2014/main" id="{85DC0718-B29F-47A6-931F-F0EF9FA99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887854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64">
              <a:extLst>
                <a:ext uri="{FF2B5EF4-FFF2-40B4-BE49-F238E27FC236}">
                  <a16:creationId xmlns:a16="http://schemas.microsoft.com/office/drawing/2014/main" id="{AAED958D-AFCC-4BEF-818A-EFF7E41D17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62899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66">
              <a:extLst>
                <a:ext uri="{FF2B5EF4-FFF2-40B4-BE49-F238E27FC236}">
                  <a16:creationId xmlns:a16="http://schemas.microsoft.com/office/drawing/2014/main" id="{C216DD5A-D1AE-429E-937E-456A50345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62899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64">
              <a:extLst>
                <a:ext uri="{FF2B5EF4-FFF2-40B4-BE49-F238E27FC236}">
                  <a16:creationId xmlns:a16="http://schemas.microsoft.com/office/drawing/2014/main" id="{A845B253-9DEE-45AC-AADA-FAA6812C39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37944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66">
              <a:extLst>
                <a:ext uri="{FF2B5EF4-FFF2-40B4-BE49-F238E27FC236}">
                  <a16:creationId xmlns:a16="http://schemas.microsoft.com/office/drawing/2014/main" id="{CE7B6CBF-757B-4B55-84CB-062B712D38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37944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64">
              <a:extLst>
                <a:ext uri="{FF2B5EF4-FFF2-40B4-BE49-F238E27FC236}">
                  <a16:creationId xmlns:a16="http://schemas.microsoft.com/office/drawing/2014/main" id="{2CC28C7A-EF33-43D3-90CD-DCAC92546A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512988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66">
              <a:extLst>
                <a:ext uri="{FF2B5EF4-FFF2-40B4-BE49-F238E27FC236}">
                  <a16:creationId xmlns:a16="http://schemas.microsoft.com/office/drawing/2014/main" id="{BC0C9DCF-F15B-4B7A-A16B-37B4335E6B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512988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64">
              <a:extLst>
                <a:ext uri="{FF2B5EF4-FFF2-40B4-BE49-F238E27FC236}">
                  <a16:creationId xmlns:a16="http://schemas.microsoft.com/office/drawing/2014/main" id="{94991FD1-406A-4958-87D4-8DFA9FEA4C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8033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66">
              <a:extLst>
                <a:ext uri="{FF2B5EF4-FFF2-40B4-BE49-F238E27FC236}">
                  <a16:creationId xmlns:a16="http://schemas.microsoft.com/office/drawing/2014/main" id="{5CD32F69-27AD-4088-877C-E2A40F8B07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8033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D9F5512A-48E1-4C07-B75E-3CCC517B6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233984"/>
            <a:ext cx="455228" cy="36240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F2D59576-822D-4C2D-949C-C98598D499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7443" y="2355371"/>
            <a:ext cx="6496923" cy="3624015"/>
          </a:xfrm>
          <a:prstGeom prst="rect">
            <a:avLst/>
          </a:prstGeom>
        </p:spPr>
      </p:pic>
      <p:sp>
        <p:nvSpPr>
          <p:cNvPr id="10" name="Bulle narrative : ronde 9">
            <a:extLst>
              <a:ext uri="{FF2B5EF4-FFF2-40B4-BE49-F238E27FC236}">
                <a16:creationId xmlns:a16="http://schemas.microsoft.com/office/drawing/2014/main" id="{DF55DCCE-4867-488F-A29D-2B1A5B61A63A}"/>
              </a:ext>
            </a:extLst>
          </p:cNvPr>
          <p:cNvSpPr/>
          <p:nvPr/>
        </p:nvSpPr>
        <p:spPr>
          <a:xfrm>
            <a:off x="4679957" y="555619"/>
            <a:ext cx="2677641" cy="1262249"/>
          </a:xfrm>
          <a:prstGeom prst="wedgeEllipseCallout">
            <a:avLst>
              <a:gd name="adj1" fmla="val -105210"/>
              <a:gd name="adj2" fmla="val 58727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702ABF83-14D4-40AE-B23F-DBEAE22D2248}"/>
              </a:ext>
            </a:extLst>
          </p:cNvPr>
          <p:cNvSpPr txBox="1"/>
          <p:nvPr/>
        </p:nvSpPr>
        <p:spPr>
          <a:xfrm>
            <a:off x="5292080" y="878614"/>
            <a:ext cx="187220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Cambria" panose="02040503050406030204" pitchFamily="18" charset="0"/>
                <a:ea typeface="Cambria" panose="02040503050406030204" pitchFamily="18" charset="0"/>
              </a:rPr>
              <a:t>Indicateur associé aux données d’une variable quantitative uniquement</a:t>
            </a:r>
          </a:p>
        </p:txBody>
      </p:sp>
    </p:spTree>
    <p:extLst>
      <p:ext uri="{BB962C8B-B14F-4D97-AF65-F5344CB8AC3E}">
        <p14:creationId xmlns:p14="http://schemas.microsoft.com/office/powerpoint/2010/main" val="30596242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AC935F-DD24-4C1A-9F05-7D4428D9A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9DF0DB8-1326-4AAE-84F3-AF376B08FABC}"/>
              </a:ext>
            </a:extLst>
          </p:cNvPr>
          <p:cNvSpPr txBox="1"/>
          <p:nvPr/>
        </p:nvSpPr>
        <p:spPr>
          <a:xfrm>
            <a:off x="755576" y="1484784"/>
            <a:ext cx="7776864" cy="49685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244471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316481C-0A49-4796-812B-0D64F063B7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53ED234-8A8C-419B-A201-935459350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373" y="655128"/>
            <a:ext cx="3460439" cy="14996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fr-FR" sz="3400" dirty="0">
                <a:latin typeface="Cambria" panose="02040503050406030204" pitchFamily="18" charset="0"/>
                <a:ea typeface="Cambria" panose="02040503050406030204" pitchFamily="18" charset="0"/>
              </a:rPr>
              <a:t>Les indicateurs de position – </a:t>
            </a:r>
            <a:br>
              <a:rPr lang="fr-FR" sz="3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fr-FR" sz="3400" dirty="0">
                <a:latin typeface="Cambria" panose="02040503050406030204" pitchFamily="18" charset="0"/>
                <a:ea typeface="Cambria" panose="02040503050406030204" pitchFamily="18" charset="0"/>
              </a:rPr>
              <a:t>La moyenne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5271697-90F1-4A23-8EF2-0179F2EAF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5228" cy="323398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F49CE81-B2F4-47B2-9D4A-886DCE0A84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91533" y="73152"/>
            <a:ext cx="884223" cy="232963"/>
            <a:chOff x="7763256" y="73152"/>
            <a:chExt cx="1178966" cy="232963"/>
          </a:xfrm>
        </p:grpSpPr>
        <p:sp>
          <p:nvSpPr>
            <p:cNvPr id="19" name="Rectangle 64">
              <a:extLst>
                <a:ext uri="{FF2B5EF4-FFF2-40B4-BE49-F238E27FC236}">
                  <a16:creationId xmlns:a16="http://schemas.microsoft.com/office/drawing/2014/main" id="{4BE32177-3EAD-42DA-997C-8DAE1BFEE5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63077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66">
              <a:extLst>
                <a:ext uri="{FF2B5EF4-FFF2-40B4-BE49-F238E27FC236}">
                  <a16:creationId xmlns:a16="http://schemas.microsoft.com/office/drawing/2014/main" id="{A0DEE160-9825-4DB5-8188-911AC13EA7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63077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64">
              <a:extLst>
                <a:ext uri="{FF2B5EF4-FFF2-40B4-BE49-F238E27FC236}">
                  <a16:creationId xmlns:a16="http://schemas.microsoft.com/office/drawing/2014/main" id="{9C5FEDB5-0AEE-40E4-9CA6-6718B956D9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138122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66">
              <a:extLst>
                <a:ext uri="{FF2B5EF4-FFF2-40B4-BE49-F238E27FC236}">
                  <a16:creationId xmlns:a16="http://schemas.microsoft.com/office/drawing/2014/main" id="{1A11DF2D-1D4B-45DA-906B-2A1F84C996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138122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64">
              <a:extLst>
                <a:ext uri="{FF2B5EF4-FFF2-40B4-BE49-F238E27FC236}">
                  <a16:creationId xmlns:a16="http://schemas.microsoft.com/office/drawing/2014/main" id="{B6A5BAC0-9806-4124-A584-7F924A6589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13167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66">
              <a:extLst>
                <a:ext uri="{FF2B5EF4-FFF2-40B4-BE49-F238E27FC236}">
                  <a16:creationId xmlns:a16="http://schemas.microsoft.com/office/drawing/2014/main" id="{A8F6BFA3-38BE-4F0A-94D9-EF0E6EA01A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13167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64">
              <a:extLst>
                <a:ext uri="{FF2B5EF4-FFF2-40B4-BE49-F238E27FC236}">
                  <a16:creationId xmlns:a16="http://schemas.microsoft.com/office/drawing/2014/main" id="{BE6BCF21-959F-419E-BCA4-B20AF92EF4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88211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66">
              <a:extLst>
                <a:ext uri="{FF2B5EF4-FFF2-40B4-BE49-F238E27FC236}">
                  <a16:creationId xmlns:a16="http://schemas.microsoft.com/office/drawing/2014/main" id="{54B6E037-E222-42EB-9AEB-C45EF2090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88211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64">
              <a:extLst>
                <a:ext uri="{FF2B5EF4-FFF2-40B4-BE49-F238E27FC236}">
                  <a16:creationId xmlns:a16="http://schemas.microsoft.com/office/drawing/2014/main" id="{A0494426-372E-42B8-87E1-170F1B5969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3256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66">
              <a:extLst>
                <a:ext uri="{FF2B5EF4-FFF2-40B4-BE49-F238E27FC236}">
                  <a16:creationId xmlns:a16="http://schemas.microsoft.com/office/drawing/2014/main" id="{14DB5AB5-5D73-4375-8CF4-DF4B7A5D7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3256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64">
              <a:extLst>
                <a:ext uri="{FF2B5EF4-FFF2-40B4-BE49-F238E27FC236}">
                  <a16:creationId xmlns:a16="http://schemas.microsoft.com/office/drawing/2014/main" id="{009B2A6E-6D36-4A9A-AFAA-CF4D859147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887854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66">
              <a:extLst>
                <a:ext uri="{FF2B5EF4-FFF2-40B4-BE49-F238E27FC236}">
                  <a16:creationId xmlns:a16="http://schemas.microsoft.com/office/drawing/2014/main" id="{85DC0718-B29F-47A6-931F-F0EF9FA99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887854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64">
              <a:extLst>
                <a:ext uri="{FF2B5EF4-FFF2-40B4-BE49-F238E27FC236}">
                  <a16:creationId xmlns:a16="http://schemas.microsoft.com/office/drawing/2014/main" id="{AAED958D-AFCC-4BEF-818A-EFF7E41D17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62899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66">
              <a:extLst>
                <a:ext uri="{FF2B5EF4-FFF2-40B4-BE49-F238E27FC236}">
                  <a16:creationId xmlns:a16="http://schemas.microsoft.com/office/drawing/2014/main" id="{C216DD5A-D1AE-429E-937E-456A50345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62899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64">
              <a:extLst>
                <a:ext uri="{FF2B5EF4-FFF2-40B4-BE49-F238E27FC236}">
                  <a16:creationId xmlns:a16="http://schemas.microsoft.com/office/drawing/2014/main" id="{A845B253-9DEE-45AC-AADA-FAA6812C39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37944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66">
              <a:extLst>
                <a:ext uri="{FF2B5EF4-FFF2-40B4-BE49-F238E27FC236}">
                  <a16:creationId xmlns:a16="http://schemas.microsoft.com/office/drawing/2014/main" id="{CE7B6CBF-757B-4B55-84CB-062B712D38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37944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64">
              <a:extLst>
                <a:ext uri="{FF2B5EF4-FFF2-40B4-BE49-F238E27FC236}">
                  <a16:creationId xmlns:a16="http://schemas.microsoft.com/office/drawing/2014/main" id="{2CC28C7A-EF33-43D3-90CD-DCAC92546A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512988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66">
              <a:extLst>
                <a:ext uri="{FF2B5EF4-FFF2-40B4-BE49-F238E27FC236}">
                  <a16:creationId xmlns:a16="http://schemas.microsoft.com/office/drawing/2014/main" id="{BC0C9DCF-F15B-4B7A-A16B-37B4335E6B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512988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64">
              <a:extLst>
                <a:ext uri="{FF2B5EF4-FFF2-40B4-BE49-F238E27FC236}">
                  <a16:creationId xmlns:a16="http://schemas.microsoft.com/office/drawing/2014/main" id="{94991FD1-406A-4958-87D4-8DFA9FEA4C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8033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66">
              <a:extLst>
                <a:ext uri="{FF2B5EF4-FFF2-40B4-BE49-F238E27FC236}">
                  <a16:creationId xmlns:a16="http://schemas.microsoft.com/office/drawing/2014/main" id="{5CD32F69-27AD-4088-877C-E2A40F8B07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8033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Image 6">
            <a:extLst>
              <a:ext uri="{FF2B5EF4-FFF2-40B4-BE49-F238E27FC236}">
                <a16:creationId xmlns:a16="http://schemas.microsoft.com/office/drawing/2014/main" id="{B899ED29-3986-4F1C-804B-7B6CC1D8C3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0115" y="2498796"/>
            <a:ext cx="6840760" cy="3018436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D9F5512A-48E1-4C07-B75E-3CCC517B6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233984"/>
            <a:ext cx="455228" cy="36240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371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AC935F-DD24-4C1A-9F05-7D4428D9A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9DF0DB8-1326-4AAE-84F3-AF376B08FABC}"/>
              </a:ext>
            </a:extLst>
          </p:cNvPr>
          <p:cNvSpPr txBox="1"/>
          <p:nvPr/>
        </p:nvSpPr>
        <p:spPr>
          <a:xfrm>
            <a:off x="755576" y="1484784"/>
            <a:ext cx="7776864" cy="49685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539105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316481C-0A49-4796-812B-0D64F063B7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53ED234-8A8C-419B-A201-935459350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373" y="655128"/>
            <a:ext cx="3460439" cy="14996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fr-FR" sz="3400" dirty="0">
                <a:latin typeface="Cambria" panose="02040503050406030204" pitchFamily="18" charset="0"/>
                <a:ea typeface="Cambria" panose="02040503050406030204" pitchFamily="18" charset="0"/>
              </a:rPr>
              <a:t>Les indicateurs de position – </a:t>
            </a:r>
            <a:br>
              <a:rPr lang="fr-FR" sz="3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fr-FR" sz="3400" dirty="0">
                <a:latin typeface="Cambria" panose="02040503050406030204" pitchFamily="18" charset="0"/>
                <a:ea typeface="Cambria" panose="02040503050406030204" pitchFamily="18" charset="0"/>
              </a:rPr>
              <a:t>La moyenne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5271697-90F1-4A23-8EF2-0179F2EAF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5228" cy="323398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F49CE81-B2F4-47B2-9D4A-886DCE0A84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91533" y="73152"/>
            <a:ext cx="884223" cy="232963"/>
            <a:chOff x="7763256" y="73152"/>
            <a:chExt cx="1178966" cy="232963"/>
          </a:xfrm>
        </p:grpSpPr>
        <p:sp>
          <p:nvSpPr>
            <p:cNvPr id="19" name="Rectangle 64">
              <a:extLst>
                <a:ext uri="{FF2B5EF4-FFF2-40B4-BE49-F238E27FC236}">
                  <a16:creationId xmlns:a16="http://schemas.microsoft.com/office/drawing/2014/main" id="{4BE32177-3EAD-42DA-997C-8DAE1BFEE5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63077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66">
              <a:extLst>
                <a:ext uri="{FF2B5EF4-FFF2-40B4-BE49-F238E27FC236}">
                  <a16:creationId xmlns:a16="http://schemas.microsoft.com/office/drawing/2014/main" id="{A0DEE160-9825-4DB5-8188-911AC13EA7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63077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64">
              <a:extLst>
                <a:ext uri="{FF2B5EF4-FFF2-40B4-BE49-F238E27FC236}">
                  <a16:creationId xmlns:a16="http://schemas.microsoft.com/office/drawing/2014/main" id="{9C5FEDB5-0AEE-40E4-9CA6-6718B956D9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138122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66">
              <a:extLst>
                <a:ext uri="{FF2B5EF4-FFF2-40B4-BE49-F238E27FC236}">
                  <a16:creationId xmlns:a16="http://schemas.microsoft.com/office/drawing/2014/main" id="{1A11DF2D-1D4B-45DA-906B-2A1F84C996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138122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64">
              <a:extLst>
                <a:ext uri="{FF2B5EF4-FFF2-40B4-BE49-F238E27FC236}">
                  <a16:creationId xmlns:a16="http://schemas.microsoft.com/office/drawing/2014/main" id="{B6A5BAC0-9806-4124-A584-7F924A6589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13167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66">
              <a:extLst>
                <a:ext uri="{FF2B5EF4-FFF2-40B4-BE49-F238E27FC236}">
                  <a16:creationId xmlns:a16="http://schemas.microsoft.com/office/drawing/2014/main" id="{A8F6BFA3-38BE-4F0A-94D9-EF0E6EA01A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13167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64">
              <a:extLst>
                <a:ext uri="{FF2B5EF4-FFF2-40B4-BE49-F238E27FC236}">
                  <a16:creationId xmlns:a16="http://schemas.microsoft.com/office/drawing/2014/main" id="{BE6BCF21-959F-419E-BCA4-B20AF92EF4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88211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66">
              <a:extLst>
                <a:ext uri="{FF2B5EF4-FFF2-40B4-BE49-F238E27FC236}">
                  <a16:creationId xmlns:a16="http://schemas.microsoft.com/office/drawing/2014/main" id="{54B6E037-E222-42EB-9AEB-C45EF2090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88211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64">
              <a:extLst>
                <a:ext uri="{FF2B5EF4-FFF2-40B4-BE49-F238E27FC236}">
                  <a16:creationId xmlns:a16="http://schemas.microsoft.com/office/drawing/2014/main" id="{A0494426-372E-42B8-87E1-170F1B5969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3256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66">
              <a:extLst>
                <a:ext uri="{FF2B5EF4-FFF2-40B4-BE49-F238E27FC236}">
                  <a16:creationId xmlns:a16="http://schemas.microsoft.com/office/drawing/2014/main" id="{14DB5AB5-5D73-4375-8CF4-DF4B7A5D7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3256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64">
              <a:extLst>
                <a:ext uri="{FF2B5EF4-FFF2-40B4-BE49-F238E27FC236}">
                  <a16:creationId xmlns:a16="http://schemas.microsoft.com/office/drawing/2014/main" id="{009B2A6E-6D36-4A9A-AFAA-CF4D859147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887854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66">
              <a:extLst>
                <a:ext uri="{FF2B5EF4-FFF2-40B4-BE49-F238E27FC236}">
                  <a16:creationId xmlns:a16="http://schemas.microsoft.com/office/drawing/2014/main" id="{85DC0718-B29F-47A6-931F-F0EF9FA99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887854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64">
              <a:extLst>
                <a:ext uri="{FF2B5EF4-FFF2-40B4-BE49-F238E27FC236}">
                  <a16:creationId xmlns:a16="http://schemas.microsoft.com/office/drawing/2014/main" id="{AAED958D-AFCC-4BEF-818A-EFF7E41D17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62899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66">
              <a:extLst>
                <a:ext uri="{FF2B5EF4-FFF2-40B4-BE49-F238E27FC236}">
                  <a16:creationId xmlns:a16="http://schemas.microsoft.com/office/drawing/2014/main" id="{C216DD5A-D1AE-429E-937E-456A50345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62899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64">
              <a:extLst>
                <a:ext uri="{FF2B5EF4-FFF2-40B4-BE49-F238E27FC236}">
                  <a16:creationId xmlns:a16="http://schemas.microsoft.com/office/drawing/2014/main" id="{A845B253-9DEE-45AC-AADA-FAA6812C39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37944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66">
              <a:extLst>
                <a:ext uri="{FF2B5EF4-FFF2-40B4-BE49-F238E27FC236}">
                  <a16:creationId xmlns:a16="http://schemas.microsoft.com/office/drawing/2014/main" id="{CE7B6CBF-757B-4B55-84CB-062B712D38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37944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64">
              <a:extLst>
                <a:ext uri="{FF2B5EF4-FFF2-40B4-BE49-F238E27FC236}">
                  <a16:creationId xmlns:a16="http://schemas.microsoft.com/office/drawing/2014/main" id="{2CC28C7A-EF33-43D3-90CD-DCAC92546A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512988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66">
              <a:extLst>
                <a:ext uri="{FF2B5EF4-FFF2-40B4-BE49-F238E27FC236}">
                  <a16:creationId xmlns:a16="http://schemas.microsoft.com/office/drawing/2014/main" id="{BC0C9DCF-F15B-4B7A-A16B-37B4335E6B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512988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64">
              <a:extLst>
                <a:ext uri="{FF2B5EF4-FFF2-40B4-BE49-F238E27FC236}">
                  <a16:creationId xmlns:a16="http://schemas.microsoft.com/office/drawing/2014/main" id="{94991FD1-406A-4958-87D4-8DFA9FEA4C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8033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66">
              <a:extLst>
                <a:ext uri="{FF2B5EF4-FFF2-40B4-BE49-F238E27FC236}">
                  <a16:creationId xmlns:a16="http://schemas.microsoft.com/office/drawing/2014/main" id="{5CD32F69-27AD-4088-877C-E2A40F8B07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8033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D9F5512A-48E1-4C07-B75E-3CCC517B6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233984"/>
            <a:ext cx="455228" cy="36240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09131A0-6E55-4020-B8CF-8CC070EB04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2602" y="2472996"/>
            <a:ext cx="6048672" cy="2921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3437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AC935F-DD24-4C1A-9F05-7D4428D9A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9DF0DB8-1326-4AAE-84F3-AF376B08FABC}"/>
              </a:ext>
            </a:extLst>
          </p:cNvPr>
          <p:cNvSpPr txBox="1"/>
          <p:nvPr/>
        </p:nvSpPr>
        <p:spPr>
          <a:xfrm>
            <a:off x="755576" y="1484784"/>
            <a:ext cx="7776864" cy="49685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260731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97AF8F-BF33-4F3E-8E3E-D8D128E14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dirty="0">
                <a:latin typeface="Cambria" panose="02040503050406030204" pitchFamily="18" charset="0"/>
                <a:ea typeface="Cambria" panose="02040503050406030204" pitchFamily="18" charset="0"/>
              </a:rPr>
              <a:t>Exemples – calcul de la moyenne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40910BD-C27F-4E47-8643-E68BB45A88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8" y="1166018"/>
            <a:ext cx="9126041" cy="56919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dirty="0">
                <a:latin typeface="Cambria" panose="02040503050406030204" pitchFamily="18" charset="0"/>
                <a:ea typeface="Cambria" panose="02040503050406030204" pitchFamily="18" charset="0"/>
              </a:rPr>
              <a:t>Exemple 1 : </a:t>
            </a:r>
          </a:p>
          <a:p>
            <a:pPr marL="0" indent="0">
              <a:buNone/>
            </a:pPr>
            <a:r>
              <a:rPr lang="fr-FR" sz="2800" dirty="0">
                <a:latin typeface="Cambria" panose="02040503050406030204" pitchFamily="18" charset="0"/>
                <a:ea typeface="Cambria" panose="02040503050406030204" pitchFamily="18" charset="0"/>
              </a:rPr>
              <a:t>Les données ci-dessous représentent les notes de 10 étudiants </a:t>
            </a:r>
          </a:p>
          <a:p>
            <a:pPr marL="0" indent="0">
              <a:buNone/>
            </a:pPr>
            <a:endParaRPr lang="fr-FR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8AD889B-BBC4-490B-B93C-DA77FF8FCD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2996952"/>
            <a:ext cx="6276975" cy="140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8450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AC935F-DD24-4C1A-9F05-7D4428D9A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9DF0DB8-1326-4AAE-84F3-AF376B08FABC}"/>
              </a:ext>
            </a:extLst>
          </p:cNvPr>
          <p:cNvSpPr txBox="1"/>
          <p:nvPr/>
        </p:nvSpPr>
        <p:spPr>
          <a:xfrm>
            <a:off x="755576" y="1484784"/>
            <a:ext cx="7776864" cy="49685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61248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97AF8F-BF33-4F3E-8E3E-D8D128E14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dirty="0">
                <a:latin typeface="Cambria" panose="02040503050406030204" pitchFamily="18" charset="0"/>
                <a:ea typeface="Cambria" panose="02040503050406030204" pitchFamily="18" charset="0"/>
              </a:rPr>
              <a:t>Exemples – calcul de la moyenne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40910BD-C27F-4E47-8643-E68BB45A88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8" y="1166018"/>
            <a:ext cx="9126041" cy="56919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Exemple 2 : </a:t>
            </a:r>
          </a:p>
          <a:p>
            <a:pPr marL="0" indent="0">
              <a:buNone/>
            </a:pP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Les données ci-dessous représentent le nombre d’achats (par semaine) d’un produit étudié sur 100 familles français.</a:t>
            </a:r>
          </a:p>
          <a:p>
            <a:pPr marL="0" indent="0">
              <a:buNone/>
            </a:pPr>
            <a:endParaRPr lang="fr-F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Calculer le nombre moyen de produits achetés par les familles étudiées.</a:t>
            </a:r>
          </a:p>
          <a:p>
            <a:pPr marL="0" indent="0">
              <a:buNone/>
            </a:pPr>
            <a:endParaRPr lang="fr-FR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3246BD7-9795-42BE-8047-2FBAB527D5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037" y="2780928"/>
            <a:ext cx="3971925" cy="160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0389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AC935F-DD24-4C1A-9F05-7D4428D9A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9DF0DB8-1326-4AAE-84F3-AF376B08FABC}"/>
              </a:ext>
            </a:extLst>
          </p:cNvPr>
          <p:cNvSpPr txBox="1"/>
          <p:nvPr/>
        </p:nvSpPr>
        <p:spPr>
          <a:xfrm>
            <a:off x="755576" y="1484784"/>
            <a:ext cx="7776864" cy="49685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036611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97AF8F-BF33-4F3E-8E3E-D8D128E14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dirty="0">
                <a:latin typeface="Cambria" panose="02040503050406030204" pitchFamily="18" charset="0"/>
                <a:ea typeface="Cambria" panose="02040503050406030204" pitchFamily="18" charset="0"/>
              </a:rPr>
              <a:t>Exemples – calcul de la moyenne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40910BD-C27F-4E47-8643-E68BB45A88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8" y="1166018"/>
            <a:ext cx="9126041" cy="56919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Exemple 3 : </a:t>
            </a:r>
          </a:p>
          <a:p>
            <a:pPr marL="0" indent="0">
              <a:buNone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Les données ci-dessous représentent </a:t>
            </a:r>
            <a:r>
              <a:rPr lang="fr-FR" sz="20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les dépenses mensuelles de100 ménages pour l'achat d’un certain produit.</a:t>
            </a: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fr-FR" sz="20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Calculer la dépense moyenne mensuelle.</a:t>
            </a: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EFB1C78-BC23-4F29-A602-DE13AD4AA3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6087" y="2838450"/>
            <a:ext cx="3171825" cy="118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0146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AC935F-DD24-4C1A-9F05-7D4428D9A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9DF0DB8-1326-4AAE-84F3-AF376B08FABC}"/>
              </a:ext>
            </a:extLst>
          </p:cNvPr>
          <p:cNvSpPr txBox="1"/>
          <p:nvPr/>
        </p:nvSpPr>
        <p:spPr>
          <a:xfrm>
            <a:off x="755576" y="1484784"/>
            <a:ext cx="7776864" cy="49685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006638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513CDB-1EDC-44EB-B090-F345EA470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Exercice d’application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1FD2EB1-B5CC-4236-B5FC-3D9FC9A9A6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1" y="1166018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Les données ci-dessous représentent l’âge des visiteurs d’un site internet :</a:t>
            </a:r>
          </a:p>
          <a:p>
            <a:pPr marL="0" indent="0">
              <a:buNone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  <p:graphicFrame>
        <p:nvGraphicFramePr>
          <p:cNvPr id="4" name="Tableau 4">
            <a:extLst>
              <a:ext uri="{FF2B5EF4-FFF2-40B4-BE49-F238E27FC236}">
                <a16:creationId xmlns:a16="http://schemas.microsoft.com/office/drawing/2014/main" id="{497DA1E1-A633-4A5C-9134-A5B498E3E1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1196836"/>
              </p:ext>
            </p:extLst>
          </p:nvPr>
        </p:nvGraphicFramePr>
        <p:xfrm>
          <a:off x="2322192" y="1590725"/>
          <a:ext cx="4464496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2248">
                  <a:extLst>
                    <a:ext uri="{9D8B030D-6E8A-4147-A177-3AD203B41FA5}">
                      <a16:colId xmlns:a16="http://schemas.microsoft.com/office/drawing/2014/main" val="2757204660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1619792581"/>
                    </a:ext>
                  </a:extLst>
                </a:gridCol>
              </a:tblGrid>
              <a:tr h="261029">
                <a:tc>
                  <a:txBody>
                    <a:bodyPr/>
                    <a:lstStyle/>
                    <a:p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Nombre de visiteur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5648265"/>
                  </a:ext>
                </a:extLst>
              </a:tr>
              <a:tr h="261029">
                <a:tc>
                  <a:txBody>
                    <a:bodyPr/>
                    <a:lstStyle/>
                    <a:p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&lt; 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4595301"/>
                  </a:ext>
                </a:extLst>
              </a:tr>
              <a:tr h="261029">
                <a:tc>
                  <a:txBody>
                    <a:bodyPr/>
                    <a:lstStyle/>
                    <a:p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[18 ; 20[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619078"/>
                  </a:ext>
                </a:extLst>
              </a:tr>
              <a:tr h="261029">
                <a:tc>
                  <a:txBody>
                    <a:bodyPr/>
                    <a:lstStyle/>
                    <a:p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[20 ; 30[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1008459"/>
                  </a:ext>
                </a:extLst>
              </a:tr>
              <a:tr h="261029">
                <a:tc>
                  <a:txBody>
                    <a:bodyPr/>
                    <a:lstStyle/>
                    <a:p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[30 ; 35[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3546892"/>
                  </a:ext>
                </a:extLst>
              </a:tr>
              <a:tr h="261029">
                <a:tc>
                  <a:txBody>
                    <a:bodyPr/>
                    <a:lstStyle/>
                    <a:p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[35 ; 50[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1969946"/>
                  </a:ext>
                </a:extLst>
              </a:tr>
              <a:tr h="261029">
                <a:tc>
                  <a:txBody>
                    <a:bodyPr/>
                    <a:lstStyle/>
                    <a:p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≥ 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2414564"/>
                  </a:ext>
                </a:extLst>
              </a:tr>
            </a:tbl>
          </a:graphicData>
        </a:graphic>
      </p:graphicFrame>
      <p:sp>
        <p:nvSpPr>
          <p:cNvPr id="5" name="ZoneTexte 4">
            <a:extLst>
              <a:ext uri="{FF2B5EF4-FFF2-40B4-BE49-F238E27FC236}">
                <a16:creationId xmlns:a16="http://schemas.microsoft.com/office/drawing/2014/main" id="{46E9BA3F-97F7-4963-B63C-E4ED48DA7B81}"/>
              </a:ext>
            </a:extLst>
          </p:cNvPr>
          <p:cNvSpPr txBox="1"/>
          <p:nvPr/>
        </p:nvSpPr>
        <p:spPr>
          <a:xfrm>
            <a:off x="0" y="4350852"/>
            <a:ext cx="8460010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Trouver la bonne proposition (parmi les quatre propositions ci-dessous) :</a:t>
            </a:r>
          </a:p>
          <a:p>
            <a:endParaRPr lang="fr-F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[30 ; 35[ est la classe modale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55 est le centre de la dernière classe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Le mode est égal à 19 ans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 L’âge moyen est égal à 32.25 ans </a:t>
            </a:r>
          </a:p>
        </p:txBody>
      </p:sp>
    </p:spTree>
    <p:extLst>
      <p:ext uri="{BB962C8B-B14F-4D97-AF65-F5344CB8AC3E}">
        <p14:creationId xmlns:p14="http://schemas.microsoft.com/office/powerpoint/2010/main" val="112391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AC935F-DD24-4C1A-9F05-7D4428D9A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9DF0DB8-1326-4AAE-84F3-AF376B08FABC}"/>
              </a:ext>
            </a:extLst>
          </p:cNvPr>
          <p:cNvSpPr txBox="1"/>
          <p:nvPr/>
        </p:nvSpPr>
        <p:spPr>
          <a:xfrm>
            <a:off x="755576" y="1484784"/>
            <a:ext cx="7776864" cy="49685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4679038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cquiredFrom xmlns="6d93d202-47fc-4405-873a-cab67cc5f1b2" xsi:nil="true"/>
    <IsSearchable xmlns="6d93d202-47fc-4405-873a-cab67cc5f1b2">true</IsSearchable>
    <EditorialStatus xmlns="6d93d202-47fc-4405-873a-cab67cc5f1b2">Complete</EditorialStatus>
    <OriginAsset xmlns="6d93d202-47fc-4405-873a-cab67cc5f1b2" xsi:nil="true"/>
    <ThumbnailAssetId xmlns="6d93d202-47fc-4405-873a-cab67cc5f1b2" xsi:nil="true"/>
    <TrustLevel xmlns="6d93d202-47fc-4405-873a-cab67cc5f1b2">3 Community New</TrustLevel>
    <MarketSpecific xmlns="6d93d202-47fc-4405-873a-cab67cc5f1b2">true</MarketSpecific>
    <TPNamespace xmlns="6d93d202-47fc-4405-873a-cab67cc5f1b2" xsi:nil="true"/>
    <DirectSourceMarket xmlns="6d93d202-47fc-4405-873a-cab67cc5f1b2">english</DirectSourceMarket>
    <MachineTranslated xmlns="6d93d202-47fc-4405-873a-cab67cc5f1b2">false</MachineTranslated>
    <PlannedPubDate xmlns="6d93d202-47fc-4405-873a-cab67cc5f1b2" xsi:nil="true"/>
    <SubmitterId xmlns="6d93d202-47fc-4405-873a-cab67cc5f1b2">9c60ae39-ee33-43c2-b863-454968d0f2cc</SubmitterId>
    <Downloads xmlns="6d93d202-47fc-4405-873a-cab67cc5f1b2">0</Downloads>
    <OriginalSourceMarket xmlns="6d93d202-47fc-4405-873a-cab67cc5f1b2">english</OriginalSourceMarket>
    <PublishTargets xmlns="6d93d202-47fc-4405-873a-cab67cc5f1b2">OfficeOnline</PublishTargets>
    <ArtSampleDocs xmlns="6d93d202-47fc-4405-873a-cab67cc5f1b2" xsi:nil="true"/>
    <ApprovalLog xmlns="6d93d202-47fc-4405-873a-cab67cc5f1b2" xsi:nil="true"/>
    <ApprovalStatus xmlns="6d93d202-47fc-4405-873a-cab67cc5f1b2">InProgress</ApprovalStatus>
    <TPComponent xmlns="6d93d202-47fc-4405-873a-cab67cc5f1b2">PPTFiles</TPComponent>
    <EditorialTags xmlns="6d93d202-47fc-4405-873a-cab67cc5f1b2" xsi:nil="true"/>
    <TPExecutable xmlns="6d93d202-47fc-4405-873a-cab67cc5f1b2" xsi:nil="true"/>
    <LastHandOff xmlns="6d93d202-47fc-4405-873a-cab67cc5f1b2" xsi:nil="true"/>
    <BusinessGroup xmlns="6d93d202-47fc-4405-873a-cab67cc5f1b2" xsi:nil="true"/>
    <TPAppVersion xmlns="6d93d202-47fc-4405-873a-cab67cc5f1b2">12</TPAppVersion>
    <VoteCount xmlns="6d93d202-47fc-4405-873a-cab67cc5f1b2" xsi:nil="true"/>
    <APAuthor xmlns="6d93d202-47fc-4405-873a-cab67cc5f1b2">
      <UserInfo>
        <DisplayName>_o14migrate</DisplayName>
        <AccountId>266</AccountId>
        <AccountType/>
      </UserInfo>
    </APAuthor>
    <TPCommandLine xmlns="6d93d202-47fc-4405-873a-cab67cc5f1b2">{PP} /n {FilePath}</TPCommandLine>
    <UACurrentWords xmlns="6d93d202-47fc-4405-873a-cab67cc5f1b2" xsi:nil="true"/>
    <AssetId xmlns="6d93d202-47fc-4405-873a-cab67cc5f1b2">TP030007281</AssetId>
    <Manager xmlns="6d93d202-47fc-4405-873a-cab67cc5f1b2" xsi:nil="true"/>
    <NumericId xmlns="6d93d202-47fc-4405-873a-cab67cc5f1b2">-1</NumericId>
    <Component xmlns="64acb2c5-0a2b-4bda-bd34-58e36cbb80d2" xsi:nil="true"/>
    <HandoffToMSDN xmlns="6d93d202-47fc-4405-873a-cab67cc5f1b2" xsi:nil="true"/>
    <Markets xmlns="6d93d202-47fc-4405-873a-cab67cc5f1b2">
      <Value>2</Value>
    </Markets>
    <UALocComments xmlns="6d93d202-47fc-4405-873a-cab67cc5f1b2" xsi:nil="true"/>
    <UALocRecommendation xmlns="6d93d202-47fc-4405-873a-cab67cc5f1b2">Localize</UALocRecommendation>
    <AssetStart xmlns="6d93d202-47fc-4405-873a-cab67cc5f1b2">2010-04-16T13:47:45+00:00</AssetStart>
    <CrawlForDependencies xmlns="6d93d202-47fc-4405-873a-cab67cc5f1b2">false</CrawlForDependencies>
    <LastModifiedDateTime xmlns="6d93d202-47fc-4405-873a-cab67cc5f1b2" xsi:nil="true"/>
    <LastPublishResultLookup xmlns="6d93d202-47fc-4405-873a-cab67cc5f1b2" xsi:nil="true"/>
    <PublishStatusLookup xmlns="6d93d202-47fc-4405-873a-cab67cc5f1b2">
      <Value>327671</Value>
      <Value>503520</Value>
    </PublishStatusLookup>
    <AverageRating xmlns="6d93d202-47fc-4405-873a-cab67cc5f1b2" xsi:nil="true"/>
    <CSXUpdate xmlns="6d93d202-47fc-4405-873a-cab67cc5f1b2">false</CSXUpdate>
    <UAProjectedTotalWords xmlns="6d93d202-47fc-4405-873a-cab67cc5f1b2" xsi:nil="true"/>
    <AssetExpire xmlns="6d93d202-47fc-4405-873a-cab67cc5f1b2">2100-01-01T00:00:00+00:00</AssetExpire>
    <AssetType xmlns="6d93d202-47fc-4405-873a-cab67cc5f1b2">TP</AssetType>
    <IntlLangReviewDate xmlns="6d93d202-47fc-4405-873a-cab67cc5f1b2" xsi:nil="true"/>
    <TPFriendlyName xmlns="6d93d202-47fc-4405-873a-cab67cc5f1b2">Thème design - Tunnel</TPFriendlyName>
    <IntlLangReview xmlns="6d93d202-47fc-4405-873a-cab67cc5f1b2" xsi:nil="true"/>
    <OOCacheId xmlns="6d93d202-47fc-4405-873a-cab67cc5f1b2" xsi:nil="true"/>
    <PolicheckWords xmlns="6d93d202-47fc-4405-873a-cab67cc5f1b2" xsi:nil="true"/>
    <TemplateStatus xmlns="6d93d202-47fc-4405-873a-cab67cc5f1b2">Complete</TemplateStatus>
    <CSXSubmissionMarket xmlns="6d93d202-47fc-4405-873a-cab67cc5f1b2" xsi:nil="true"/>
    <FriendlyTitle xmlns="6d93d202-47fc-4405-873a-cab67cc5f1b2" xsi:nil="true"/>
    <TPLaunchHelpLinkType xmlns="6d93d202-47fc-4405-873a-cab67cc5f1b2" xsi:nil="true"/>
    <Providers xmlns="6d93d202-47fc-4405-873a-cab67cc5f1b2" xsi:nil="true"/>
    <SourceTitle xmlns="6d93d202-47fc-4405-873a-cab67cc5f1b2">Thème design - Tunnel</SourceTitle>
    <TemplateTemplateType xmlns="6d93d202-47fc-4405-873a-cab67cc5f1b2">PowerPoint 12 Default</TemplateTemplateType>
    <TimesCloned xmlns="6d93d202-47fc-4405-873a-cab67cc5f1b2" xsi:nil="true"/>
    <ClipArtFilename xmlns="6d93d202-47fc-4405-873a-cab67cc5f1b2" xsi:nil="true"/>
    <APDescription xmlns="6d93d202-47fc-4405-873a-cab67cc5f1b2" xsi:nil="true"/>
    <TPApplication xmlns="6d93d202-47fc-4405-873a-cab67cc5f1b2">PowerPoint</TPApplication>
    <CSXHash xmlns="6d93d202-47fc-4405-873a-cab67cc5f1b2">ONP5ejdaZ6pIyJWiKjJC7LRpyB8=</CSXHash>
    <PrimaryImageGen xmlns="6d93d202-47fc-4405-873a-cab67cc5f1b2">true</PrimaryImageGen>
    <ContentItem xmlns="6d93d202-47fc-4405-873a-cab67cc5f1b2" xsi:nil="true"/>
    <IsDeleted xmlns="6d93d202-47fc-4405-873a-cab67cc5f1b2">false</IsDeleted>
    <ShowIn xmlns="6d93d202-47fc-4405-873a-cab67cc5f1b2">Show everywhere</ShowIn>
    <BugNumber xmlns="6d93d202-47fc-4405-873a-cab67cc5f1b2" xsi:nil="true"/>
    <LegacyData xmlns="6d93d202-47fc-4405-873a-cab67cc5f1b2">ListingID:;Manager:;BuildStatus:Publish Passed;MockupPath:</LegacyData>
    <TPLaunchHelpLink xmlns="6d93d202-47fc-4405-873a-cab67cc5f1b2" xsi:nil="true"/>
    <Milestone xmlns="6d93d202-47fc-4405-873a-cab67cc5f1b2" xsi:nil="true"/>
    <UANotes xmlns="6d93d202-47fc-4405-873a-cab67cc5f1b2" xsi:nil="true"/>
    <Description0 xmlns="64acb2c5-0a2b-4bda-bd34-58e36cbb80d2" xsi:nil="true"/>
    <IntlLangReviewer xmlns="6d93d202-47fc-4405-873a-cab67cc5f1b2" xsi:nil="true"/>
    <IntlLocPriority xmlns="6d93d202-47fc-4405-873a-cab67cc5f1b2" xsi:nil="true"/>
    <OpenTemplate xmlns="6d93d202-47fc-4405-873a-cab67cc5f1b2">true</OpenTemplate>
    <Provider xmlns="6d93d202-47fc-4405-873a-cab67cc5f1b2" xsi:nil="true"/>
    <CSXSubmissionDate xmlns="6d93d202-47fc-4405-873a-cab67cc5f1b2">2009-10-10T07:00:00+00:00</CSXSubmissionDate>
    <TPClientViewer xmlns="6d93d202-47fc-4405-873a-cab67cc5f1b2" xsi:nil="true"/>
    <DSATActionTaken xmlns="6d93d202-47fc-4405-873a-cab67cc5f1b2" xsi:nil="true"/>
    <APEditor xmlns="6d93d202-47fc-4405-873a-cab67cc5f1b2">
      <UserInfo>
        <DisplayName>_o14migrate</DisplayName>
        <AccountId>266</AccountId>
        <AccountType/>
      </UserInfo>
    </APEditor>
    <TPInstallLocation xmlns="6d93d202-47fc-4405-873a-cab67cc5f1b2">{My Templates}</TPInstallLocation>
    <OutputCachingOn xmlns="6d93d202-47fc-4405-873a-cab67cc5f1b2">false</OutputCachingOn>
    <ParentAssetId xmlns="6d93d202-47fc-4405-873a-cab67cc5f1b2" xsi:nil="true"/>
    <LocManualTestRequired xmlns="6d93d202-47fc-4405-873a-cab67cc5f1b2">false</LocManualTestRequired>
    <LocalizationTagsTaxHTField0 xmlns="6d93d202-47fc-4405-873a-cab67cc5f1b2">
      <Terms xmlns="http://schemas.microsoft.com/office/infopath/2007/PartnerControls"/>
    </LocalizationTagsTaxHTField0>
    <CampaignTagsTaxHTField0 xmlns="6d93d202-47fc-4405-873a-cab67cc5f1b2">
      <Terms xmlns="http://schemas.microsoft.com/office/infopath/2007/PartnerControls"/>
    </CampaignTagsTaxHTField0>
    <LocLastLocAttemptVersionLookup xmlns="6d93d202-47fc-4405-873a-cab67cc5f1b2">170195</LocLastLocAttemptVersionLookup>
    <InternalTagsTaxHTField0 xmlns="6d93d202-47fc-4405-873a-cab67cc5f1b2">
      <Terms xmlns="http://schemas.microsoft.com/office/infopath/2007/PartnerControls"/>
    </InternalTagsTaxHTField0>
    <LocRecommendedHandoff xmlns="6d93d202-47fc-4405-873a-cab67cc5f1b2" xsi:nil="true"/>
    <BlockPublish xmlns="6d93d202-47fc-4405-873a-cab67cc5f1b2">false</BlockPublish>
    <LocComments xmlns="6d93d202-47fc-4405-873a-cab67cc5f1b2" xsi:nil="true"/>
    <TaxCatchAll xmlns="6d93d202-47fc-4405-873a-cab67cc5f1b2"/>
    <OriginalRelease xmlns="6d93d202-47fc-4405-873a-cab67cc5f1b2">14</OriginalRelease>
    <RecommendationsModifier xmlns="6d93d202-47fc-4405-873a-cab67cc5f1b2" xsi:nil="true"/>
    <ScenarioTagsTaxHTField0 xmlns="6d93d202-47fc-4405-873a-cab67cc5f1b2">
      <Terms xmlns="http://schemas.microsoft.com/office/infopath/2007/PartnerControls"/>
    </ScenarioTagsTaxHTField0>
    <FeatureTagsTaxHTField0 xmlns="6d93d202-47fc-4405-873a-cab67cc5f1b2">
      <Terms xmlns="http://schemas.microsoft.com/office/infopath/2007/PartnerControls"/>
    </FeatureTagsTaxHTField0>
    <LocMarketGroupTiers2 xmlns="6d93d202-47fc-4405-873a-cab67cc5f1b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9924D1ECC420D47A2456556BC94F7370400BDF4491DEA4973499845289601F88B9F" ma:contentTypeVersion="55" ma:contentTypeDescription="Create a new document." ma:contentTypeScope="" ma:versionID="41eb558a2b826e6e4f9defd990175bec">
  <xsd:schema xmlns:xsd="http://www.w3.org/2001/XMLSchema" xmlns:xs="http://www.w3.org/2001/XMLSchema" xmlns:p="http://schemas.microsoft.com/office/2006/metadata/properties" xmlns:ns2="6d93d202-47fc-4405-873a-cab67cc5f1b2" xmlns:ns3="64acb2c5-0a2b-4bda-bd34-58e36cbb80d2" targetNamespace="http://schemas.microsoft.com/office/2006/metadata/properties" ma:root="true" ma:fieldsID="19deea0185cf7bc57eee9b90b1ba2ace" ns2:_="" ns3:_="">
    <xsd:import namespace="6d93d202-47fc-4405-873a-cab67cc5f1b2"/>
    <xsd:import namespace="64acb2c5-0a2b-4bda-bd34-58e36cbb80d2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  <xsd:element ref="ns3:Description0" minOccurs="0"/>
                <xsd:element ref="ns3:Compon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93d202-47fc-4405-873a-cab67cc5f1b2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0:00:00Z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dc79c007-7f28-4db9-9ba1-525d19a3279b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80C6DD30-196A-4C6B-B1BF-A43F3B8ACD4F}" ma:internalName="CSXSubmissionMarket" ma:readOnly="false" ma:showField="MarketName" ma:web="6d93d202-47fc-4405-873a-cab67cc5f1b2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bb16b974-ed24-4278-8820-8e232d38904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7E2D4CA2-442A-4FDA-AA57-71B8C7B2C53C}" ma:internalName="InProjectListLookup" ma:readOnly="true" ma:showField="InProjectList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fd9a49dc-3dbf-4047-b62d-1d587abe7b40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7E2D4CA2-442A-4FDA-AA57-71B8C7B2C53C}" ma:internalName="LastCompleteVersionLookup" ma:readOnly="true" ma:showField="LastCompleteVersion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7E2D4CA2-442A-4FDA-AA57-71B8C7B2C53C}" ma:internalName="LastPreviewErrorLookup" ma:readOnly="true" ma:showField="LastPreviewError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7E2D4CA2-442A-4FDA-AA57-71B8C7B2C53C}" ma:internalName="LastPreviewResultLookup" ma:readOnly="true" ma:showField="LastPreviewResult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7E2D4CA2-442A-4FDA-AA57-71B8C7B2C53C}" ma:internalName="LastPreviewAttemptDateLookup" ma:readOnly="true" ma:showField="LastPreviewAttemptDate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7E2D4CA2-442A-4FDA-AA57-71B8C7B2C53C}" ma:internalName="LastPreviewedByLookup" ma:readOnly="true" ma:showField="LastPreviewedBy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7E2D4CA2-442A-4FDA-AA57-71B8C7B2C53C}" ma:internalName="LastPreviewTimeLookup" ma:readOnly="true" ma:showField="LastPreviewTime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7E2D4CA2-442A-4FDA-AA57-71B8C7B2C53C}" ma:internalName="LastPreviewVersionLookup" ma:readOnly="true" ma:showField="LastPreviewVersion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7E2D4CA2-442A-4FDA-AA57-71B8C7B2C53C}" ma:internalName="LastPublishErrorLookup" ma:readOnly="true" ma:showField="LastPublishError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7E2D4CA2-442A-4FDA-AA57-71B8C7B2C53C}" ma:internalName="LastPublishResultLookup" ma:readOnly="true" ma:showField="LastPublishResult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7E2D4CA2-442A-4FDA-AA57-71B8C7B2C53C}" ma:internalName="LastPublishAttemptDateLookup" ma:readOnly="true" ma:showField="LastPublishAttemptDate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7E2D4CA2-442A-4FDA-AA57-71B8C7B2C53C}" ma:internalName="LastPublishedByLookup" ma:readOnly="true" ma:showField="LastPublishedBy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7E2D4CA2-442A-4FDA-AA57-71B8C7B2C53C}" ma:internalName="LastPublishTimeLookup" ma:readOnly="true" ma:showField="LastPublishTime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7E2D4CA2-442A-4FDA-AA57-71B8C7B2C53C}" ma:internalName="LastPublishVersionLookup" ma:readOnly="true" ma:showField="LastPublishVersion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4CDE398E-75A7-4993-8C61-2BFD31F64754}" ma:internalName="LocLastLocAttemptVersionLookup" ma:readOnly="false" ma:showField="LastLocAttemptVersion" ma:web="6d93d202-47fc-4405-873a-cab67cc5f1b2">
      <xsd:simpleType>
        <xsd:restriction base="dms:Lookup"/>
      </xsd:simpleType>
    </xsd:element>
    <xsd:element name="LocLastLocAttemptVersionTypeLookup" ma:index="72" nillable="true" ma:displayName="Loc Last Loc Attempt Version Type" ma:default="" ma:list="{4CDE398E-75A7-4993-8C61-2BFD31F64754}" ma:internalName="LocLastLocAttemptVersionTypeLookup" ma:readOnly="true" ma:showField="LastLocAttemptVersionType" ma:web="6d93d202-47fc-4405-873a-cab67cc5f1b2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4CDE398E-75A7-4993-8C61-2BFD31F64754}" ma:internalName="LocNewPublishedVersionLookup" ma:readOnly="true" ma:showField="NewPublishedVersion" ma:web="6d93d202-47fc-4405-873a-cab67cc5f1b2">
      <xsd:simpleType>
        <xsd:restriction base="dms:Lookup"/>
      </xsd:simpleType>
    </xsd:element>
    <xsd:element name="LocOverallHandbackStatusLookup" ma:index="76" nillable="true" ma:displayName="Loc Overall Handback Status" ma:default="" ma:list="{4CDE398E-75A7-4993-8C61-2BFD31F64754}" ma:internalName="LocOverallHandbackStatusLookup" ma:readOnly="true" ma:showField="OverallHandbackStatus" ma:web="6d93d202-47fc-4405-873a-cab67cc5f1b2">
      <xsd:simpleType>
        <xsd:restriction base="dms:Lookup"/>
      </xsd:simpleType>
    </xsd:element>
    <xsd:element name="LocOverallLocStatusLookup" ma:index="77" nillable="true" ma:displayName="Loc Overall Localize Status" ma:default="" ma:list="{4CDE398E-75A7-4993-8C61-2BFD31F64754}" ma:internalName="LocOverallLocStatusLookup" ma:readOnly="true" ma:showField="OverallLocStatus" ma:web="6d93d202-47fc-4405-873a-cab67cc5f1b2">
      <xsd:simpleType>
        <xsd:restriction base="dms:Lookup"/>
      </xsd:simpleType>
    </xsd:element>
    <xsd:element name="LocOverallPreviewStatusLookup" ma:index="78" nillable="true" ma:displayName="Loc Overall Preview Status" ma:default="" ma:list="{4CDE398E-75A7-4993-8C61-2BFD31F64754}" ma:internalName="LocOverallPreviewStatusLookup" ma:readOnly="true" ma:showField="OverallPreviewStatus" ma:web="6d93d202-47fc-4405-873a-cab67cc5f1b2">
      <xsd:simpleType>
        <xsd:restriction base="dms:Lookup"/>
      </xsd:simpleType>
    </xsd:element>
    <xsd:element name="LocOverallPublishStatusLookup" ma:index="79" nillable="true" ma:displayName="Loc Overall Publish Status" ma:default="" ma:list="{4CDE398E-75A7-4993-8C61-2BFD31F64754}" ma:internalName="LocOverallPublishStatusLookup" ma:readOnly="true" ma:showField="OverallPublishStatus" ma:web="6d93d202-47fc-4405-873a-cab67cc5f1b2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4CDE398E-75A7-4993-8C61-2BFD31F64754}" ma:internalName="LocProcessedForHandoffsLookup" ma:readOnly="true" ma:showField="ProcessedForHandoffs" ma:web="6d93d202-47fc-4405-873a-cab67cc5f1b2">
      <xsd:simpleType>
        <xsd:restriction base="dms:Lookup"/>
      </xsd:simpleType>
    </xsd:element>
    <xsd:element name="LocProcessedForMarketsLookup" ma:index="82" nillable="true" ma:displayName="Loc Processed For Markets" ma:default="" ma:list="{4CDE398E-75A7-4993-8C61-2BFD31F64754}" ma:internalName="LocProcessedForMarketsLookup" ma:readOnly="true" ma:showField="ProcessedForMarkets" ma:web="6d93d202-47fc-4405-873a-cab67cc5f1b2">
      <xsd:simpleType>
        <xsd:restriction base="dms:Lookup"/>
      </xsd:simpleType>
    </xsd:element>
    <xsd:element name="LocPublishedDependentAssetsLookup" ma:index="83" nillable="true" ma:displayName="Loc Published Dependent Assets" ma:default="" ma:list="{4CDE398E-75A7-4993-8C61-2BFD31F64754}" ma:internalName="LocPublishedDependentAssetsLookup" ma:readOnly="true" ma:showField="PublishedDependentAssets" ma:web="6d93d202-47fc-4405-873a-cab67cc5f1b2">
      <xsd:simpleType>
        <xsd:restriction base="dms:Lookup"/>
      </xsd:simpleType>
    </xsd:element>
    <xsd:element name="LocPublishedLinkedAssetsLookup" ma:index="84" nillable="true" ma:displayName="Loc Published Linked Assets" ma:default="" ma:list="{4CDE398E-75A7-4993-8C61-2BFD31F64754}" ma:internalName="LocPublishedLinkedAssetsLookup" ma:readOnly="true" ma:showField="PublishedLinkedAssets" ma:web="6d93d202-47fc-4405-873a-cab67cc5f1b2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db560eb5-700a-4f94-8fda-b57de4261f12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80C6DD30-196A-4C6B-B1BF-A43F3B8ACD4F}" ma:internalName="Markets" ma:readOnly="false" ma:showField="MarketName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7E2D4CA2-442A-4FDA-AA57-71B8C7B2C53C}" ma:internalName="NumOfRatingsLookup" ma:readOnly="true" ma:showField="NumOfRatings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7E2D4CA2-442A-4FDA-AA57-71B8C7B2C53C}" ma:internalName="PublishStatusLookup" ma:readOnly="false" ma:showField="PublishStatus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6e3f7319-fb8f-4449-8902-000ab73a8566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11d213f5-ec09-44b6-a8be-9da225be7a8d}" ma:internalName="TaxCatchAll" ma:showField="CatchAllData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11d213f5-ec09-44b6-a8be-9da225be7a8d}" ma:internalName="TaxCatchAllLabel" ma:readOnly="true" ma:showField="CatchAllDataLabel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acb2c5-0a2b-4bda-bd34-58e36cbb80d2" elementFormDefault="qualified">
    <xsd:import namespace="http://schemas.microsoft.com/office/2006/documentManagement/types"/>
    <xsd:import namespace="http://schemas.microsoft.com/office/infopath/2007/PartnerControls"/>
    <xsd:element name="Description0" ma:index="134" nillable="true" ma:displayName="Description" ma:internalName="Description0">
      <xsd:simpleType>
        <xsd:restriction base="dms:Note"/>
      </xsd:simpleType>
    </xsd:element>
    <xsd:element name="Component" ma:index="135" nillable="true" ma:displayName="Component" ma:internalName="Component">
      <xsd:simpleType>
        <xsd:restriction base="dms:Text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C4AD9E9-A9C0-46F2-BF42-B91887159A3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1AC1EBE-977F-480B-B90F-A9F24D28C013}">
  <ds:schemaRefs>
    <ds:schemaRef ds:uri="64acb2c5-0a2b-4bda-bd34-58e36cbb80d2"/>
    <ds:schemaRef ds:uri="http://schemas.microsoft.com/office/2006/documentManagement/types"/>
    <ds:schemaRef ds:uri="http://purl.org/dc/elements/1.1/"/>
    <ds:schemaRef ds:uri="http://schemas.microsoft.com/office/2006/metadata/properties"/>
    <ds:schemaRef ds:uri="6d93d202-47fc-4405-873a-cab67cc5f1b2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BAFB9779-B3DB-419D-A1B1-72B8188D358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d93d202-47fc-4405-873a-cab67cc5f1b2"/>
    <ds:schemaRef ds:uri="64acb2c5-0a2b-4bda-bd34-58e36cbb80d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374</Words>
  <Application>Microsoft Office PowerPoint</Application>
  <PresentationFormat>Affichage à l'écran (4:3)</PresentationFormat>
  <Paragraphs>113</Paragraphs>
  <Slides>27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Cambria</vt:lpstr>
      <vt:lpstr>Wingdings</vt:lpstr>
      <vt:lpstr>Thème Office</vt:lpstr>
      <vt:lpstr>Data Description </vt:lpstr>
      <vt:lpstr>Les indicateurs de position – Le mode</vt:lpstr>
      <vt:lpstr>Note</vt:lpstr>
      <vt:lpstr>Exemples – calcul du mode</vt:lpstr>
      <vt:lpstr>Note</vt:lpstr>
      <vt:lpstr>Exemples – calcul du mode</vt:lpstr>
      <vt:lpstr>Note</vt:lpstr>
      <vt:lpstr>Le mode - Graphiquement</vt:lpstr>
      <vt:lpstr>Note</vt:lpstr>
      <vt:lpstr>Le mode - Graphiquement</vt:lpstr>
      <vt:lpstr>Note</vt:lpstr>
      <vt:lpstr>Le mode - Graphiquement</vt:lpstr>
      <vt:lpstr>Note</vt:lpstr>
      <vt:lpstr>Les indicateurs de position –  La moyenne</vt:lpstr>
      <vt:lpstr>Note</vt:lpstr>
      <vt:lpstr>Les indicateurs de position –  La moyenne</vt:lpstr>
      <vt:lpstr>Note</vt:lpstr>
      <vt:lpstr>Les indicateurs de position –  La moyenne</vt:lpstr>
      <vt:lpstr>Note</vt:lpstr>
      <vt:lpstr>Exemples – calcul de la moyenne</vt:lpstr>
      <vt:lpstr>Note</vt:lpstr>
      <vt:lpstr>Exemples – calcul de la moyenne</vt:lpstr>
      <vt:lpstr>Note</vt:lpstr>
      <vt:lpstr>Exemples – calcul de la moyenne</vt:lpstr>
      <vt:lpstr>Note</vt:lpstr>
      <vt:lpstr>Exercice d’application </vt:lpstr>
      <vt:lpstr>Note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Analytics </dc:title>
  <dc:creator>KACHOUR Maher</dc:creator>
  <cp:lastModifiedBy>KACHOUR Maher</cp:lastModifiedBy>
  <cp:revision>6</cp:revision>
  <dcterms:created xsi:type="dcterms:W3CDTF">2021-02-02T16:40:54Z</dcterms:created>
  <dcterms:modified xsi:type="dcterms:W3CDTF">2021-10-16T16:32:34Z</dcterms:modified>
</cp:coreProperties>
</file>