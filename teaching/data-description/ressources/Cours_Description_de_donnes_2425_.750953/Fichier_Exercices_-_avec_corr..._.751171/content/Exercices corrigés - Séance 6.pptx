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le(s) mode associé(s) aux données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la température matinale moyenne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dirty="0"/>
              </a:p>
              <a:p>
                <a:pPr/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/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pPr/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le(s) mode associé(s) aux données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la vitesse matinale moyenne du vent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7317" t="-6098" r="-311382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5455" t="-6098" r="-148701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454701" t="-6098" r="-95726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600926" t="-6098" r="-370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∈[0 ;10[</m:t>
                      </m:r>
                    </m:oMath>
                  </m:oMathPara>
                </a14:m>
                <a:endParaRPr lang="fr-F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=0+10×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(4.2 −0)</m:t>
                          </m:r>
                        </m:num>
                        <m:den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4.2 −0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+(4.2 −2.4)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317</Words>
  <Application>Microsoft Office PowerPoint</Application>
  <PresentationFormat>Grand écran</PresentationFormat>
  <Paragraphs>124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2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2021-10-15T11:30:15Z</dcterms:modified>
</cp:coreProperties>
</file>