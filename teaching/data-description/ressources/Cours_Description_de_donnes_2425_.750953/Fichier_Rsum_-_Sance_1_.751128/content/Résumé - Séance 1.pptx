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90" r:id="rId7"/>
    <p:sldId id="279" r:id="rId8"/>
    <p:sldId id="291" r:id="rId9"/>
    <p:sldId id="277" r:id="rId10"/>
    <p:sldId id="262" r:id="rId11"/>
    <p:sldId id="292" r:id="rId12"/>
    <p:sldId id="281" r:id="rId13"/>
    <p:sldId id="293" r:id="rId14"/>
    <p:sldId id="264" r:id="rId15"/>
    <p:sldId id="294" r:id="rId16"/>
    <p:sldId id="265" r:id="rId17"/>
    <p:sldId id="295" r:id="rId18"/>
    <p:sldId id="266" r:id="rId19"/>
    <p:sldId id="283" r:id="rId20"/>
    <p:sldId id="269" r:id="rId21"/>
    <p:sldId id="270" r:id="rId22"/>
    <p:sldId id="296" r:id="rId23"/>
    <p:sldId id="271" r:id="rId24"/>
    <p:sldId id="297" r:id="rId25"/>
    <p:sldId id="272" r:id="rId26"/>
    <p:sldId id="273" r:id="rId27"/>
    <p:sldId id="298" r:id="rId28"/>
    <p:sldId id="274" r:id="rId29"/>
    <p:sldId id="299" r:id="rId30"/>
    <p:sldId id="278" r:id="rId31"/>
    <p:sldId id="300" r:id="rId32"/>
    <p:sldId id="286" r:id="rId33"/>
    <p:sldId id="301" r:id="rId34"/>
    <p:sldId id="287" r:id="rId35"/>
    <p:sldId id="302" r:id="rId36"/>
    <p:sldId id="276" r:id="rId37"/>
    <p:sldId id="303" r:id="rId3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71EDE-6BCC-475D-9B25-4A7431DE52E9}" v="6" dt="2021-10-14T07:45:00.516"/>
    <p1510:client id="{CB924EF7-D3B1-43BE-9DD6-B5F3332F857A}" v="1" dt="2021-10-14T07:52:18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9FB71EDE-6BCC-475D-9B25-4A7431DE52E9}"/>
    <pc:docChg chg="custSel addSld modSld sldOrd">
      <pc:chgData name="KACHOUR Maher" userId="09775c39-7739-40bf-ba04-c8ef3ab24a94" providerId="ADAL" clId="{9FB71EDE-6BCC-475D-9B25-4A7431DE52E9}" dt="2021-10-14T07:45:30.991" v="438" actId="14100"/>
      <pc:docMkLst>
        <pc:docMk/>
      </pc:docMkLst>
      <pc:sldChg chg="addSp delSp modSp mod">
        <pc:chgData name="KACHOUR Maher" userId="09775c39-7739-40bf-ba04-c8ef3ab24a94" providerId="ADAL" clId="{9FB71EDE-6BCC-475D-9B25-4A7431DE52E9}" dt="2021-10-14T07:25:56.222" v="255" actId="1076"/>
        <pc:sldMkLst>
          <pc:docMk/>
          <pc:sldMk cId="4029125219" sldId="266"/>
        </pc:sldMkLst>
        <pc:graphicFrameChg chg="add mod modGraphic">
          <ac:chgData name="KACHOUR Maher" userId="09775c39-7739-40bf-ba04-c8ef3ab24a94" providerId="ADAL" clId="{9FB71EDE-6BCC-475D-9B25-4A7431DE52E9}" dt="2021-10-14T07:25:56.222" v="255" actId="1076"/>
          <ac:graphicFrameMkLst>
            <pc:docMk/>
            <pc:sldMk cId="4029125219" sldId="266"/>
            <ac:graphicFrameMk id="3" creationId="{82BB1473-A179-45C8-8C76-E22F2D9EB3C0}"/>
          </ac:graphicFrameMkLst>
        </pc:graphicFrameChg>
        <pc:picChg chg="del mod">
          <ac:chgData name="KACHOUR Maher" userId="09775c39-7739-40bf-ba04-c8ef3ab24a94" providerId="ADAL" clId="{9FB71EDE-6BCC-475D-9B25-4A7431DE52E9}" dt="2021-10-14T07:25:39.117" v="249" actId="478"/>
          <ac:picMkLst>
            <pc:docMk/>
            <pc:sldMk cId="4029125219" sldId="266"/>
            <ac:picMk id="8" creationId="{D313FDA7-D433-41D7-AA6D-40787F594C4E}"/>
          </ac:picMkLst>
        </pc:picChg>
      </pc:sldChg>
      <pc:sldChg chg="modSp mod">
        <pc:chgData name="KACHOUR Maher" userId="09775c39-7739-40bf-ba04-c8ef3ab24a94" providerId="ADAL" clId="{9FB71EDE-6BCC-475D-9B25-4A7431DE52E9}" dt="2021-10-14T07:17:00.640" v="205" actId="207"/>
        <pc:sldMkLst>
          <pc:docMk/>
          <pc:sldMk cId="727762592" sldId="267"/>
        </pc:sldMkLst>
        <pc:spChg chg="mod">
          <ac:chgData name="KACHOUR Maher" userId="09775c39-7739-40bf-ba04-c8ef3ab24a94" providerId="ADAL" clId="{9FB71EDE-6BCC-475D-9B25-4A7431DE52E9}" dt="2021-10-14T07:17:00.640" v="205" actId="207"/>
          <ac:spMkLst>
            <pc:docMk/>
            <pc:sldMk cId="727762592" sldId="267"/>
            <ac:spMk id="3" creationId="{922DB5E6-6035-4539-A1C7-11FB05D53725}"/>
          </ac:spMkLst>
        </pc:spChg>
      </pc:sldChg>
      <pc:sldChg chg="addSp delSp modSp mod">
        <pc:chgData name="KACHOUR Maher" userId="09775c39-7739-40bf-ba04-c8ef3ab24a94" providerId="ADAL" clId="{9FB71EDE-6BCC-475D-9B25-4A7431DE52E9}" dt="2021-10-14T07:32:43.517" v="355" actId="113"/>
        <pc:sldMkLst>
          <pc:docMk/>
          <pc:sldMk cId="870743358" sldId="269"/>
        </pc:sldMkLst>
        <pc:graphicFrameChg chg="add mod modGraphic">
          <ac:chgData name="KACHOUR Maher" userId="09775c39-7739-40bf-ba04-c8ef3ab24a94" providerId="ADAL" clId="{9FB71EDE-6BCC-475D-9B25-4A7431DE52E9}" dt="2021-10-14T07:32:43.517" v="355" actId="113"/>
          <ac:graphicFrameMkLst>
            <pc:docMk/>
            <pc:sldMk cId="870743358" sldId="269"/>
            <ac:graphicFrameMk id="3" creationId="{18A4017D-1283-4464-A69B-BDA8224AA7B7}"/>
          </ac:graphicFrameMkLst>
        </pc:graphicFrameChg>
        <pc:picChg chg="del mod">
          <ac:chgData name="KACHOUR Maher" userId="09775c39-7739-40bf-ba04-c8ef3ab24a94" providerId="ADAL" clId="{9FB71EDE-6BCC-475D-9B25-4A7431DE52E9}" dt="2021-10-14T07:32:32.692" v="353" actId="478"/>
          <ac:picMkLst>
            <pc:docMk/>
            <pc:sldMk cId="870743358" sldId="269"/>
            <ac:picMk id="8" creationId="{4548506E-2746-4256-9376-A72BA0077370}"/>
          </ac:picMkLst>
        </pc:picChg>
      </pc:sldChg>
      <pc:sldChg chg="addSp delSp modSp mod">
        <pc:chgData name="KACHOUR Maher" userId="09775c39-7739-40bf-ba04-c8ef3ab24a94" providerId="ADAL" clId="{9FB71EDE-6BCC-475D-9B25-4A7431DE52E9}" dt="2021-10-14T07:35:54.796" v="401" actId="1076"/>
        <pc:sldMkLst>
          <pc:docMk/>
          <pc:sldMk cId="526900021" sldId="272"/>
        </pc:sldMkLst>
        <pc:spChg chg="mod">
          <ac:chgData name="KACHOUR Maher" userId="09775c39-7739-40bf-ba04-c8ef3ab24a94" providerId="ADAL" clId="{9FB71EDE-6BCC-475D-9B25-4A7431DE52E9}" dt="2021-10-14T07:35:47.073" v="400" actId="1076"/>
          <ac:spMkLst>
            <pc:docMk/>
            <pc:sldMk cId="526900021" sldId="272"/>
            <ac:spMk id="10" creationId="{D00598FB-A56E-4973-8723-4EF8ECE9C57F}"/>
          </ac:spMkLst>
        </pc:spChg>
        <pc:graphicFrameChg chg="add mod modGraphic">
          <ac:chgData name="KACHOUR Maher" userId="09775c39-7739-40bf-ba04-c8ef3ab24a94" providerId="ADAL" clId="{9FB71EDE-6BCC-475D-9B25-4A7431DE52E9}" dt="2021-10-14T07:35:54.796" v="401" actId="1076"/>
          <ac:graphicFrameMkLst>
            <pc:docMk/>
            <pc:sldMk cId="526900021" sldId="272"/>
            <ac:graphicFrameMk id="3" creationId="{5EE55846-AAA9-4E45-9614-9EB6BAB80318}"/>
          </ac:graphicFrameMkLst>
        </pc:graphicFrameChg>
        <pc:picChg chg="del">
          <ac:chgData name="KACHOUR Maher" userId="09775c39-7739-40bf-ba04-c8ef3ab24a94" providerId="ADAL" clId="{9FB71EDE-6BCC-475D-9B25-4A7431DE52E9}" dt="2021-10-14T07:34:54.915" v="357" actId="478"/>
          <ac:picMkLst>
            <pc:docMk/>
            <pc:sldMk cId="526900021" sldId="272"/>
            <ac:picMk id="12" creationId="{911A2985-6305-498E-B7E3-8A53B437A1EE}"/>
          </ac:picMkLst>
        </pc:picChg>
      </pc:sldChg>
      <pc:sldChg chg="delSp modSp mod ord">
        <pc:chgData name="KACHOUR Maher" userId="09775c39-7739-40bf-ba04-c8ef3ab24a94" providerId="ADAL" clId="{9FB71EDE-6BCC-475D-9B25-4A7431DE52E9}" dt="2021-10-14T07:43:13.966" v="418" actId="1076"/>
        <pc:sldMkLst>
          <pc:docMk/>
          <pc:sldMk cId="3981332052" sldId="275"/>
        </pc:sldMkLst>
        <pc:picChg chg="mod">
          <ac:chgData name="KACHOUR Maher" userId="09775c39-7739-40bf-ba04-c8ef3ab24a94" providerId="ADAL" clId="{9FB71EDE-6BCC-475D-9B25-4A7431DE52E9}" dt="2021-10-14T07:43:13.966" v="418" actId="1076"/>
          <ac:picMkLst>
            <pc:docMk/>
            <pc:sldMk cId="3981332052" sldId="275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3:10.177" v="417" actId="478"/>
          <ac:picMkLst>
            <pc:docMk/>
            <pc:sldMk cId="3981332052" sldId="275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3:08.170" v="416" actId="478"/>
          <ac:picMkLst>
            <pc:docMk/>
            <pc:sldMk cId="3981332052" sldId="275"/>
            <ac:picMk id="9" creationId="{3E663486-4513-414F-A7CD-A117F8B3DFEC}"/>
          </ac:picMkLst>
        </pc:picChg>
      </pc:sldChg>
      <pc:sldChg chg="modSp mod">
        <pc:chgData name="KACHOUR Maher" userId="09775c39-7739-40bf-ba04-c8ef3ab24a94" providerId="ADAL" clId="{9FB71EDE-6BCC-475D-9B25-4A7431DE52E9}" dt="2021-10-13T16:39:11.193" v="37" actId="1076"/>
        <pc:sldMkLst>
          <pc:docMk/>
          <pc:sldMk cId="4231536356" sldId="277"/>
        </pc:sldMkLst>
        <pc:graphicFrameChg chg="mod modGraphic">
          <ac:chgData name="KACHOUR Maher" userId="09775c39-7739-40bf-ba04-c8ef3ab24a94" providerId="ADAL" clId="{9FB71EDE-6BCC-475D-9B25-4A7431DE52E9}" dt="2021-10-13T16:39:11.193" v="37" actId="1076"/>
          <ac:graphicFrameMkLst>
            <pc:docMk/>
            <pc:sldMk cId="4231536356" sldId="277"/>
            <ac:graphicFrameMk id="4" creationId="{FF693F28-5001-45E2-A32B-66BDFA440517}"/>
          </ac:graphicFrameMkLst>
        </pc:graphicFrameChg>
      </pc:sldChg>
      <pc:sldChg chg="delSp modSp mod">
        <pc:chgData name="KACHOUR Maher" userId="09775c39-7739-40bf-ba04-c8ef3ab24a94" providerId="ADAL" clId="{9FB71EDE-6BCC-475D-9B25-4A7431DE52E9}" dt="2021-10-14T07:43:19.982" v="419" actId="1076"/>
        <pc:sldMkLst>
          <pc:docMk/>
          <pc:sldMk cId="1979777204" sldId="278"/>
        </pc:sldMkLst>
        <pc:spChg chg="mod">
          <ac:chgData name="KACHOUR Maher" userId="09775c39-7739-40bf-ba04-c8ef3ab24a94" providerId="ADAL" clId="{9FB71EDE-6BCC-475D-9B25-4A7431DE52E9}" dt="2021-10-14T07:43:03.001" v="415" actId="20577"/>
          <ac:spMkLst>
            <pc:docMk/>
            <pc:sldMk cId="1979777204" sldId="278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2:55.072" v="413" actId="478"/>
          <ac:picMkLst>
            <pc:docMk/>
            <pc:sldMk cId="1979777204" sldId="278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2:50.813" v="412" actId="478"/>
          <ac:picMkLst>
            <pc:docMk/>
            <pc:sldMk cId="1979777204" sldId="278"/>
            <ac:picMk id="5" creationId="{E2DFA4A5-75A4-4AA4-BC6C-EEE92DB0C031}"/>
          </ac:picMkLst>
        </pc:picChg>
        <pc:picChg chg="mod">
          <ac:chgData name="KACHOUR Maher" userId="09775c39-7739-40bf-ba04-c8ef3ab24a94" providerId="ADAL" clId="{9FB71EDE-6BCC-475D-9B25-4A7431DE52E9}" dt="2021-10-14T07:43:19.982" v="419" actId="1076"/>
          <ac:picMkLst>
            <pc:docMk/>
            <pc:sldMk cId="1979777204" sldId="278"/>
            <ac:picMk id="6" creationId="{2E367726-A5C2-4232-A108-2C6E22FBC473}"/>
          </ac:picMkLst>
        </pc:picChg>
      </pc:sldChg>
      <pc:sldChg chg="modSp new mod">
        <pc:chgData name="KACHOUR Maher" userId="09775c39-7739-40bf-ba04-c8ef3ab24a94" providerId="ADAL" clId="{9FB71EDE-6BCC-475D-9B25-4A7431DE52E9}" dt="2021-10-14T07:16:14.768" v="201" actId="20577"/>
        <pc:sldMkLst>
          <pc:docMk/>
          <pc:sldMk cId="3736043133" sldId="279"/>
        </pc:sldMkLst>
        <pc:spChg chg="mod">
          <ac:chgData name="KACHOUR Maher" userId="09775c39-7739-40bf-ba04-c8ef3ab24a94" providerId="ADAL" clId="{9FB71EDE-6BCC-475D-9B25-4A7431DE52E9}" dt="2021-10-13T16:37:51.961" v="1"/>
          <ac:spMkLst>
            <pc:docMk/>
            <pc:sldMk cId="3736043133" sldId="279"/>
            <ac:spMk id="2" creationId="{0BC07207-E792-4B44-ABA3-D9EBC150B670}"/>
          </ac:spMkLst>
        </pc:spChg>
        <pc:spChg chg="mod">
          <ac:chgData name="KACHOUR Maher" userId="09775c39-7739-40bf-ba04-c8ef3ab24a94" providerId="ADAL" clId="{9FB71EDE-6BCC-475D-9B25-4A7431DE52E9}" dt="2021-10-14T07:16:14.768" v="201" actId="20577"/>
          <ac:spMkLst>
            <pc:docMk/>
            <pc:sldMk cId="3736043133" sldId="279"/>
            <ac:spMk id="3" creationId="{D60D0979-679D-4741-AA29-5B6E198A31B6}"/>
          </ac:spMkLst>
        </pc:spChg>
      </pc:sldChg>
      <pc:sldChg chg="add">
        <pc:chgData name="KACHOUR Maher" userId="09775c39-7739-40bf-ba04-c8ef3ab24a94" providerId="ADAL" clId="{9FB71EDE-6BCC-475D-9B25-4A7431DE52E9}" dt="2021-10-13T16:38:49.213" v="33" actId="2890"/>
        <pc:sldMkLst>
          <pc:docMk/>
          <pc:sldMk cId="207224439" sldId="280"/>
        </pc:sldMkLst>
      </pc:sldChg>
      <pc:sldChg chg="modSp add mod ord">
        <pc:chgData name="KACHOUR Maher" userId="09775c39-7739-40bf-ba04-c8ef3ab24a94" providerId="ADAL" clId="{9FB71EDE-6BCC-475D-9B25-4A7431DE52E9}" dt="2021-10-13T17:02:22.801" v="195" actId="20577"/>
        <pc:sldMkLst>
          <pc:docMk/>
          <pc:sldMk cId="2649331480" sldId="281"/>
        </pc:sldMkLst>
        <pc:spChg chg="mod">
          <ac:chgData name="KACHOUR Maher" userId="09775c39-7739-40bf-ba04-c8ef3ab24a94" providerId="ADAL" clId="{9FB71EDE-6BCC-475D-9B25-4A7431DE52E9}" dt="2021-10-13T17:02:22.801" v="195" actId="20577"/>
          <ac:spMkLst>
            <pc:docMk/>
            <pc:sldMk cId="2649331480" sldId="281"/>
            <ac:spMk id="3" creationId="{922DB5E6-6035-4539-A1C7-11FB05D53725}"/>
          </ac:spMkLst>
        </pc:spChg>
      </pc:sldChg>
      <pc:sldChg chg="add">
        <pc:chgData name="KACHOUR Maher" userId="09775c39-7739-40bf-ba04-c8ef3ab24a94" providerId="ADAL" clId="{9FB71EDE-6BCC-475D-9B25-4A7431DE52E9}" dt="2021-10-14T07:24:29.986" v="206" actId="2890"/>
        <pc:sldMkLst>
          <pc:docMk/>
          <pc:sldMk cId="3877391543" sldId="282"/>
        </pc:sldMkLst>
      </pc:sldChg>
      <pc:sldChg chg="addSp delSp modSp add mod ord">
        <pc:chgData name="KACHOUR Maher" userId="09775c39-7739-40bf-ba04-c8ef3ab24a94" providerId="ADAL" clId="{9FB71EDE-6BCC-475D-9B25-4A7431DE52E9}" dt="2021-10-14T07:31:18.737" v="317"/>
        <pc:sldMkLst>
          <pc:docMk/>
          <pc:sldMk cId="2651005374" sldId="283"/>
        </pc:sldMkLst>
        <pc:graphicFrameChg chg="add mod modGraphic">
          <ac:chgData name="KACHOUR Maher" userId="09775c39-7739-40bf-ba04-c8ef3ab24a94" providerId="ADAL" clId="{9FB71EDE-6BCC-475D-9B25-4A7431DE52E9}" dt="2021-10-14T07:31:07.885" v="315" actId="113"/>
          <ac:graphicFrameMkLst>
            <pc:docMk/>
            <pc:sldMk cId="2651005374" sldId="283"/>
            <ac:graphicFrameMk id="3" creationId="{DD59BCD1-600D-455D-92C1-F74272BEF8DF}"/>
          </ac:graphicFrameMkLst>
        </pc:graphicFrameChg>
        <pc:picChg chg="del mod">
          <ac:chgData name="KACHOUR Maher" userId="09775c39-7739-40bf-ba04-c8ef3ab24a94" providerId="ADAL" clId="{9FB71EDE-6BCC-475D-9B25-4A7431DE52E9}" dt="2021-10-14T07:30:56.244" v="313" actId="478"/>
          <ac:picMkLst>
            <pc:docMk/>
            <pc:sldMk cId="2651005374" sldId="283"/>
            <ac:picMk id="8" creationId="{48CCB8AE-2E50-4C44-8136-65BABA586E03}"/>
          </ac:picMkLst>
        </pc:picChg>
      </pc:sldChg>
      <pc:sldChg chg="add">
        <pc:chgData name="KACHOUR Maher" userId="09775c39-7739-40bf-ba04-c8ef3ab24a94" providerId="ADAL" clId="{9FB71EDE-6BCC-475D-9B25-4A7431DE52E9}" dt="2021-10-14T07:31:37.515" v="318" actId="2890"/>
        <pc:sldMkLst>
          <pc:docMk/>
          <pc:sldMk cId="1553076817" sldId="284"/>
        </pc:sldMkLst>
      </pc:sldChg>
      <pc:sldChg chg="add">
        <pc:chgData name="KACHOUR Maher" userId="09775c39-7739-40bf-ba04-c8ef3ab24a94" providerId="ADAL" clId="{9FB71EDE-6BCC-475D-9B25-4A7431DE52E9}" dt="2021-10-14T07:34:36.876" v="356" actId="2890"/>
        <pc:sldMkLst>
          <pc:docMk/>
          <pc:sldMk cId="3499559631" sldId="285"/>
        </pc:sldMkLst>
      </pc:sldChg>
      <pc:sldChg chg="delSp modSp add mod">
        <pc:chgData name="KACHOUR Maher" userId="09775c39-7739-40bf-ba04-c8ef3ab24a94" providerId="ADAL" clId="{9FB71EDE-6BCC-475D-9B25-4A7431DE52E9}" dt="2021-10-14T07:43:39.126" v="424" actId="1076"/>
        <pc:sldMkLst>
          <pc:docMk/>
          <pc:sldMk cId="1439155719" sldId="286"/>
        </pc:sldMkLst>
        <pc:spChg chg="mod">
          <ac:chgData name="KACHOUR Maher" userId="09775c39-7739-40bf-ba04-c8ef3ab24a94" providerId="ADAL" clId="{9FB71EDE-6BCC-475D-9B25-4A7431DE52E9}" dt="2021-10-14T07:43:30.589" v="421" actId="20577"/>
          <ac:spMkLst>
            <pc:docMk/>
            <pc:sldMk cId="1439155719" sldId="286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3:36.564" v="423" actId="478"/>
          <ac:picMkLst>
            <pc:docMk/>
            <pc:sldMk cId="1439155719" sldId="286"/>
            <ac:picMk id="4" creationId="{12A2A923-D030-41E6-A86C-8F26411D6AAE}"/>
          </ac:picMkLst>
        </pc:picChg>
        <pc:picChg chg="mod">
          <ac:chgData name="KACHOUR Maher" userId="09775c39-7739-40bf-ba04-c8ef3ab24a94" providerId="ADAL" clId="{9FB71EDE-6BCC-475D-9B25-4A7431DE52E9}" dt="2021-10-14T07:43:39.126" v="424" actId="1076"/>
          <ac:picMkLst>
            <pc:docMk/>
            <pc:sldMk cId="1439155719" sldId="286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3:34.240" v="422" actId="478"/>
          <ac:picMkLst>
            <pc:docMk/>
            <pc:sldMk cId="1439155719" sldId="286"/>
            <ac:picMk id="6" creationId="{2E367726-A5C2-4232-A108-2C6E22FBC473}"/>
          </ac:picMkLst>
        </pc:picChg>
      </pc:sldChg>
      <pc:sldChg chg="delSp modSp add mod">
        <pc:chgData name="KACHOUR Maher" userId="09775c39-7739-40bf-ba04-c8ef3ab24a94" providerId="ADAL" clId="{9FB71EDE-6BCC-475D-9B25-4A7431DE52E9}" dt="2021-10-14T07:45:09.665" v="433" actId="1076"/>
        <pc:sldMkLst>
          <pc:docMk/>
          <pc:sldMk cId="1159882443" sldId="287"/>
        </pc:sldMkLst>
        <pc:spChg chg="mod">
          <ac:chgData name="KACHOUR Maher" userId="09775c39-7739-40bf-ba04-c8ef3ab24a94" providerId="ADAL" clId="{9FB71EDE-6BCC-475D-9B25-4A7431DE52E9}" dt="2021-10-14T07:45:00.516" v="430" actId="20577"/>
          <ac:spMkLst>
            <pc:docMk/>
            <pc:sldMk cId="1159882443" sldId="287"/>
            <ac:spMk id="3" creationId="{BCB1E9CE-2092-4731-8569-2AD3949CF473}"/>
          </ac:spMkLst>
        </pc:spChg>
        <pc:picChg chg="mod">
          <ac:chgData name="KACHOUR Maher" userId="09775c39-7739-40bf-ba04-c8ef3ab24a94" providerId="ADAL" clId="{9FB71EDE-6BCC-475D-9B25-4A7431DE52E9}" dt="2021-10-14T07:45:09.665" v="433" actId="1076"/>
          <ac:picMkLst>
            <pc:docMk/>
            <pc:sldMk cId="1159882443" sldId="287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5:06.508" v="432" actId="478"/>
          <ac:picMkLst>
            <pc:docMk/>
            <pc:sldMk cId="1159882443" sldId="287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5:04.211" v="431" actId="478"/>
          <ac:picMkLst>
            <pc:docMk/>
            <pc:sldMk cId="1159882443" sldId="287"/>
            <ac:picMk id="6" creationId="{2E367726-A5C2-4232-A108-2C6E22FBC473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4:24.576" v="428" actId="1076"/>
        <pc:sldMkLst>
          <pc:docMk/>
          <pc:sldMk cId="2522782610" sldId="288"/>
        </pc:sldMkLst>
        <pc:spChg chg="add del mod">
          <ac:chgData name="KACHOUR Maher" userId="09775c39-7739-40bf-ba04-c8ef3ab24a94" providerId="ADAL" clId="{9FB71EDE-6BCC-475D-9B25-4A7431DE52E9}" dt="2021-10-14T07:44:17.114" v="426" actId="478"/>
          <ac:spMkLst>
            <pc:docMk/>
            <pc:sldMk cId="2522782610" sldId="288"/>
            <ac:spMk id="4" creationId="{9093A34D-DD37-45C4-99C4-05D4FFDE51E7}"/>
          </ac:spMkLst>
        </pc:spChg>
        <pc:picChg chg="del">
          <ac:chgData name="KACHOUR Maher" userId="09775c39-7739-40bf-ba04-c8ef3ab24a94" providerId="ADAL" clId="{9FB71EDE-6BCC-475D-9B25-4A7431DE52E9}" dt="2021-10-14T07:43:44.575" v="425" actId="478"/>
          <ac:picMkLst>
            <pc:docMk/>
            <pc:sldMk cId="2522782610" sldId="288"/>
            <ac:picMk id="5" creationId="{205271FE-4FEC-4A7A-B0B5-4D0E2D0858A6}"/>
          </ac:picMkLst>
        </pc:picChg>
        <pc:picChg chg="mod">
          <ac:chgData name="KACHOUR Maher" userId="09775c39-7739-40bf-ba04-c8ef3ab24a94" providerId="ADAL" clId="{9FB71EDE-6BCC-475D-9B25-4A7431DE52E9}" dt="2021-10-14T07:44:24.576" v="428" actId="1076"/>
          <ac:picMkLst>
            <pc:docMk/>
            <pc:sldMk cId="2522782610" sldId="288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4:21.646" v="427" actId="478"/>
          <ac:picMkLst>
            <pc:docMk/>
            <pc:sldMk cId="2522782610" sldId="288"/>
            <ac:picMk id="9" creationId="{3E663486-4513-414F-A7CD-A117F8B3DFEC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5:30.991" v="438" actId="14100"/>
        <pc:sldMkLst>
          <pc:docMk/>
          <pc:sldMk cId="2334048686" sldId="289"/>
        </pc:sldMkLst>
        <pc:spChg chg="add del mod">
          <ac:chgData name="KACHOUR Maher" userId="09775c39-7739-40bf-ba04-c8ef3ab24a94" providerId="ADAL" clId="{9FB71EDE-6BCC-475D-9B25-4A7431DE52E9}" dt="2021-10-14T07:45:23.822" v="435" actId="478"/>
          <ac:spMkLst>
            <pc:docMk/>
            <pc:sldMk cId="2334048686" sldId="289"/>
            <ac:spMk id="4" creationId="{3D55C972-2847-46BA-AAE0-E6435392648C}"/>
          </ac:spMkLst>
        </pc:spChg>
        <pc:picChg chg="del">
          <ac:chgData name="KACHOUR Maher" userId="09775c39-7739-40bf-ba04-c8ef3ab24a94" providerId="ADAL" clId="{9FB71EDE-6BCC-475D-9B25-4A7431DE52E9}" dt="2021-10-14T07:45:20.337" v="434" actId="478"/>
          <ac:picMkLst>
            <pc:docMk/>
            <pc:sldMk cId="2334048686" sldId="289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5:25.952" v="436" actId="478"/>
          <ac:picMkLst>
            <pc:docMk/>
            <pc:sldMk cId="2334048686" sldId="289"/>
            <ac:picMk id="7" creationId="{20D59E97-5178-4D6D-A3A6-FA9BA450A3C7}"/>
          </ac:picMkLst>
        </pc:picChg>
        <pc:picChg chg="mod">
          <ac:chgData name="KACHOUR Maher" userId="09775c39-7739-40bf-ba04-c8ef3ab24a94" providerId="ADAL" clId="{9FB71EDE-6BCC-475D-9B25-4A7431DE52E9}" dt="2021-10-14T07:45:30.991" v="438" actId="14100"/>
          <ac:picMkLst>
            <pc:docMk/>
            <pc:sldMk cId="2334048686" sldId="289"/>
            <ac:picMk id="9" creationId="{3E663486-4513-414F-A7CD-A117F8B3DFEC}"/>
          </ac:picMkLst>
        </pc:picChg>
      </pc:sldChg>
    </pc:docChg>
  </pc:docChgLst>
  <pc:docChgLst>
    <pc:chgData name="KACHOUR Maher" userId="09775c39-7739-40bf-ba04-c8ef3ab24a94" providerId="ADAL" clId="{CB924EF7-D3B1-43BE-9DD6-B5F3332F857A}"/>
    <pc:docChg chg="undo custSel addSld delSld modSld sldOrd">
      <pc:chgData name="KACHOUR Maher" userId="09775c39-7739-40bf-ba04-c8ef3ab24a94" providerId="ADAL" clId="{CB924EF7-D3B1-43BE-9DD6-B5F3332F857A}" dt="2021-10-14T07:55:43.297" v="59"/>
      <pc:docMkLst>
        <pc:docMk/>
      </pc:docMkLst>
      <pc:sldChg chg="del">
        <pc:chgData name="KACHOUR Maher" userId="09775c39-7739-40bf-ba04-c8ef3ab24a94" providerId="ADAL" clId="{CB924EF7-D3B1-43BE-9DD6-B5F3332F857A}" dt="2021-10-14T07:53:08.123" v="15" actId="47"/>
        <pc:sldMkLst>
          <pc:docMk/>
          <pc:sldMk cId="727762592" sldId="267"/>
        </pc:sldMkLst>
      </pc:sldChg>
      <pc:sldChg chg="del">
        <pc:chgData name="KACHOUR Maher" userId="09775c39-7739-40bf-ba04-c8ef3ab24a94" providerId="ADAL" clId="{CB924EF7-D3B1-43BE-9DD6-B5F3332F857A}" dt="2021-10-14T07:53:40.471" v="26" actId="47"/>
        <pc:sldMkLst>
          <pc:docMk/>
          <pc:sldMk cId="904395720" sldId="268"/>
        </pc:sldMkLst>
      </pc:sldChg>
      <pc:sldChg chg="del">
        <pc:chgData name="KACHOUR Maher" userId="09775c39-7739-40bf-ba04-c8ef3ab24a94" providerId="ADAL" clId="{CB924EF7-D3B1-43BE-9DD6-B5F3332F857A}" dt="2021-10-14T07:55:05.020" v="45" actId="47"/>
        <pc:sldMkLst>
          <pc:docMk/>
          <pc:sldMk cId="3981332052" sldId="275"/>
        </pc:sldMkLst>
      </pc:sldChg>
      <pc:sldChg chg="del">
        <pc:chgData name="KACHOUR Maher" userId="09775c39-7739-40bf-ba04-c8ef3ab24a94" providerId="ADAL" clId="{CB924EF7-D3B1-43BE-9DD6-B5F3332F857A}" dt="2021-10-14T07:52:53.120" v="11" actId="47"/>
        <pc:sldMkLst>
          <pc:docMk/>
          <pc:sldMk cId="207224439" sldId="280"/>
        </pc:sldMkLst>
      </pc:sldChg>
      <pc:sldChg chg="del">
        <pc:chgData name="KACHOUR Maher" userId="09775c39-7739-40bf-ba04-c8ef3ab24a94" providerId="ADAL" clId="{CB924EF7-D3B1-43BE-9DD6-B5F3332F857A}" dt="2021-10-14T07:53:36.679" v="25" actId="47"/>
        <pc:sldMkLst>
          <pc:docMk/>
          <pc:sldMk cId="3877391543" sldId="282"/>
        </pc:sldMkLst>
      </pc:sldChg>
      <pc:sldChg chg="del">
        <pc:chgData name="KACHOUR Maher" userId="09775c39-7739-40bf-ba04-c8ef3ab24a94" providerId="ADAL" clId="{CB924EF7-D3B1-43BE-9DD6-B5F3332F857A}" dt="2021-10-14T07:53:42.999" v="27" actId="47"/>
        <pc:sldMkLst>
          <pc:docMk/>
          <pc:sldMk cId="1553076817" sldId="284"/>
        </pc:sldMkLst>
      </pc:sldChg>
      <pc:sldChg chg="del">
        <pc:chgData name="KACHOUR Maher" userId="09775c39-7739-40bf-ba04-c8ef3ab24a94" providerId="ADAL" clId="{CB924EF7-D3B1-43BE-9DD6-B5F3332F857A}" dt="2021-10-14T07:54:10.131" v="36" actId="47"/>
        <pc:sldMkLst>
          <pc:docMk/>
          <pc:sldMk cId="3499559631" sldId="285"/>
        </pc:sldMkLst>
      </pc:sldChg>
      <pc:sldChg chg="del">
        <pc:chgData name="KACHOUR Maher" userId="09775c39-7739-40bf-ba04-c8ef3ab24a94" providerId="ADAL" clId="{CB924EF7-D3B1-43BE-9DD6-B5F3332F857A}" dt="2021-10-14T07:55:21.339" v="52" actId="47"/>
        <pc:sldMkLst>
          <pc:docMk/>
          <pc:sldMk cId="2522782610" sldId="288"/>
        </pc:sldMkLst>
      </pc:sldChg>
      <pc:sldChg chg="del">
        <pc:chgData name="KACHOUR Maher" userId="09775c39-7739-40bf-ba04-c8ef3ab24a94" providerId="ADAL" clId="{CB924EF7-D3B1-43BE-9DD6-B5F3332F857A}" dt="2021-10-14T07:55:33.419" v="56" actId="47"/>
        <pc:sldMkLst>
          <pc:docMk/>
          <pc:sldMk cId="2334048686" sldId="289"/>
        </pc:sldMkLst>
      </pc:sldChg>
      <pc:sldChg chg="addSp delSp modSp new mod">
        <pc:chgData name="KACHOUR Maher" userId="09775c39-7739-40bf-ba04-c8ef3ab24a94" providerId="ADAL" clId="{CB924EF7-D3B1-43BE-9DD6-B5F3332F857A}" dt="2021-10-14T07:52:28.082" v="7" actId="208"/>
        <pc:sldMkLst>
          <pc:docMk/>
          <pc:sldMk cId="3217821410" sldId="290"/>
        </pc:sldMkLst>
        <pc:spChg chg="mod">
          <ac:chgData name="KACHOUR Maher" userId="09775c39-7739-40bf-ba04-c8ef3ab24a94" providerId="ADAL" clId="{CB924EF7-D3B1-43BE-9DD6-B5F3332F857A}" dt="2021-10-14T07:52:00.799" v="4" actId="20577"/>
          <ac:spMkLst>
            <pc:docMk/>
            <pc:sldMk cId="3217821410" sldId="290"/>
            <ac:spMk id="2" creationId="{A37C3198-A7DA-4B1C-8EFA-04ADB4C99BC0}"/>
          </ac:spMkLst>
        </pc:spChg>
        <pc:spChg chg="del">
          <ac:chgData name="KACHOUR Maher" userId="09775c39-7739-40bf-ba04-c8ef3ab24a94" providerId="ADAL" clId="{CB924EF7-D3B1-43BE-9DD6-B5F3332F857A}" dt="2021-10-14T07:52:06.682" v="5" actId="478"/>
          <ac:spMkLst>
            <pc:docMk/>
            <pc:sldMk cId="3217821410" sldId="290"/>
            <ac:spMk id="3" creationId="{0B1AAB12-7293-47CB-9502-8F8AFE690975}"/>
          </ac:spMkLst>
        </pc:spChg>
        <pc:spChg chg="add mod">
          <ac:chgData name="KACHOUR Maher" userId="09775c39-7739-40bf-ba04-c8ef3ab24a94" providerId="ADAL" clId="{CB924EF7-D3B1-43BE-9DD6-B5F3332F857A}" dt="2021-10-14T07:52:28.082" v="7" actId="208"/>
          <ac:spMkLst>
            <pc:docMk/>
            <pc:sldMk cId="3217821410" sldId="290"/>
            <ac:spMk id="4" creationId="{76B15519-A113-4701-9C3D-653734414477}"/>
          </ac:spMkLst>
        </pc:spChg>
      </pc:sldChg>
      <pc:sldChg chg="add ord">
        <pc:chgData name="KACHOUR Maher" userId="09775c39-7739-40bf-ba04-c8ef3ab24a94" providerId="ADAL" clId="{CB924EF7-D3B1-43BE-9DD6-B5F3332F857A}" dt="2021-10-14T07:52:38.266" v="10"/>
        <pc:sldMkLst>
          <pc:docMk/>
          <pc:sldMk cId="3702166110" sldId="291"/>
        </pc:sldMkLst>
      </pc:sldChg>
      <pc:sldChg chg="add ord">
        <pc:chgData name="KACHOUR Maher" userId="09775c39-7739-40bf-ba04-c8ef3ab24a94" providerId="ADAL" clId="{CB924EF7-D3B1-43BE-9DD6-B5F3332F857A}" dt="2021-10-14T07:53:03.796" v="14"/>
        <pc:sldMkLst>
          <pc:docMk/>
          <pc:sldMk cId="3750733516" sldId="292"/>
        </pc:sldMkLst>
      </pc:sldChg>
      <pc:sldChg chg="add ord">
        <pc:chgData name="KACHOUR Maher" userId="09775c39-7739-40bf-ba04-c8ef3ab24a94" providerId="ADAL" clId="{CB924EF7-D3B1-43BE-9DD6-B5F3332F857A}" dt="2021-10-14T07:53:13.069" v="18"/>
        <pc:sldMkLst>
          <pc:docMk/>
          <pc:sldMk cId="7104055" sldId="293"/>
        </pc:sldMkLst>
      </pc:sldChg>
      <pc:sldChg chg="add ord">
        <pc:chgData name="KACHOUR Maher" userId="09775c39-7739-40bf-ba04-c8ef3ab24a94" providerId="ADAL" clId="{CB924EF7-D3B1-43BE-9DD6-B5F3332F857A}" dt="2021-10-14T07:53:25.916" v="21"/>
        <pc:sldMkLst>
          <pc:docMk/>
          <pc:sldMk cId="2312124873" sldId="294"/>
        </pc:sldMkLst>
      </pc:sldChg>
      <pc:sldChg chg="add ord">
        <pc:chgData name="KACHOUR Maher" userId="09775c39-7739-40bf-ba04-c8ef3ab24a94" providerId="ADAL" clId="{CB924EF7-D3B1-43BE-9DD6-B5F3332F857A}" dt="2021-10-14T07:53:32.567" v="24"/>
        <pc:sldMkLst>
          <pc:docMk/>
          <pc:sldMk cId="2293044713" sldId="295"/>
        </pc:sldMkLst>
      </pc:sldChg>
      <pc:sldChg chg="add ord">
        <pc:chgData name="KACHOUR Maher" userId="09775c39-7739-40bf-ba04-c8ef3ab24a94" providerId="ADAL" clId="{CB924EF7-D3B1-43BE-9DD6-B5F3332F857A}" dt="2021-10-14T07:53:57.709" v="32"/>
        <pc:sldMkLst>
          <pc:docMk/>
          <pc:sldMk cId="726246081" sldId="296"/>
        </pc:sldMkLst>
      </pc:sldChg>
      <pc:sldChg chg="add ord">
        <pc:chgData name="KACHOUR Maher" userId="09775c39-7739-40bf-ba04-c8ef3ab24a94" providerId="ADAL" clId="{CB924EF7-D3B1-43BE-9DD6-B5F3332F857A}" dt="2021-10-14T07:54:05.480" v="35"/>
        <pc:sldMkLst>
          <pc:docMk/>
          <pc:sldMk cId="3176704708" sldId="297"/>
        </pc:sldMkLst>
      </pc:sldChg>
      <pc:sldChg chg="add del">
        <pc:chgData name="KACHOUR Maher" userId="09775c39-7739-40bf-ba04-c8ef3ab24a94" providerId="ADAL" clId="{CB924EF7-D3B1-43BE-9DD6-B5F3332F857A}" dt="2021-10-14T07:54:18.723" v="38" actId="2890"/>
        <pc:sldMkLst>
          <pc:docMk/>
          <pc:sldMk cId="2880695396" sldId="298"/>
        </pc:sldMkLst>
      </pc:sldChg>
      <pc:sldChg chg="add ord">
        <pc:chgData name="KACHOUR Maher" userId="09775c39-7739-40bf-ba04-c8ef3ab24a94" providerId="ADAL" clId="{CB924EF7-D3B1-43BE-9DD6-B5F3332F857A}" dt="2021-10-14T07:54:27.689" v="41"/>
        <pc:sldMkLst>
          <pc:docMk/>
          <pc:sldMk cId="3215142804" sldId="298"/>
        </pc:sldMkLst>
      </pc:sldChg>
      <pc:sldChg chg="add ord">
        <pc:chgData name="KACHOUR Maher" userId="09775c39-7739-40bf-ba04-c8ef3ab24a94" providerId="ADAL" clId="{CB924EF7-D3B1-43BE-9DD6-B5F3332F857A}" dt="2021-10-14T07:54:38.128" v="44"/>
        <pc:sldMkLst>
          <pc:docMk/>
          <pc:sldMk cId="2337749244" sldId="299"/>
        </pc:sldMkLst>
      </pc:sldChg>
      <pc:sldChg chg="add ord">
        <pc:chgData name="KACHOUR Maher" userId="09775c39-7739-40bf-ba04-c8ef3ab24a94" providerId="ADAL" clId="{CB924EF7-D3B1-43BE-9DD6-B5F3332F857A}" dt="2021-10-14T07:55:10.835" v="48"/>
        <pc:sldMkLst>
          <pc:docMk/>
          <pc:sldMk cId="624425180" sldId="300"/>
        </pc:sldMkLst>
      </pc:sldChg>
      <pc:sldChg chg="add ord">
        <pc:chgData name="KACHOUR Maher" userId="09775c39-7739-40bf-ba04-c8ef3ab24a94" providerId="ADAL" clId="{CB924EF7-D3B1-43BE-9DD6-B5F3332F857A}" dt="2021-10-14T07:55:19.848" v="51"/>
        <pc:sldMkLst>
          <pc:docMk/>
          <pc:sldMk cId="1725238209" sldId="301"/>
        </pc:sldMkLst>
      </pc:sldChg>
      <pc:sldChg chg="add ord">
        <pc:chgData name="KACHOUR Maher" userId="09775c39-7739-40bf-ba04-c8ef3ab24a94" providerId="ADAL" clId="{CB924EF7-D3B1-43BE-9DD6-B5F3332F857A}" dt="2021-10-14T07:55:31.557" v="55"/>
        <pc:sldMkLst>
          <pc:docMk/>
          <pc:sldMk cId="875781349" sldId="302"/>
        </pc:sldMkLst>
      </pc:sldChg>
      <pc:sldChg chg="add ord">
        <pc:chgData name="KACHOUR Maher" userId="09775c39-7739-40bf-ba04-c8ef3ab24a94" providerId="ADAL" clId="{CB924EF7-D3B1-43BE-9DD6-B5F3332F857A}" dt="2021-10-14T07:55:43.297" v="59"/>
        <pc:sldMkLst>
          <pc:docMk/>
          <pc:sldMk cId="63679619" sldId="30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sp>
        <p:nvSpPr>
          <p:cNvPr id="4" name="Ellipse 3"/>
          <p:cNvSpPr/>
          <p:nvPr/>
        </p:nvSpPr>
        <p:spPr>
          <a:xfrm>
            <a:off x="71500" y="2384884"/>
            <a:ext cx="4500500" cy="28083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Multiplication 5"/>
          <p:cNvSpPr/>
          <p:nvPr/>
        </p:nvSpPr>
        <p:spPr>
          <a:xfrm>
            <a:off x="683568" y="3789040"/>
            <a:ext cx="288032" cy="36004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946286" y="3419708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Individu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(un élément de la population)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92D7B8-1778-4DD2-8B1B-9D360198069F}"/>
              </a:ext>
            </a:extLst>
          </p:cNvPr>
          <p:cNvSpPr txBox="1"/>
          <p:nvPr/>
        </p:nvSpPr>
        <p:spPr>
          <a:xfrm>
            <a:off x="2771800" y="5350291"/>
            <a:ext cx="3924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Population : </a:t>
            </a:r>
            <a:r>
              <a:rPr lang="fr-FR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 ensemble d’éléments partageant une ou plusieurs caractéristiques qui servent a les regrouper</a:t>
            </a:r>
          </a:p>
        </p:txBody>
      </p:sp>
      <p:sp>
        <p:nvSpPr>
          <p:cNvPr id="9" name="Phylactère : pensées 8">
            <a:extLst>
              <a:ext uri="{FF2B5EF4-FFF2-40B4-BE49-F238E27FC236}">
                <a16:creationId xmlns:a16="http://schemas.microsoft.com/office/drawing/2014/main" id="{D100CB1E-276F-4CC3-88B1-A178DD7EFE60}"/>
              </a:ext>
            </a:extLst>
          </p:cNvPr>
          <p:cNvSpPr/>
          <p:nvPr/>
        </p:nvSpPr>
        <p:spPr>
          <a:xfrm>
            <a:off x="6516216" y="609428"/>
            <a:ext cx="2325636" cy="2690589"/>
          </a:xfrm>
          <a:prstGeom prst="cloudCallout">
            <a:avLst>
              <a:gd name="adj1" fmla="val -83859"/>
              <a:gd name="adj2" fmla="val 1180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909E3C-80B1-4AA8-A0A8-655C8FAAEE96}"/>
              </a:ext>
            </a:extLst>
          </p:cNvPr>
          <p:cNvSpPr txBox="1"/>
          <p:nvPr/>
        </p:nvSpPr>
        <p:spPr>
          <a:xfrm>
            <a:off x="7020272" y="1446890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Cambria" panose="02040503050406030204" pitchFamily="18" charset="0"/>
                <a:ea typeface="Cambria" panose="02040503050406030204" pitchFamily="18" charset="0"/>
              </a:rPr>
              <a:t>Population est dite finie si nous pouvons déterminer le nombre exact de ses individus (sinon elle est dite infinie)</a:t>
            </a:r>
          </a:p>
        </p:txBody>
      </p:sp>
    </p:spTree>
    <p:extLst>
      <p:ext uri="{BB962C8B-B14F-4D97-AF65-F5344CB8AC3E}">
        <p14:creationId xmlns:p14="http://schemas.microsoft.com/office/powerpoint/2010/main" val="22173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82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07207-E792-4B44-ABA3-D9EBC150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0D0979-679D-4741-AA29-5B6E198A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Une population est finie si le nombre de ses individus est fini.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Une population est infinie si nous ne pouvons pas déterminer le nombre « exact » de ses individus.</a:t>
            </a:r>
          </a:p>
        </p:txBody>
      </p:sp>
    </p:spTree>
    <p:extLst>
      <p:ext uri="{BB962C8B-B14F-4D97-AF65-F5344CB8AC3E}">
        <p14:creationId xmlns:p14="http://schemas.microsoft.com/office/powerpoint/2010/main" val="37360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216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B5ECA-7C18-49ED-B766-9DBA250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F693F28-5001-45E2-A32B-66BDFA440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473896"/>
              </p:ext>
            </p:extLst>
          </p:nvPr>
        </p:nvGraphicFramePr>
        <p:xfrm>
          <a:off x="971600" y="2564904"/>
          <a:ext cx="6172200" cy="3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747229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503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629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Infinie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étudiants de l’ESSCA en première année pour la promotion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3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voitures qui passent à un carrefour entre 10h et 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3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772816"/>
            <a:ext cx="7571184" cy="37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0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073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FC903-6086-4DA7-BB90-89710A2E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2DB5E6-6035-4539-A1C7-11FB05D5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209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Trouver la nature des variables ci-dessous :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La couleur des cheveux des clients d’un salon de coiffure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niveau de satisfaction des clients d’un opérateur téléphonique 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nombre de personnes dans les foyers Parisiens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temps « exact » d’attente au téléphone des clients avant d’être pris en charge par le service technique d’un fournisseur internet </a:t>
            </a: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33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D3DBAA-B753-4584-85E3-3991CCF4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des données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univariées = Série statistique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Une s</a:t>
                </a:r>
                <a:r>
                  <a:rPr lang="fr-FR" sz="2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uite des observations d’une variable, relevées sur l’ensemble des individus d’une population ou sur une partie de cette dernière.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Effectif total = n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Nombre d’individus concernés par l’étude 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sont en général collectées </a:t>
                </a:r>
                <a:r>
                  <a:rPr lang="fr-FR" sz="2800" dirty="0">
                    <a:solidFill>
                      <a:srgbClr val="FF000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à l’état brut</a:t>
                </a: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(sans organisation particulière / comme une colonne dans un fichier Excel), c.à.d. sous la forme suivante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est la « réponse » du i -ème individu 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  <a:blipFill>
                <a:blip r:embed="rId2"/>
                <a:stretch>
                  <a:fillRect l="-1704" t="-2830" r="-889" b="-3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8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212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04328-F07C-4D4D-93F6-3C009476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par tableau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F0DFE-7483-4FDC-861F-B53F4A16F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56" y="1417638"/>
            <a:ext cx="90113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 modalité est une catégorie des réponses obtenues / observées</a:t>
            </a:r>
          </a:p>
          <a:p>
            <a:pPr marL="0" indent="0">
              <a:buNone/>
            </a:pP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7E09EBE6-4EC8-4FA7-ABB9-41EDDDE81B3D}"/>
              </a:ext>
            </a:extLst>
          </p:cNvPr>
          <p:cNvSpPr/>
          <p:nvPr/>
        </p:nvSpPr>
        <p:spPr>
          <a:xfrm rot="5400000">
            <a:off x="397764" y="2120284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EE741EE-5EF6-4D30-834A-ACB6DF131A1E}"/>
              </a:ext>
            </a:extLst>
          </p:cNvPr>
          <p:cNvSpPr txBox="1"/>
          <p:nvPr/>
        </p:nvSpPr>
        <p:spPr>
          <a:xfrm>
            <a:off x="1979712" y="263691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Il existe k modalités, où k est un entier compris entre 1 et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effectif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fréquence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algn="ctr"/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1496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9836" r="-101195" b="-5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9836" r="-1600" b="-5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09836" r="-202000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836" r="-101195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09836" r="-1600" b="-4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209836" r="-202000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9836" r="-101195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209836" r="-1600" b="-3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78302" r="-202000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78302" r="-101195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78302" r="-1600" b="-12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483607" r="-202000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83607" r="-101195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483607" r="-1600" b="-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Bulle narrative : ronde 7">
            <a:extLst>
              <a:ext uri="{FF2B5EF4-FFF2-40B4-BE49-F238E27FC236}">
                <a16:creationId xmlns:a16="http://schemas.microsoft.com/office/drawing/2014/main" id="{4A32A5C4-3E96-437A-8C28-F86C7EBBA6F7}"/>
              </a:ext>
            </a:extLst>
          </p:cNvPr>
          <p:cNvSpPr/>
          <p:nvPr/>
        </p:nvSpPr>
        <p:spPr>
          <a:xfrm>
            <a:off x="146795" y="3230414"/>
            <a:ext cx="1944216" cy="1800200"/>
          </a:xfrm>
          <a:prstGeom prst="wedgeEllipseCallout">
            <a:avLst>
              <a:gd name="adj1" fmla="val 69610"/>
              <a:gd name="adj2" fmla="val 3443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A869A5-5BE9-4EC4-B953-700EEA893227}"/>
              </a:ext>
            </a:extLst>
          </p:cNvPr>
          <p:cNvSpPr txBox="1"/>
          <p:nvPr/>
        </p:nvSpPr>
        <p:spPr>
          <a:xfrm>
            <a:off x="426368" y="3516350"/>
            <a:ext cx="183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Les modalités sont rangées par ordre croissant. Sauf pour les variables qualitatives nominale (pas d’ordre pour les modalités)</a:t>
            </a:r>
          </a:p>
        </p:txBody>
      </p:sp>
    </p:spTree>
    <p:extLst>
      <p:ext uri="{BB962C8B-B14F-4D97-AF65-F5344CB8AC3E}">
        <p14:creationId xmlns:p14="http://schemas.microsoft.com/office/powerpoint/2010/main" val="247068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304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75A00-E69E-4E70-B7E8-9973627A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1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nominale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5B3DB40-046E-4CB5-868D-84C74BB9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916832"/>
            <a:ext cx="4864350" cy="1231963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A068D9-0846-4A43-8EBE-D8238B454DFC}"/>
              </a:ext>
            </a:extLst>
          </p:cNvPr>
          <p:cNvSpPr/>
          <p:nvPr/>
        </p:nvSpPr>
        <p:spPr>
          <a:xfrm rot="5400000">
            <a:off x="1488228" y="3208231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82BB1473-A179-45C8-8C76-E22F2D9EB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11083"/>
              </p:ext>
            </p:extLst>
          </p:nvPr>
        </p:nvGraphicFramePr>
        <p:xfrm>
          <a:off x="2771800" y="3683682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482444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34769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4576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8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5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7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4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25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0F69E-1B6C-4050-948E-8CEC781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2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ordinale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18E147-487D-4BEF-B059-2809458D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844824"/>
            <a:ext cx="4864350" cy="1187511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E565A958-CF74-44E4-B2FA-92CAC6A38BC0}"/>
              </a:ext>
            </a:extLst>
          </p:cNvPr>
          <p:cNvSpPr/>
          <p:nvPr/>
        </p:nvSpPr>
        <p:spPr>
          <a:xfrm rot="5400000">
            <a:off x="2051720" y="3212976"/>
            <a:ext cx="720080" cy="72008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DD59BCD1-600D-455D-92C1-F74272BE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82839"/>
              </p:ext>
            </p:extLst>
          </p:nvPr>
        </p:nvGraphicFramePr>
        <p:xfrm>
          <a:off x="2620169" y="422108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66755416"/>
                    </a:ext>
                  </a:extLst>
                </a:gridCol>
                <a:gridCol w="2888208">
                  <a:extLst>
                    <a:ext uri="{9D8B030D-6E8A-4147-A177-3AD203B41FA5}">
                      <a16:colId xmlns:a16="http://schemas.microsoft.com/office/drawing/2014/main" val="806919140"/>
                    </a:ext>
                  </a:extLst>
                </a:gridCol>
                <a:gridCol w="1175792">
                  <a:extLst>
                    <a:ext uri="{9D8B030D-6E8A-4147-A177-3AD203B41FA5}">
                      <a16:colId xmlns:a16="http://schemas.microsoft.com/office/drawing/2014/main" val="350508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Niveau d’étude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26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9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77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0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A1CC-FF4D-4125-B55A-D2611E43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3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quantitative discrète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D85B340-B372-4E08-A764-053EA04D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4940554" cy="1054154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C0871B0-BC54-4128-89F9-A073791B37F1}"/>
              </a:ext>
            </a:extLst>
          </p:cNvPr>
          <p:cNvSpPr/>
          <p:nvPr/>
        </p:nvSpPr>
        <p:spPr>
          <a:xfrm rot="5400000">
            <a:off x="1776260" y="3063240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18A4017D-1283-4464-A69B-BDA8224AA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04990"/>
              </p:ext>
            </p:extLst>
          </p:nvPr>
        </p:nvGraphicFramePr>
        <p:xfrm>
          <a:off x="2771800" y="364502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3782785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6508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10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08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0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26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3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1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743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FB6D-162E-4E5B-96E7-1CC13F7E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synthèse par tableau des données (observées à l’état brut) d’une variable continue révèle le nombre des modalités est presque égal à l’effectif total, i.e.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fr-FR" sz="2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r="-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52FF2DB2-ECDD-49FE-A4A3-3A99717B980B}"/>
              </a:ext>
            </a:extLst>
          </p:cNvPr>
          <p:cNvSpPr/>
          <p:nvPr/>
        </p:nvSpPr>
        <p:spPr>
          <a:xfrm rot="5400000">
            <a:off x="1200196" y="2912372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45EFA2-546F-4CFF-913C-92C3DFB78ECD}"/>
              </a:ext>
            </a:extLst>
          </p:cNvPr>
          <p:cNvSpPr txBox="1"/>
          <p:nvPr/>
        </p:nvSpPr>
        <p:spPr>
          <a:xfrm>
            <a:off x="2411760" y="3325336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observations sont presque toutes distinctes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533A2D-B2BF-4211-BB9F-F40CF7D2D504}"/>
              </a:ext>
            </a:extLst>
          </p:cNvPr>
          <p:cNvSpPr txBox="1"/>
          <p:nvPr/>
        </p:nvSpPr>
        <p:spPr>
          <a:xfrm>
            <a:off x="755576" y="443711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A ce stade, la synthèse par tableau n’apporte aucune valeur ajoutée !!!</a:t>
            </a:r>
          </a:p>
        </p:txBody>
      </p:sp>
    </p:spTree>
    <p:extLst>
      <p:ext uri="{BB962C8B-B14F-4D97-AF65-F5344CB8AC3E}">
        <p14:creationId xmlns:p14="http://schemas.microsoft.com/office/powerpoint/2010/main" val="2423292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246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91FFE-793D-4505-BFC7-DBA45AF8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79462-E8AB-4BF2-B003-1ACB5DA9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</a:p>
          <a:p>
            <a:pPr marL="0" indent="0" algn="ctr">
              <a:buNone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/ Regroupement des données dans des classes / intervalles</a:t>
            </a:r>
          </a:p>
          <a:p>
            <a:pPr marL="0" indent="0" algn="ctr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via des méthodes / outils  mathématiques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basé sur des classes prédéfinies / imposées (par la problématique traitée et/ou par des informations préalables concernant cette problématique)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57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670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932B-997C-455F-AD24-DA43134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Exemple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sz="3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9CCB7-5563-48E2-A39B-48FE32078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6336704" cy="1440160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7A2773-7692-48EF-9748-0D64B499D964}"/>
              </a:ext>
            </a:extLst>
          </p:cNvPr>
          <p:cNvSpPr/>
          <p:nvPr/>
        </p:nvSpPr>
        <p:spPr>
          <a:xfrm rot="5400000">
            <a:off x="900160" y="2915182"/>
            <a:ext cx="648072" cy="648073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E65314-720B-478D-A858-5D356B100020}"/>
              </a:ext>
            </a:extLst>
          </p:cNvPr>
          <p:cNvSpPr txBox="1"/>
          <p:nvPr/>
        </p:nvSpPr>
        <p:spPr>
          <a:xfrm>
            <a:off x="667591" y="3572780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Nous avons décidé de synthétiser les données en fonction des modalités ci-dessous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B937C7-8932-4283-B68D-80D408B2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16789"/>
            <a:ext cx="1873346" cy="1790792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00598FB-A56E-4973-8723-4EF8ECE9C57F}"/>
              </a:ext>
            </a:extLst>
          </p:cNvPr>
          <p:cNvSpPr/>
          <p:nvPr/>
        </p:nvSpPr>
        <p:spPr>
          <a:xfrm>
            <a:off x="3882009" y="4653136"/>
            <a:ext cx="576064" cy="36004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5EE55846-AAA9-4E45-9614-9EB6BAB80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50516"/>
              </p:ext>
            </p:extLst>
          </p:nvPr>
        </p:nvGraphicFramePr>
        <p:xfrm>
          <a:off x="4801852" y="3215176"/>
          <a:ext cx="3984104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052">
                  <a:extLst>
                    <a:ext uri="{9D8B030D-6E8A-4147-A177-3AD203B41FA5}">
                      <a16:colId xmlns:a16="http://schemas.microsoft.com/office/drawing/2014/main" val="2078406471"/>
                    </a:ext>
                  </a:extLst>
                </a:gridCol>
                <a:gridCol w="1992052">
                  <a:extLst>
                    <a:ext uri="{9D8B030D-6E8A-4147-A177-3AD203B41FA5}">
                      <a16:colId xmlns:a16="http://schemas.microsoft.com/office/drawing/2014/main" val="70579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1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1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846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02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3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4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900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EAA5E-6BF7-4EBE-B95A-25E1F8FF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1143000"/>
          </a:xfrm>
        </p:spPr>
        <p:txBody>
          <a:bodyPr>
            <a:no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Variable continue </a:t>
            </a:r>
            <a:b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Les données « discrétisées » (en amont)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174FDC9-F582-4B12-BFFA-D19E6C7BA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8800"/>
            <a:ext cx="8229600" cy="4320480"/>
          </a:xfrm>
        </p:spPr>
      </p:pic>
    </p:spTree>
    <p:extLst>
      <p:ext uri="{BB962C8B-B14F-4D97-AF65-F5344CB8AC3E}">
        <p14:creationId xmlns:p14="http://schemas.microsoft.com/office/powerpoint/2010/main" val="4072213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5142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23CAB-B80F-4B96-A356-44164A8C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Opérations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73F49D-18D4-4DB5-9A83-BBF95E70A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641374"/>
            <a:ext cx="7560840" cy="4451921"/>
          </a:xfrm>
        </p:spPr>
      </p:pic>
    </p:spTree>
    <p:extLst>
      <p:ext uri="{BB962C8B-B14F-4D97-AF65-F5344CB8AC3E}">
        <p14:creationId xmlns:p14="http://schemas.microsoft.com/office/powerpoint/2010/main" val="1707031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7749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2E367726-A5C2-4232-A108-2C6E22FB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2306736"/>
            <a:ext cx="4032448" cy="19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77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425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E2DFA4A5-75A4-4AA4-BC6C-EEE92DB0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60" y="2440142"/>
            <a:ext cx="3456384" cy="228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5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5238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12A2A923-D030-41E6-A86C-8F26411D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574438"/>
            <a:ext cx="4250005" cy="20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82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781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4D736-25C8-4448-9B9B-5AB89E9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Remarque</a:t>
            </a:r>
            <a:r>
              <a:rPr lang="fr-F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Pour les variables qualitatives nominales, le calcul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n’a pas de sens …</a:t>
                </a:r>
              </a:p>
              <a:p>
                <a:pPr marL="0" indent="0">
                  <a:buNone/>
                </a:pP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fr-FR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(même si c’est faisable d’un point de vue purement calculatoire)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98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679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Props1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644</Words>
  <Application>Microsoft Office PowerPoint</Application>
  <PresentationFormat>Affichage à l'écran (4:3)</PresentationFormat>
  <Paragraphs>122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Terminologie </vt:lpstr>
      <vt:lpstr>Note</vt:lpstr>
      <vt:lpstr>Terminologie</vt:lpstr>
      <vt:lpstr>Note</vt:lpstr>
      <vt:lpstr>Terminologie</vt:lpstr>
      <vt:lpstr>Terminologie </vt:lpstr>
      <vt:lpstr>Note</vt:lpstr>
      <vt:lpstr>Exemples</vt:lpstr>
      <vt:lpstr>Note</vt:lpstr>
      <vt:lpstr>Représentation des données </vt:lpstr>
      <vt:lpstr>Note</vt:lpstr>
      <vt:lpstr>Synthèse par tableau </vt:lpstr>
      <vt:lpstr>Note</vt:lpstr>
      <vt:lpstr>Exemple 1  Variable qualitative nominale</vt:lpstr>
      <vt:lpstr>Exemple 2 Variable qualitative ordinale</vt:lpstr>
      <vt:lpstr>Exemple 3 Variable quantitative discrète</vt:lpstr>
      <vt:lpstr>Synthèse des données d’une variable continue</vt:lpstr>
      <vt:lpstr>Note</vt:lpstr>
      <vt:lpstr>Synthèse des données d’une variable continue</vt:lpstr>
      <vt:lpstr>Note</vt:lpstr>
      <vt:lpstr>Exemple  Synthèse des données d’une variable continue</vt:lpstr>
      <vt:lpstr>Variable continue  Les données « discrétisées » (en amont) </vt:lpstr>
      <vt:lpstr>Note</vt:lpstr>
      <vt:lpstr>Opérations </vt:lpstr>
      <vt:lpstr>Note</vt:lpstr>
      <vt:lpstr>Application – Retour aux exemples</vt:lpstr>
      <vt:lpstr>Note</vt:lpstr>
      <vt:lpstr>Application – Retour aux exemples</vt:lpstr>
      <vt:lpstr>Note</vt:lpstr>
      <vt:lpstr>Application – Retour aux exemples</vt:lpstr>
      <vt:lpstr>Note</vt:lpstr>
      <vt:lpstr>Remarque 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5</cp:revision>
  <dcterms:created xsi:type="dcterms:W3CDTF">2021-02-02T16:40:54Z</dcterms:created>
  <dcterms:modified xsi:type="dcterms:W3CDTF">2021-10-14T07:55:49Z</dcterms:modified>
</cp:coreProperties>
</file>