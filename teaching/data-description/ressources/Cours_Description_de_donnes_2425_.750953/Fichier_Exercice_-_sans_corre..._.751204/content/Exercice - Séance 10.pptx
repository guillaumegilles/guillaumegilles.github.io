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4827C2-0D3A-4620-8831-74F2ACC3F6ED}" v="1" dt="2021-10-15T14:46:04.676"/>
    <p1510:client id="{4ABD2275-C5F7-41A4-8E89-05497293A01B}" v="298" dt="2021-10-15T12:54:04.799"/>
    <p1510:client id="{6BC31A12-6872-407D-B196-620DB8D11C41}" v="2" dt="2021-10-15T14:33:26.918"/>
    <p1510:client id="{98B62C0F-C5CD-470F-A85D-6BE9EDA11397}" v="266" dt="2021-10-15T13:46:04.484"/>
    <p1510:client id="{9DB9D0F6-702B-4124-8092-98911D29BF5A}" v="261" dt="2021-10-15T11:29:48.807"/>
    <p1510:client id="{A485481B-7CFB-49EC-B580-AB3492269FCD}" v="352" dt="2021-10-14T16:19:40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024827C2-0D3A-4620-8831-74F2ACC3F6ED}"/>
    <pc:docChg chg="custSel addSld delSld modSld">
      <pc:chgData name="KACHOUR Maher" userId="09775c39-7739-40bf-ba04-c8ef3ab24a94" providerId="ADAL" clId="{024827C2-0D3A-4620-8831-74F2ACC3F6ED}" dt="2021-10-15T14:46:31.110" v="12" actId="2890"/>
      <pc:docMkLst>
        <pc:docMk/>
      </pc:docMkLst>
      <pc:sldChg chg="addSp delSp modSp new mod">
        <pc:chgData name="KACHOUR Maher" userId="09775c39-7739-40bf-ba04-c8ef3ab24a94" providerId="ADAL" clId="{024827C2-0D3A-4620-8831-74F2ACC3F6ED}" dt="2021-10-15T14:46:09.026" v="9" actId="13822"/>
        <pc:sldMkLst>
          <pc:docMk/>
          <pc:sldMk cId="585809450" sldId="258"/>
        </pc:sldMkLst>
        <pc:spChg chg="mod">
          <ac:chgData name="KACHOUR Maher" userId="09775c39-7739-40bf-ba04-c8ef3ab24a94" providerId="ADAL" clId="{024827C2-0D3A-4620-8831-74F2ACC3F6ED}" dt="2021-10-15T14:45:52.679" v="5" actId="20577"/>
          <ac:spMkLst>
            <pc:docMk/>
            <pc:sldMk cId="585809450" sldId="258"/>
            <ac:spMk id="2" creationId="{163B697D-695C-4F95-9833-4BC70A292405}"/>
          </ac:spMkLst>
        </pc:spChg>
        <pc:spChg chg="del">
          <ac:chgData name="KACHOUR Maher" userId="09775c39-7739-40bf-ba04-c8ef3ab24a94" providerId="ADAL" clId="{024827C2-0D3A-4620-8831-74F2ACC3F6ED}" dt="2021-10-15T14:45:56.734" v="6" actId="478"/>
          <ac:spMkLst>
            <pc:docMk/>
            <pc:sldMk cId="585809450" sldId="258"/>
            <ac:spMk id="3" creationId="{F50E15B6-4F6B-4001-BF7F-87478CCE5735}"/>
          </ac:spMkLst>
        </pc:spChg>
        <pc:spChg chg="add mod">
          <ac:chgData name="KACHOUR Maher" userId="09775c39-7739-40bf-ba04-c8ef3ab24a94" providerId="ADAL" clId="{024827C2-0D3A-4620-8831-74F2ACC3F6ED}" dt="2021-10-15T14:46:09.026" v="9" actId="13822"/>
          <ac:spMkLst>
            <pc:docMk/>
            <pc:sldMk cId="585809450" sldId="258"/>
            <ac:spMk id="4" creationId="{22F9FAA4-4686-4B0F-8DB1-EEA145073CDC}"/>
          </ac:spMkLst>
        </pc:spChg>
      </pc:sldChg>
      <pc:sldChg chg="del">
        <pc:chgData name="KACHOUR Maher" userId="09775c39-7739-40bf-ba04-c8ef3ab24a94" providerId="ADAL" clId="{024827C2-0D3A-4620-8831-74F2ACC3F6ED}" dt="2021-10-15T14:45:45.816" v="0" actId="47"/>
        <pc:sldMkLst>
          <pc:docMk/>
          <pc:sldMk cId="1632906986" sldId="258"/>
        </pc:sldMkLst>
      </pc:sldChg>
      <pc:sldChg chg="add">
        <pc:chgData name="KACHOUR Maher" userId="09775c39-7739-40bf-ba04-c8ef3ab24a94" providerId="ADAL" clId="{024827C2-0D3A-4620-8831-74F2ACC3F6ED}" dt="2021-10-15T14:46:12.683" v="10" actId="2890"/>
        <pc:sldMkLst>
          <pc:docMk/>
          <pc:sldMk cId="1161441278" sldId="259"/>
        </pc:sldMkLst>
      </pc:sldChg>
      <pc:sldChg chg="add">
        <pc:chgData name="KACHOUR Maher" userId="09775c39-7739-40bf-ba04-c8ef3ab24a94" providerId="ADAL" clId="{024827C2-0D3A-4620-8831-74F2ACC3F6ED}" dt="2021-10-15T14:46:15.365" v="11" actId="2890"/>
        <pc:sldMkLst>
          <pc:docMk/>
          <pc:sldMk cId="3219436379" sldId="260"/>
        </pc:sldMkLst>
      </pc:sldChg>
      <pc:sldChg chg="add">
        <pc:chgData name="KACHOUR Maher" userId="09775c39-7739-40bf-ba04-c8ef3ab24a94" providerId="ADAL" clId="{024827C2-0D3A-4620-8831-74F2ACC3F6ED}" dt="2021-10-15T14:46:31.110" v="12" actId="2890"/>
        <pc:sldMkLst>
          <pc:docMk/>
          <pc:sldMk cId="3036413223" sldId="261"/>
        </pc:sldMkLst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8:18.072" v="334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48:18.072" v="334" actId="20577"/>
        <pc:sldMkLst>
          <pc:docMk/>
          <pc:sldMk cId="0" sldId="257"/>
        </pc:sldMkLst>
        <pc:spChg chg="mod">
          <ac:chgData name="KACHOUR Maher" userId="09775c39-7739-40bf-ba04-c8ef3ab24a94" providerId="ADAL" clId="{98B62C0F-C5CD-470F-A85D-6BE9EDA11397}" dt="2021-10-15T13:48:18.072" v="33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6BC31A12-6872-407D-B196-620DB8D11C41}"/>
    <pc:docChg chg="custSel delSld modSld">
      <pc:chgData name="KACHOUR Maher" userId="09775c39-7739-40bf-ba04-c8ef3ab24a94" providerId="ADAL" clId="{6BC31A12-6872-407D-B196-620DB8D11C41}" dt="2021-10-15T14:44:34.583" v="33" actId="20577"/>
      <pc:docMkLst>
        <pc:docMk/>
      </pc:docMkLst>
      <pc:sldChg chg="addSp delSp modSp mod">
        <pc:chgData name="KACHOUR Maher" userId="09775c39-7739-40bf-ba04-c8ef3ab24a94" providerId="ADAL" clId="{6BC31A12-6872-407D-B196-620DB8D11C41}" dt="2021-10-15T14:44:34.583" v="33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BC31A12-6872-407D-B196-620DB8D11C41}" dt="2021-10-15T14:44:34.583" v="33" actId="20577"/>
          <ac:spMkLst>
            <pc:docMk/>
            <pc:sldMk cId="3884457258" sldId="256"/>
            <ac:spMk id="4" creationId="{DF25F7F9-D26E-4B65-8387-484298AE7CF4}"/>
          </ac:spMkLst>
        </pc:spChg>
        <pc:graphicFrameChg chg="del">
          <ac:chgData name="KACHOUR Maher" userId="09775c39-7739-40bf-ba04-c8ef3ab24a94" providerId="ADAL" clId="{6BC31A12-6872-407D-B196-620DB8D11C41}" dt="2021-10-15T14:32:18.067" v="7" actId="478"/>
          <ac:graphicFrameMkLst>
            <pc:docMk/>
            <pc:sldMk cId="3884457258" sldId="256"/>
            <ac:graphicFrameMk id="5" creationId="{8D618231-F795-4672-A643-43223F39DFB3}"/>
          </ac:graphicFrameMkLst>
        </pc:graphicFrameChg>
        <pc:picChg chg="add mod">
          <ac:chgData name="KACHOUR Maher" userId="09775c39-7739-40bf-ba04-c8ef3ab24a94" providerId="ADAL" clId="{6BC31A12-6872-407D-B196-620DB8D11C41}" dt="2021-10-15T14:32:31.636" v="12" actId="1076"/>
          <ac:picMkLst>
            <pc:docMk/>
            <pc:sldMk cId="3884457258" sldId="256"/>
            <ac:picMk id="6" creationId="{F522A9A2-6AFD-4695-93C8-765E6CDE86C3}"/>
          </ac:picMkLst>
        </pc:picChg>
      </pc:sldChg>
      <pc:sldChg chg="modSp mod">
        <pc:chgData name="KACHOUR Maher" userId="09775c39-7739-40bf-ba04-c8ef3ab24a94" providerId="ADAL" clId="{6BC31A12-6872-407D-B196-620DB8D11C41}" dt="2021-10-15T14:28:53.903" v="2" actId="20577"/>
        <pc:sldMkLst>
          <pc:docMk/>
          <pc:sldMk cId="0" sldId="257"/>
        </pc:sldMkLst>
        <pc:spChg chg="mod">
          <ac:chgData name="KACHOUR Maher" userId="09775c39-7739-40bf-ba04-c8ef3ab24a94" providerId="ADAL" clId="{6BC31A12-6872-407D-B196-620DB8D11C41}" dt="2021-10-15T14:28:53.903" v="2" actId="20577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KACHOUR Maher" userId="09775c39-7739-40bf-ba04-c8ef3ab24a94" providerId="ADAL" clId="{6BC31A12-6872-407D-B196-620DB8D11C41}" dt="2021-10-15T14:34:10.557" v="32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BC31A12-6872-407D-B196-620DB8D11C41}" dt="2021-10-15T14:34:10.557" v="32" actId="20577"/>
          <ac:spMkLst>
            <pc:docMk/>
            <pc:sldMk cId="1632906986" sldId="258"/>
            <ac:spMk id="3" creationId="{CC9FE004-1C6E-4667-8710-CA96506DE21E}"/>
          </ac:spMkLst>
        </pc:spChg>
        <pc:graphicFrameChg chg="del">
          <ac:chgData name="KACHOUR Maher" userId="09775c39-7739-40bf-ba04-c8ef3ab24a94" providerId="ADAL" clId="{6BC31A12-6872-407D-B196-620DB8D11C41}" dt="2021-10-15T14:33:00.913" v="22" actId="478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del">
        <pc:chgData name="KACHOUR Maher" userId="09775c39-7739-40bf-ba04-c8ef3ab24a94" providerId="ADAL" clId="{6BC31A12-6872-407D-B196-620DB8D11C41}" dt="2021-10-15T14:31:34.412" v="3" actId="47"/>
        <pc:sldMkLst>
          <pc:docMk/>
          <pc:sldMk cId="3342625250" sldId="259"/>
        </pc:sldMkLst>
      </pc:sldChg>
      <pc:sldChg chg="del">
        <pc:chgData name="KACHOUR Maher" userId="09775c39-7739-40bf-ba04-c8ef3ab24a94" providerId="ADAL" clId="{6BC31A12-6872-407D-B196-620DB8D11C41}" dt="2021-10-15T14:31:36.378" v="4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6BC31A12-6872-407D-B196-620DB8D11C41}" dt="2021-10-15T14:33:07.928" v="23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6BC31A12-6872-407D-B196-620DB8D11C41}" dt="2021-10-15T14:31:38.419" v="5" actId="47"/>
        <pc:sldMkLst>
          <pc:docMk/>
          <pc:sldMk cId="385761548" sldId="264"/>
        </pc:sldMkLst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10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Le département des ressources humaines d'une entreprise souhaite étudier le lien entre deux caractéristiques : </a:t>
            </a:r>
            <a:r>
              <a:rPr lang="fr-FR" sz="1800" dirty="0">
                <a:solidFill>
                  <a:srgbClr val="FF000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MMI10"/>
              </a:rPr>
              <a:t>x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CMMI10"/>
              </a:rPr>
              <a:t> 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l'âge des salariés et </a:t>
            </a:r>
            <a:r>
              <a:rPr lang="fr-FR" sz="1800" dirty="0">
                <a:solidFill>
                  <a:srgbClr val="FF000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MMI10"/>
              </a:rPr>
              <a:t>y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CMMI10"/>
              </a:rPr>
              <a:t> 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le degré du stress (score sur une échelle allant de 0 à 3). Les deux caractéristiques ont été étudiées sur 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CMR10"/>
              </a:rPr>
              <a:t>124 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salariés. Les résultats de l'enquête sont présentés dans le tableau suivant :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Calculer le coefficient de corrélation linéaire entre les données deux variables étudiées. Interpréter le résultat.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522A9A2-6AFD-4695-93C8-765E6CDE86C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356" y="2936874"/>
            <a:ext cx="4205287" cy="2153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3B697D-695C-4F95-9833-4BC70A29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2F9FAA4-4686-4B0F-8DB1-EEA145073CDC}"/>
              </a:ext>
            </a:extLst>
          </p:cNvPr>
          <p:cNvSpPr txBox="1"/>
          <p:nvPr/>
        </p:nvSpPr>
        <p:spPr>
          <a:xfrm>
            <a:off x="752475" y="1690688"/>
            <a:ext cx="10448925" cy="4549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5809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3B697D-695C-4F95-9833-4BC70A29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2F9FAA4-4686-4B0F-8DB1-EEA145073CDC}"/>
              </a:ext>
            </a:extLst>
          </p:cNvPr>
          <p:cNvSpPr txBox="1"/>
          <p:nvPr/>
        </p:nvSpPr>
        <p:spPr>
          <a:xfrm>
            <a:off x="752475" y="1690688"/>
            <a:ext cx="10448925" cy="4549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1441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3B697D-695C-4F95-9833-4BC70A29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2F9FAA4-4686-4B0F-8DB1-EEA145073CDC}"/>
              </a:ext>
            </a:extLst>
          </p:cNvPr>
          <p:cNvSpPr txBox="1"/>
          <p:nvPr/>
        </p:nvSpPr>
        <p:spPr>
          <a:xfrm>
            <a:off x="752475" y="1690688"/>
            <a:ext cx="10448925" cy="4549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9436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3B697D-695C-4F95-9833-4BC70A29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2F9FAA4-4686-4B0F-8DB1-EEA145073CDC}"/>
              </a:ext>
            </a:extLst>
          </p:cNvPr>
          <p:cNvSpPr txBox="1"/>
          <p:nvPr/>
        </p:nvSpPr>
        <p:spPr>
          <a:xfrm>
            <a:off x="752475" y="1690688"/>
            <a:ext cx="10448925" cy="4549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64132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87</Words>
  <Application>Microsoft Office PowerPoint</Application>
  <PresentationFormat>Grand écran</PresentationFormat>
  <Paragraphs>21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Georgia</vt:lpstr>
      <vt:lpstr>Thème Office</vt:lpstr>
      <vt:lpstr>Data Description </vt:lpstr>
      <vt:lpstr>Exercice 1</vt:lpstr>
      <vt:lpstr>Note</vt:lpstr>
      <vt:lpstr>Note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2021-10-15T14:46:36Z</dcterms:modified>
</cp:coreProperties>
</file>