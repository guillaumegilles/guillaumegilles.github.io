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5" r:id="rId4"/>
    <p:sldId id="266" r:id="rId5"/>
    <p:sldId id="259" r:id="rId6"/>
    <p:sldId id="267" r:id="rId7"/>
    <p:sldId id="268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0CBF8-D1D8-4922-A968-E90E226146FA}" v="16" dt="2021-10-14T14:36:49.848"/>
    <p1510:client id="{4ABD2275-C5F7-41A4-8E89-05497293A01B}" v="298" dt="2021-10-15T12:54:04.799"/>
    <p1510:client id="{527C3BF4-19C5-452F-8682-FCBE2E66792D}" v="1" dt="2021-10-15T13:54:44.689"/>
    <p1510:client id="{98B62C0F-C5CD-470F-A85D-6BE9EDA11397}" v="266" dt="2021-10-15T13:46:04.484"/>
    <p1510:client id="{9DB9D0F6-702B-4124-8092-98911D29BF5A}" v="261" dt="2021-10-15T11:29:48.807"/>
    <p1510:client id="{A485481B-7CFB-49EC-B580-AB3492269FCD}" v="352" dt="2021-10-14T16:19:40.4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98B62C0F-C5CD-470F-A85D-6BE9EDA11397}"/>
    <pc:docChg chg="modSld">
      <pc:chgData name="KACHOUR Maher" userId="09775c39-7739-40bf-ba04-c8ef3ab24a94" providerId="ADAL" clId="{98B62C0F-C5CD-470F-A85D-6BE9EDA11397}" dt="2021-10-15T13:48:18.072" v="334" actId="20577"/>
      <pc:docMkLst>
        <pc:docMk/>
      </pc:docMkLst>
      <pc:sldChg chg="modSp mod">
        <pc:chgData name="KACHOUR Maher" userId="09775c39-7739-40bf-ba04-c8ef3ab24a94" providerId="ADAL" clId="{98B62C0F-C5CD-470F-A85D-6BE9EDA11397}" dt="2021-10-15T13:33:57.990" v="26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8B62C0F-C5CD-470F-A85D-6BE9EDA11397}" dt="2021-10-15T13:33:57.990" v="26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98B62C0F-C5CD-470F-A85D-6BE9EDA11397}" dt="2021-10-15T13:48:18.072" v="334" actId="20577"/>
        <pc:sldMkLst>
          <pc:docMk/>
          <pc:sldMk cId="0" sldId="257"/>
        </pc:sldMkLst>
        <pc:spChg chg="mod">
          <ac:chgData name="KACHOUR Maher" userId="09775c39-7739-40bf-ba04-c8ef3ab24a94" providerId="ADAL" clId="{98B62C0F-C5CD-470F-A85D-6BE9EDA11397}" dt="2021-10-15T13:48:18.072" v="334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8B62C0F-C5CD-470F-A85D-6BE9EDA11397}" dt="2021-10-15T13:37:16.659" v="105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8B62C0F-C5CD-470F-A85D-6BE9EDA11397}" dt="2021-10-15T13:37:16.659" v="105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39:54.239" v="222"/>
        <pc:sldMkLst>
          <pc:docMk/>
          <pc:sldMk cId="3342625250" sldId="259"/>
        </pc:sldMkLst>
        <pc:spChg chg="mod">
          <ac:chgData name="KACHOUR Maher" userId="09775c39-7739-40bf-ba04-c8ef3ab24a94" providerId="ADAL" clId="{98B62C0F-C5CD-470F-A85D-6BE9EDA11397}" dt="2021-10-15T13:39:54.239" v="222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98B62C0F-C5CD-470F-A85D-6BE9EDA11397}" dt="2021-10-15T13:42:21.153" v="269" actId="255"/>
        <pc:sldMkLst>
          <pc:docMk/>
          <pc:sldMk cId="4200507792" sldId="262"/>
        </pc:sldMkLst>
        <pc:spChg chg="mod">
          <ac:chgData name="KACHOUR Maher" userId="09775c39-7739-40bf-ba04-c8ef3ab24a94" providerId="ADAL" clId="{98B62C0F-C5CD-470F-A85D-6BE9EDA11397}" dt="2021-10-15T13:42:21.153" v="269" actId="255"/>
          <ac:spMkLst>
            <pc:docMk/>
            <pc:sldMk cId="4200507792" sldId="262"/>
            <ac:spMk id="6" creationId="{B9F24573-B8C6-4491-AFA0-36142DDC64B5}"/>
          </ac:spMkLst>
        </pc:spChg>
      </pc:sldChg>
      <pc:sldChg chg="modSp mod">
        <pc:chgData name="KACHOUR Maher" userId="09775c39-7739-40bf-ba04-c8ef3ab24a94" providerId="ADAL" clId="{98B62C0F-C5CD-470F-A85D-6BE9EDA11397}" dt="2021-10-15T13:39:35.183" v="221" actId="1076"/>
        <pc:sldMkLst>
          <pc:docMk/>
          <pc:sldMk cId="290671189" sldId="263"/>
        </pc:sldMkLst>
        <pc:spChg chg="mod">
          <ac:chgData name="KACHOUR Maher" userId="09775c39-7739-40bf-ba04-c8ef3ab24a94" providerId="ADAL" clId="{98B62C0F-C5CD-470F-A85D-6BE9EDA11397}" dt="2021-10-15T13:39:35.183" v="221" actId="1076"/>
          <ac:spMkLst>
            <pc:docMk/>
            <pc:sldMk cId="290671189" sldId="263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46:04.484" v="332" actId="20577"/>
        <pc:sldMkLst>
          <pc:docMk/>
          <pc:sldMk cId="385761548" sldId="264"/>
        </pc:sldMkLst>
        <pc:spChg chg="mod">
          <ac:chgData name="KACHOUR Maher" userId="09775c39-7739-40bf-ba04-c8ef3ab24a94" providerId="ADAL" clId="{98B62C0F-C5CD-470F-A85D-6BE9EDA11397}" dt="2021-10-15T13:46:04.484" v="332" actId="20577"/>
          <ac:spMkLst>
            <pc:docMk/>
            <pc:sldMk cId="385761548" sldId="264"/>
            <ac:spMk id="5" creationId="{D7B24147-55AB-4BC4-B183-ED51FCA4DB97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4ABD2275-C5F7-41A4-8E89-05497293A01B}"/>
    <pc:docChg chg="undo custSel addSld delSld modSld">
      <pc:chgData name="KACHOUR Maher" userId="09775c39-7739-40bf-ba04-c8ef3ab24a94" providerId="ADAL" clId="{4ABD2275-C5F7-41A4-8E89-05497293A01B}" dt="2021-10-15T12:54:04.799" v="370"/>
      <pc:docMkLst>
        <pc:docMk/>
      </pc:docMkLst>
      <pc:sldChg chg="modSp mod">
        <pc:chgData name="KACHOUR Maher" userId="09775c39-7739-40bf-ba04-c8ef3ab24a94" providerId="ADAL" clId="{4ABD2275-C5F7-41A4-8E89-05497293A01B}" dt="2021-10-15T12:19:46.946" v="32" actId="20577"/>
        <pc:sldMkLst>
          <pc:docMk/>
          <pc:sldMk cId="3884457258" sldId="256"/>
        </pc:sldMkLst>
        <pc:spChg chg="mod">
          <ac:chgData name="KACHOUR Maher" userId="09775c39-7739-40bf-ba04-c8ef3ab24a94" providerId="ADAL" clId="{4ABD2275-C5F7-41A4-8E89-05497293A01B}" dt="2021-10-15T12:19:46.946" v="32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4ABD2275-C5F7-41A4-8E89-05497293A01B}" dt="2021-10-15T12:18:54.606" v="1" actId="20577"/>
        <pc:sldMkLst>
          <pc:docMk/>
          <pc:sldMk cId="0" sldId="257"/>
        </pc:sldMkLst>
        <pc:spChg chg="mod">
          <ac:chgData name="KACHOUR Maher" userId="09775c39-7739-40bf-ba04-c8ef3ab24a94" providerId="ADAL" clId="{4ABD2275-C5F7-41A4-8E89-05497293A01B}" dt="2021-10-15T12:18:54.606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4ABD2275-C5F7-41A4-8E89-05497293A01B}" dt="2021-10-15T12:30:13.433" v="200" actId="20577"/>
        <pc:sldMkLst>
          <pc:docMk/>
          <pc:sldMk cId="1632906986" sldId="258"/>
        </pc:sldMkLst>
        <pc:spChg chg="mod">
          <ac:chgData name="KACHOUR Maher" userId="09775c39-7739-40bf-ba04-c8ef3ab24a94" providerId="ADAL" clId="{4ABD2275-C5F7-41A4-8E89-05497293A01B}" dt="2021-10-15T12:30:13.433" v="200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4ABD2275-C5F7-41A4-8E89-05497293A01B}" dt="2021-10-15T12:31:01.760" v="201"/>
        <pc:sldMkLst>
          <pc:docMk/>
          <pc:sldMk cId="3342625250" sldId="259"/>
        </pc:sldMkLst>
        <pc:spChg chg="mod">
          <ac:chgData name="KACHOUR Maher" userId="09775c39-7739-40bf-ba04-c8ef3ab24a94" providerId="ADAL" clId="{4ABD2275-C5F7-41A4-8E89-05497293A01B}" dt="2021-10-15T12:31:01.760" v="201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4ABD2275-C5F7-41A4-8E89-05497293A01B}" dt="2021-10-15T12:50:26.395" v="35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4ABD2275-C5F7-41A4-8E89-05497293A01B}" dt="2021-10-15T12:50:26.395" v="355" actId="20577"/>
          <ac:spMkLst>
            <pc:docMk/>
            <pc:sldMk cId="4200507792" sldId="262"/>
            <ac:spMk id="6" creationId="{B9F24573-B8C6-4491-AFA0-36142DDC64B5}"/>
          </ac:spMkLst>
        </pc:spChg>
        <pc:graphicFrameChg chg="modGraphic">
          <ac:chgData name="KACHOUR Maher" userId="09775c39-7739-40bf-ba04-c8ef3ab24a94" providerId="ADAL" clId="{4ABD2275-C5F7-41A4-8E89-05497293A01B}" dt="2021-10-15T12:44:32.729" v="279" actId="216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  <pc:sldChg chg="addSp delSp modSp add mod">
        <pc:chgData name="KACHOUR Maher" userId="09775c39-7739-40bf-ba04-c8ef3ab24a94" providerId="ADAL" clId="{4ABD2275-C5F7-41A4-8E89-05497293A01B}" dt="2021-10-15T12:43:38.482" v="278" actId="14734"/>
        <pc:sldMkLst>
          <pc:docMk/>
          <pc:sldMk cId="290671189" sldId="263"/>
        </pc:sldMkLst>
        <pc:spChg chg="mod">
          <ac:chgData name="KACHOUR Maher" userId="09775c39-7739-40bf-ba04-c8ef3ab24a94" providerId="ADAL" clId="{4ABD2275-C5F7-41A4-8E89-05497293A01B}" dt="2021-10-15T12:43:14.657" v="275" actId="1076"/>
          <ac:spMkLst>
            <pc:docMk/>
            <pc:sldMk cId="290671189" sldId="263"/>
            <ac:spMk id="3" creationId="{CC9FE004-1C6E-4667-8710-CA96506DE21E}"/>
          </ac:spMkLst>
        </pc:spChg>
        <pc:graphicFrameChg chg="del mod modGraphic">
          <ac:chgData name="KACHOUR Maher" userId="09775c39-7739-40bf-ba04-c8ef3ab24a94" providerId="ADAL" clId="{4ABD2275-C5F7-41A4-8E89-05497293A01B}" dt="2021-10-15T12:42:17.404" v="265" actId="478"/>
          <ac:graphicFrameMkLst>
            <pc:docMk/>
            <pc:sldMk cId="290671189" sldId="263"/>
            <ac:graphicFrameMk id="5" creationId="{C5935286-E84C-4A5B-9E95-1C36A0F9B1CD}"/>
          </ac:graphicFrameMkLst>
        </pc:graphicFrameChg>
        <pc:graphicFrameChg chg="add mod modGraphic">
          <ac:chgData name="KACHOUR Maher" userId="09775c39-7739-40bf-ba04-c8ef3ab24a94" providerId="ADAL" clId="{4ABD2275-C5F7-41A4-8E89-05497293A01B}" dt="2021-10-15T12:43:38.482" v="278" actId="14734"/>
          <ac:graphicFrameMkLst>
            <pc:docMk/>
            <pc:sldMk cId="290671189" sldId="263"/>
            <ac:graphicFrameMk id="6" creationId="{C960491C-B5FD-4D83-9566-AD3C9234B2D6}"/>
          </ac:graphicFrameMkLst>
        </pc:graphicFrameChg>
      </pc:sldChg>
      <pc:sldChg chg="add del">
        <pc:chgData name="KACHOUR Maher" userId="09775c39-7739-40bf-ba04-c8ef3ab24a94" providerId="ADAL" clId="{4ABD2275-C5F7-41A4-8E89-05497293A01B}" dt="2021-10-15T12:52:05.238" v="357" actId="47"/>
        <pc:sldMkLst>
          <pc:docMk/>
          <pc:sldMk cId="236773734" sldId="264"/>
        </pc:sldMkLst>
      </pc:sldChg>
      <pc:sldChg chg="delSp modSp add mod setBg delDesignElem">
        <pc:chgData name="KACHOUR Maher" userId="09775c39-7739-40bf-ba04-c8ef3ab24a94" providerId="ADAL" clId="{4ABD2275-C5F7-41A4-8E89-05497293A01B}" dt="2021-10-15T12:54:04.799" v="370"/>
        <pc:sldMkLst>
          <pc:docMk/>
          <pc:sldMk cId="385761548" sldId="264"/>
        </pc:sldMkLst>
        <pc:spChg chg="mod">
          <ac:chgData name="KACHOUR Maher" userId="09775c39-7739-40bf-ba04-c8ef3ab24a94" providerId="ADAL" clId="{4ABD2275-C5F7-41A4-8E89-05497293A01B}" dt="2021-10-15T12:54:04.799" v="370"/>
          <ac:spMkLst>
            <pc:docMk/>
            <pc:sldMk cId="385761548" sldId="264"/>
            <ac:spMk id="5" creationId="{D7B24147-55AB-4BC4-B183-ED51FCA4DB97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2" creationId="{385E1BDC-A9B0-4A87-82E3-F3187F69A802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4" creationId="{0990C621-3B8B-4820-8328-D47EF7CE823C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6" creationId="{C1A2385B-1D2A-4E17-84FA-6CB7F0AAE473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8" creationId="{5E791F2F-79DB-4CC0-9FA1-001E3E91E8B7}"/>
          </ac:spMkLst>
        </pc:spChg>
      </pc:sldChg>
    </pc:docChg>
  </pc:docChgLst>
  <pc:docChgLst>
    <pc:chgData name="KACHOUR Maher" userId="09775c39-7739-40bf-ba04-c8ef3ab24a94" providerId="ADAL" clId="{527C3BF4-19C5-452F-8682-FCBE2E66792D}"/>
    <pc:docChg chg="custSel addSld delSld modSld sldOrd">
      <pc:chgData name="KACHOUR Maher" userId="09775c39-7739-40bf-ba04-c8ef3ab24a94" providerId="ADAL" clId="{527C3BF4-19C5-452F-8682-FCBE2E66792D}" dt="2021-10-15T13:55:08.380" v="16" actId="2890"/>
      <pc:docMkLst>
        <pc:docMk/>
      </pc:docMkLst>
      <pc:sldChg chg="del">
        <pc:chgData name="KACHOUR Maher" userId="09775c39-7739-40bf-ba04-c8ef3ab24a94" providerId="ADAL" clId="{527C3BF4-19C5-452F-8682-FCBE2E66792D}" dt="2021-10-15T13:54:54.545" v="9" actId="47"/>
        <pc:sldMkLst>
          <pc:docMk/>
          <pc:sldMk cId="1632906986" sldId="258"/>
        </pc:sldMkLst>
      </pc:sldChg>
      <pc:sldChg chg="del">
        <pc:chgData name="KACHOUR Maher" userId="09775c39-7739-40bf-ba04-c8ef3ab24a94" providerId="ADAL" clId="{527C3BF4-19C5-452F-8682-FCBE2E66792D}" dt="2021-10-15T13:55:04.459" v="14" actId="47"/>
        <pc:sldMkLst>
          <pc:docMk/>
          <pc:sldMk cId="4200507792" sldId="262"/>
        </pc:sldMkLst>
      </pc:sldChg>
      <pc:sldChg chg="del">
        <pc:chgData name="KACHOUR Maher" userId="09775c39-7739-40bf-ba04-c8ef3ab24a94" providerId="ADAL" clId="{527C3BF4-19C5-452F-8682-FCBE2E66792D}" dt="2021-10-15T13:54:56.470" v="10" actId="47"/>
        <pc:sldMkLst>
          <pc:docMk/>
          <pc:sldMk cId="290671189" sldId="263"/>
        </pc:sldMkLst>
      </pc:sldChg>
      <pc:sldChg chg="del">
        <pc:chgData name="KACHOUR Maher" userId="09775c39-7739-40bf-ba04-c8ef3ab24a94" providerId="ADAL" clId="{527C3BF4-19C5-452F-8682-FCBE2E66792D}" dt="2021-10-15T13:55:06.343" v="15" actId="47"/>
        <pc:sldMkLst>
          <pc:docMk/>
          <pc:sldMk cId="385761548" sldId="264"/>
        </pc:sldMkLst>
      </pc:sldChg>
      <pc:sldChg chg="addSp delSp modSp new mod">
        <pc:chgData name="KACHOUR Maher" userId="09775c39-7739-40bf-ba04-c8ef3ab24a94" providerId="ADAL" clId="{527C3BF4-19C5-452F-8682-FCBE2E66792D}" dt="2021-10-15T13:54:48.652" v="7" actId="13822"/>
        <pc:sldMkLst>
          <pc:docMk/>
          <pc:sldMk cId="813852824" sldId="265"/>
        </pc:sldMkLst>
        <pc:spChg chg="mod">
          <ac:chgData name="KACHOUR Maher" userId="09775c39-7739-40bf-ba04-c8ef3ab24a94" providerId="ADAL" clId="{527C3BF4-19C5-452F-8682-FCBE2E66792D}" dt="2021-10-15T13:54:33.224" v="4" actId="20577"/>
          <ac:spMkLst>
            <pc:docMk/>
            <pc:sldMk cId="813852824" sldId="265"/>
            <ac:spMk id="2" creationId="{95AB642C-6A06-495D-88C9-676CECD451FA}"/>
          </ac:spMkLst>
        </pc:spChg>
        <pc:spChg chg="del">
          <ac:chgData name="KACHOUR Maher" userId="09775c39-7739-40bf-ba04-c8ef3ab24a94" providerId="ADAL" clId="{527C3BF4-19C5-452F-8682-FCBE2E66792D}" dt="2021-10-15T13:54:36.755" v="5" actId="478"/>
          <ac:spMkLst>
            <pc:docMk/>
            <pc:sldMk cId="813852824" sldId="265"/>
            <ac:spMk id="3" creationId="{E4C5775E-4119-4AFD-ADB7-036D928AACB8}"/>
          </ac:spMkLst>
        </pc:spChg>
        <pc:spChg chg="add mod">
          <ac:chgData name="KACHOUR Maher" userId="09775c39-7739-40bf-ba04-c8ef3ab24a94" providerId="ADAL" clId="{527C3BF4-19C5-452F-8682-FCBE2E66792D}" dt="2021-10-15T13:54:48.652" v="7" actId="13822"/>
          <ac:spMkLst>
            <pc:docMk/>
            <pc:sldMk cId="813852824" sldId="265"/>
            <ac:spMk id="4" creationId="{FD560F0A-AA88-4E07-98B5-8E1AFAD0A9F8}"/>
          </ac:spMkLst>
        </pc:spChg>
      </pc:sldChg>
      <pc:sldChg chg="add">
        <pc:chgData name="KACHOUR Maher" userId="09775c39-7739-40bf-ba04-c8ef3ab24a94" providerId="ADAL" clId="{527C3BF4-19C5-452F-8682-FCBE2E66792D}" dt="2021-10-15T13:54:51.515" v="8" actId="2890"/>
        <pc:sldMkLst>
          <pc:docMk/>
          <pc:sldMk cId="3489600954" sldId="266"/>
        </pc:sldMkLst>
      </pc:sldChg>
      <pc:sldChg chg="add ord">
        <pc:chgData name="KACHOUR Maher" userId="09775c39-7739-40bf-ba04-c8ef3ab24a94" providerId="ADAL" clId="{527C3BF4-19C5-452F-8682-FCBE2E66792D}" dt="2021-10-15T13:55:02.416" v="13"/>
        <pc:sldMkLst>
          <pc:docMk/>
          <pc:sldMk cId="3279206772" sldId="267"/>
        </pc:sldMkLst>
      </pc:sldChg>
      <pc:sldChg chg="add">
        <pc:chgData name="KACHOUR Maher" userId="09775c39-7739-40bf-ba04-c8ef3ab24a94" providerId="ADAL" clId="{527C3BF4-19C5-452F-8682-FCBE2E66792D}" dt="2021-10-15T13:55:08.380" v="16" actId="2890"/>
        <pc:sldMkLst>
          <pc:docMk/>
          <pc:sldMk cId="3527242103" sldId="268"/>
        </pc:sldMkLst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8 </a:t>
            </a:r>
            <a:endParaRPr lang="fr-FR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/>
              <a:t>Exercice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Nous avons étudié la température matinale (i.e. mesurée entre 7h et 7h 30) sur 200 jours choisis au hasard parmi les périodes d’hiver observées durant 20 dernières années. </a:t>
            </a: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données sont représentées dans le tableau suivant :</a:t>
            </a: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Calculer le coefficient de Pearson </a:t>
            </a:r>
          </a:p>
          <a:p>
            <a:pPr marL="285750" indent="-28575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Calculer le coefficient de Yule et Kendall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615291"/>
              </p:ext>
            </p:extLst>
          </p:nvPr>
        </p:nvGraphicFramePr>
        <p:xfrm>
          <a:off x="4337050" y="2743200"/>
          <a:ext cx="371157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Température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Fréquence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AB642C-6A06-495D-88C9-676CECD45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D560F0A-AA88-4E07-98B5-8E1AFAD0A9F8}"/>
              </a:ext>
            </a:extLst>
          </p:cNvPr>
          <p:cNvSpPr txBox="1"/>
          <p:nvPr/>
        </p:nvSpPr>
        <p:spPr>
          <a:xfrm>
            <a:off x="419100" y="1905000"/>
            <a:ext cx="11249025" cy="42291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13852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AB642C-6A06-495D-88C9-676CECD45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D560F0A-AA88-4E07-98B5-8E1AFAD0A9F8}"/>
              </a:ext>
            </a:extLst>
          </p:cNvPr>
          <p:cNvSpPr txBox="1"/>
          <p:nvPr/>
        </p:nvSpPr>
        <p:spPr>
          <a:xfrm>
            <a:off x="419100" y="1905000"/>
            <a:ext cx="11249025" cy="42291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9600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Exercice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sz="2300" dirty="0">
                <a:latin typeface="Cambria" panose="02040503050406030204" pitchFamily="18" charset="0"/>
                <a:ea typeface="Cambria" panose="02040503050406030204" pitchFamily="18" charset="0"/>
              </a:rPr>
              <a:t>Nous avons étudié la vitesse matinale (i.e. mesurée (en Km/h) entre 7h et 7h 30) du vent sur 240 jours choisis au hasard parmi les périodes d’hiver observées durant 20 dernières années. </a:t>
            </a:r>
          </a:p>
          <a:p>
            <a:pPr marL="0" indent="0">
              <a:buNone/>
            </a:pPr>
            <a:r>
              <a:rPr lang="fr-FR" sz="2300" dirty="0">
                <a:latin typeface="Cambria" panose="02040503050406030204" pitchFamily="18" charset="0"/>
                <a:ea typeface="Cambria" panose="02040503050406030204" pitchFamily="18" charset="0"/>
              </a:rPr>
              <a:t>Les données sont représentées dans le tableau suivant :</a:t>
            </a: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Calculer le coefficient de Pearson </a:t>
            </a:r>
          </a:p>
          <a:p>
            <a:pPr marL="285750" indent="-285750">
              <a:buFontTx/>
              <a:buChar char="-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Calculer le coefficient de Yule et Kendall</a:t>
            </a:r>
            <a:endParaRPr lang="fr-FR" sz="1600" dirty="0"/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753735"/>
              </p:ext>
            </p:extLst>
          </p:nvPr>
        </p:nvGraphicFramePr>
        <p:xfrm>
          <a:off x="5103283" y="3093244"/>
          <a:ext cx="361209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Vitesse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jours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AB642C-6A06-495D-88C9-676CECD45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D560F0A-AA88-4E07-98B5-8E1AFAD0A9F8}"/>
              </a:ext>
            </a:extLst>
          </p:cNvPr>
          <p:cNvSpPr txBox="1"/>
          <p:nvPr/>
        </p:nvSpPr>
        <p:spPr>
          <a:xfrm>
            <a:off x="419100" y="1905000"/>
            <a:ext cx="11249025" cy="42291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79206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AB642C-6A06-495D-88C9-676CECD45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D560F0A-AA88-4E07-98B5-8E1AFAD0A9F8}"/>
              </a:ext>
            </a:extLst>
          </p:cNvPr>
          <p:cNvSpPr txBox="1"/>
          <p:nvPr/>
        </p:nvSpPr>
        <p:spPr>
          <a:xfrm>
            <a:off x="419100" y="1905000"/>
            <a:ext cx="11249025" cy="42291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724210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185</Words>
  <Application>Microsoft Office PowerPoint</Application>
  <PresentationFormat>Grand écran</PresentationFormat>
  <Paragraphs>62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Thème Office</vt:lpstr>
      <vt:lpstr>Data Description </vt:lpstr>
      <vt:lpstr>Exercice 1</vt:lpstr>
      <vt:lpstr>Note</vt:lpstr>
      <vt:lpstr>Note</vt:lpstr>
      <vt:lpstr>Exercice 2</vt:lpstr>
      <vt:lpstr>Note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2021-10-15T13:55:10Z</dcterms:modified>
</cp:coreProperties>
</file>