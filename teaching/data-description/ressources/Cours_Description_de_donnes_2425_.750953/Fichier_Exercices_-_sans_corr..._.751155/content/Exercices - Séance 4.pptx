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3" r:id="rId4"/>
    <p:sldId id="264" r:id="rId5"/>
    <p:sldId id="259" r:id="rId6"/>
    <p:sldId id="265" r:id="rId7"/>
    <p:sldId id="266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0CBF8-D1D8-4922-A968-E90E226146FA}" v="16" dt="2021-10-14T14:36:49.848"/>
    <p1510:client id="{A485481B-7CFB-49EC-B580-AB3492269FCD}" v="352" dt="2021-10-14T16:19:40.409"/>
    <p1510:client id="{D3CE2142-B539-49AB-B028-D0AB9AF209FA}" v="1" dt="2021-10-14T16:29:24.1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D3CE2142-B539-49AB-B028-D0AB9AF209FA}"/>
    <pc:docChg chg="custSel addSld delSld modSld sldOrd">
      <pc:chgData name="KACHOUR Maher" userId="09775c39-7739-40bf-ba04-c8ef3ab24a94" providerId="ADAL" clId="{D3CE2142-B539-49AB-B028-D0AB9AF209FA}" dt="2021-10-14T16:29:45.134" v="14" actId="2890"/>
      <pc:docMkLst>
        <pc:docMk/>
      </pc:docMkLst>
      <pc:sldChg chg="del">
        <pc:chgData name="KACHOUR Maher" userId="09775c39-7739-40bf-ba04-c8ef3ab24a94" providerId="ADAL" clId="{D3CE2142-B539-49AB-B028-D0AB9AF209FA}" dt="2021-10-14T16:29:03.838" v="0" actId="47"/>
        <pc:sldMkLst>
          <pc:docMk/>
          <pc:sldMk cId="1632906986" sldId="258"/>
        </pc:sldMkLst>
      </pc:sldChg>
      <pc:sldChg chg="del">
        <pc:chgData name="KACHOUR Maher" userId="09775c39-7739-40bf-ba04-c8ef3ab24a94" providerId="ADAL" clId="{D3CE2142-B539-49AB-B028-D0AB9AF209FA}" dt="2021-10-14T16:29:42.605" v="13" actId="47"/>
        <pc:sldMkLst>
          <pc:docMk/>
          <pc:sldMk cId="4200507792" sldId="262"/>
        </pc:sldMkLst>
      </pc:sldChg>
      <pc:sldChg chg="addSp delSp modSp new mod">
        <pc:chgData name="KACHOUR Maher" userId="09775c39-7739-40bf-ba04-c8ef3ab24a94" providerId="ADAL" clId="{D3CE2142-B539-49AB-B028-D0AB9AF209FA}" dt="2021-10-14T16:29:30.132" v="8" actId="208"/>
        <pc:sldMkLst>
          <pc:docMk/>
          <pc:sldMk cId="3884367409" sldId="263"/>
        </pc:sldMkLst>
        <pc:spChg chg="mod">
          <ac:chgData name="KACHOUR Maher" userId="09775c39-7739-40bf-ba04-c8ef3ab24a94" providerId="ADAL" clId="{D3CE2142-B539-49AB-B028-D0AB9AF209FA}" dt="2021-10-14T16:29:11.918" v="5" actId="20577"/>
          <ac:spMkLst>
            <pc:docMk/>
            <pc:sldMk cId="3884367409" sldId="263"/>
            <ac:spMk id="2" creationId="{D3B1B106-CCD3-413A-AE03-EF6E60C3FCF0}"/>
          </ac:spMkLst>
        </pc:spChg>
        <pc:spChg chg="del">
          <ac:chgData name="KACHOUR Maher" userId="09775c39-7739-40bf-ba04-c8ef3ab24a94" providerId="ADAL" clId="{D3CE2142-B539-49AB-B028-D0AB9AF209FA}" dt="2021-10-14T16:29:15.837" v="6" actId="478"/>
          <ac:spMkLst>
            <pc:docMk/>
            <pc:sldMk cId="3884367409" sldId="263"/>
            <ac:spMk id="3" creationId="{2DA022AE-05EA-460A-96B3-4F1F2395B90B}"/>
          </ac:spMkLst>
        </pc:spChg>
        <pc:spChg chg="add mod">
          <ac:chgData name="KACHOUR Maher" userId="09775c39-7739-40bf-ba04-c8ef3ab24a94" providerId="ADAL" clId="{D3CE2142-B539-49AB-B028-D0AB9AF209FA}" dt="2021-10-14T16:29:30.132" v="8" actId="208"/>
          <ac:spMkLst>
            <pc:docMk/>
            <pc:sldMk cId="3884367409" sldId="263"/>
            <ac:spMk id="4" creationId="{BD2958CC-D9A6-4422-8A76-332B506D5576}"/>
          </ac:spMkLst>
        </pc:spChg>
      </pc:sldChg>
      <pc:sldChg chg="add">
        <pc:chgData name="KACHOUR Maher" userId="09775c39-7739-40bf-ba04-c8ef3ab24a94" providerId="ADAL" clId="{D3CE2142-B539-49AB-B028-D0AB9AF209FA}" dt="2021-10-14T16:29:33.853" v="9" actId="2890"/>
        <pc:sldMkLst>
          <pc:docMk/>
          <pc:sldMk cId="1518374120" sldId="264"/>
        </pc:sldMkLst>
      </pc:sldChg>
      <pc:sldChg chg="add ord">
        <pc:chgData name="KACHOUR Maher" userId="09775c39-7739-40bf-ba04-c8ef3ab24a94" providerId="ADAL" clId="{D3CE2142-B539-49AB-B028-D0AB9AF209FA}" dt="2021-10-14T16:29:40.601" v="12"/>
        <pc:sldMkLst>
          <pc:docMk/>
          <pc:sldMk cId="245522966" sldId="265"/>
        </pc:sldMkLst>
      </pc:sldChg>
      <pc:sldChg chg="add">
        <pc:chgData name="KACHOUR Maher" userId="09775c39-7739-40bf-ba04-c8ef3ab24a94" providerId="ADAL" clId="{D3CE2142-B539-49AB-B028-D0AB9AF209FA}" dt="2021-10-14T16:29:45.134" v="14" actId="2890"/>
        <pc:sldMkLst>
          <pc:docMk/>
          <pc:sldMk cId="3647443809" sldId="266"/>
        </pc:sldMkLst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14/10/2021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4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température matinale (i.e. mesurée entre 7h et 7h 30) sur 200 jours choisis au hasard parmi les périodes d’hiver observées durant 20 dernières années. </a:t>
            </a:r>
          </a:p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Etudier l’existence de valeurs aberrantes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899791"/>
              </p:ext>
            </p:extLst>
          </p:nvPr>
        </p:nvGraphicFramePr>
        <p:xfrm>
          <a:off x="4337050" y="2743200"/>
          <a:ext cx="371157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Température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1B106-CCD3-413A-AE03-EF6E60C3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2958CC-D9A6-4422-8A76-332B506D5576}"/>
              </a:ext>
            </a:extLst>
          </p:cNvPr>
          <p:cNvSpPr txBox="1"/>
          <p:nvPr/>
        </p:nvSpPr>
        <p:spPr>
          <a:xfrm>
            <a:off x="704850" y="1690688"/>
            <a:ext cx="10848975" cy="4386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4367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1B106-CCD3-413A-AE03-EF6E60C3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2958CC-D9A6-4422-8A76-332B506D5576}"/>
              </a:ext>
            </a:extLst>
          </p:cNvPr>
          <p:cNvSpPr txBox="1"/>
          <p:nvPr/>
        </p:nvSpPr>
        <p:spPr>
          <a:xfrm>
            <a:off x="704850" y="1690688"/>
            <a:ext cx="10848975" cy="4386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8374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Nous avons étudié la vitesse matinale (i.e. mesurée (en Km/h) entre 7h et 7h 30) du vent sur 240 jours choisis au hasard parmi les périodes d’hiver observées durant 20 dernières années. </a:t>
            </a: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Les données sont représentées dans le tableau suivant :</a:t>
            </a: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300" dirty="0">
                <a:latin typeface="Cambria" panose="02040503050406030204" pitchFamily="18" charset="0"/>
                <a:ea typeface="Cambria" panose="02040503050406030204" pitchFamily="18" charset="0"/>
              </a:rPr>
              <a:t>Etudier l’existence de valeurs aberrantes </a:t>
            </a:r>
          </a:p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53735"/>
              </p:ext>
            </p:extLst>
          </p:nvPr>
        </p:nvGraphicFramePr>
        <p:xfrm>
          <a:off x="5103283" y="3093244"/>
          <a:ext cx="361209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Vitesse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jours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1B106-CCD3-413A-AE03-EF6E60C3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2958CC-D9A6-4422-8A76-332B506D5576}"/>
              </a:ext>
            </a:extLst>
          </p:cNvPr>
          <p:cNvSpPr txBox="1"/>
          <p:nvPr/>
        </p:nvSpPr>
        <p:spPr>
          <a:xfrm>
            <a:off x="704850" y="1690688"/>
            <a:ext cx="10848975" cy="4386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522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1B106-CCD3-413A-AE03-EF6E60C3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2958CC-D9A6-4422-8A76-332B506D5576}"/>
              </a:ext>
            </a:extLst>
          </p:cNvPr>
          <p:cNvSpPr txBox="1"/>
          <p:nvPr/>
        </p:nvSpPr>
        <p:spPr>
          <a:xfrm>
            <a:off x="704850" y="1690688"/>
            <a:ext cx="10848975" cy="43862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74438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168</Words>
  <Application>Microsoft Office PowerPoint</Application>
  <PresentationFormat>Grand écran</PresentationFormat>
  <Paragraphs>61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Thème Office</vt:lpstr>
      <vt:lpstr>Data Description </vt:lpstr>
      <vt:lpstr>Exercice 1</vt:lpstr>
      <vt:lpstr>Note</vt:lpstr>
      <vt:lpstr>Note</vt:lpstr>
      <vt:lpstr>Exercice 2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2021-10-14T16:29:53Z</dcterms:modified>
</cp:coreProperties>
</file>