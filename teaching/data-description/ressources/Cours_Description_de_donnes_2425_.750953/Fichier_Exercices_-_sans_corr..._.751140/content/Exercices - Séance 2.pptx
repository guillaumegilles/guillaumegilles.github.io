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59" r:id="rId6"/>
    <p:sldId id="265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447FCE43-170A-4BFF-9700-935B06537132}" v="1" dt="2021-10-14T15:02:04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447FCE43-170A-4BFF-9700-935B06537132}"/>
    <pc:docChg chg="custSel addSld delSld modSld sldOrd">
      <pc:chgData name="KACHOUR Maher" userId="09775c39-7739-40bf-ba04-c8ef3ab24a94" providerId="ADAL" clId="{447FCE43-170A-4BFF-9700-935B06537132}" dt="2021-10-14T15:02:30.223" v="16" actId="2890"/>
      <pc:docMkLst>
        <pc:docMk/>
      </pc:docMkLst>
      <pc:sldChg chg="del">
        <pc:chgData name="KACHOUR Maher" userId="09775c39-7739-40bf-ba04-c8ef3ab24a94" providerId="ADAL" clId="{447FCE43-170A-4BFF-9700-935B06537132}" dt="2021-10-14T15:02:13.739" v="8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447FCE43-170A-4BFF-9700-935B06537132}" dt="2021-10-14T15:02:25.626" v="14" actId="47"/>
        <pc:sldMkLst>
          <pc:docMk/>
          <pc:sldMk cId="962425727" sldId="260"/>
        </pc:sldMkLst>
      </pc:sldChg>
      <pc:sldChg chg="del">
        <pc:chgData name="KACHOUR Maher" userId="09775c39-7739-40bf-ba04-c8ef3ab24a94" providerId="ADAL" clId="{447FCE43-170A-4BFF-9700-935B06537132}" dt="2021-10-14T15:02:15.764" v="9" actId="47"/>
        <pc:sldMkLst>
          <pc:docMk/>
          <pc:sldMk cId="925746931" sldId="261"/>
        </pc:sldMkLst>
      </pc:sldChg>
      <pc:sldChg chg="del">
        <pc:chgData name="KACHOUR Maher" userId="09775c39-7739-40bf-ba04-c8ef3ab24a94" providerId="ADAL" clId="{447FCE43-170A-4BFF-9700-935B06537132}" dt="2021-10-14T15:02:27.578" v="15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447FCE43-170A-4BFF-9700-935B06537132}" dt="2021-10-14T15:02:10.587" v="7" actId="208"/>
        <pc:sldMkLst>
          <pc:docMk/>
          <pc:sldMk cId="2560218419" sldId="263"/>
        </pc:sldMkLst>
        <pc:spChg chg="mod">
          <ac:chgData name="KACHOUR Maher" userId="09775c39-7739-40bf-ba04-c8ef3ab24a94" providerId="ADAL" clId="{447FCE43-170A-4BFF-9700-935B06537132}" dt="2021-10-14T15:01:53.895" v="4" actId="20577"/>
          <ac:spMkLst>
            <pc:docMk/>
            <pc:sldMk cId="2560218419" sldId="263"/>
            <ac:spMk id="2" creationId="{B803BA8B-AEC7-412E-AC2B-8B475154EDD8}"/>
          </ac:spMkLst>
        </pc:spChg>
        <pc:spChg chg="del">
          <ac:chgData name="KACHOUR Maher" userId="09775c39-7739-40bf-ba04-c8ef3ab24a94" providerId="ADAL" clId="{447FCE43-170A-4BFF-9700-935B06537132}" dt="2021-10-14T15:01:56.960" v="5" actId="478"/>
          <ac:spMkLst>
            <pc:docMk/>
            <pc:sldMk cId="2560218419" sldId="263"/>
            <ac:spMk id="3" creationId="{AB01D450-588A-4E0B-89EB-D5C9447811C5}"/>
          </ac:spMkLst>
        </pc:spChg>
        <pc:spChg chg="add mod">
          <ac:chgData name="KACHOUR Maher" userId="09775c39-7739-40bf-ba04-c8ef3ab24a94" providerId="ADAL" clId="{447FCE43-170A-4BFF-9700-935B06537132}" dt="2021-10-14T15:02:10.587" v="7" actId="208"/>
          <ac:spMkLst>
            <pc:docMk/>
            <pc:sldMk cId="2560218419" sldId="263"/>
            <ac:spMk id="4" creationId="{D3EA9064-B539-4BD3-A619-DE68FF89A040}"/>
          </ac:spMkLst>
        </pc:spChg>
      </pc:sldChg>
      <pc:sldChg chg="add">
        <pc:chgData name="KACHOUR Maher" userId="09775c39-7739-40bf-ba04-c8ef3ab24a94" providerId="ADAL" clId="{447FCE43-170A-4BFF-9700-935B06537132}" dt="2021-10-14T15:02:18.864" v="10" actId="2890"/>
        <pc:sldMkLst>
          <pc:docMk/>
          <pc:sldMk cId="1456083393" sldId="264"/>
        </pc:sldMkLst>
      </pc:sldChg>
      <pc:sldChg chg="add ord">
        <pc:chgData name="KACHOUR Maher" userId="09775c39-7739-40bf-ba04-c8ef3ab24a94" providerId="ADAL" clId="{447FCE43-170A-4BFF-9700-935B06537132}" dt="2021-10-14T15:02:23.852" v="13"/>
        <pc:sldMkLst>
          <pc:docMk/>
          <pc:sldMk cId="26381268" sldId="265"/>
        </pc:sldMkLst>
      </pc:sldChg>
      <pc:sldChg chg="add">
        <pc:chgData name="KACHOUR Maher" userId="09775c39-7739-40bf-ba04-c8ef3ab24a94" providerId="ADAL" clId="{447FCE43-170A-4BFF-9700-935B06537132}" dt="2021-10-14T15:02:30.223" v="16" actId="2890"/>
        <pc:sldMkLst>
          <pc:docMk/>
          <pc:sldMk cId="3738342619" sldId="266"/>
        </pc:sldMkLst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2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dirty="0"/>
              <a:t>Les données sont représentées dans le tableau suivant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Représenter graphiquement les données</a:t>
            </a:r>
          </a:p>
          <a:p>
            <a:pPr marL="285750" indent="-285750">
              <a:buFontTx/>
              <a:buChar char="-"/>
            </a:pPr>
            <a:r>
              <a:rPr lang="fr-FR" dirty="0"/>
              <a:t>Tracer la courbe des fréquences cumulées croissantes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997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3BA8B-AEC7-412E-AC2B-8B475154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EA9064-B539-4BD3-A619-DE68FF89A040}"/>
              </a:ext>
            </a:extLst>
          </p:cNvPr>
          <p:cNvSpPr txBox="1"/>
          <p:nvPr/>
        </p:nvSpPr>
        <p:spPr>
          <a:xfrm>
            <a:off x="600075" y="1800225"/>
            <a:ext cx="11239500" cy="469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021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3BA8B-AEC7-412E-AC2B-8B475154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EA9064-B539-4BD3-A619-DE68FF89A040}"/>
              </a:ext>
            </a:extLst>
          </p:cNvPr>
          <p:cNvSpPr txBox="1"/>
          <p:nvPr/>
        </p:nvSpPr>
        <p:spPr>
          <a:xfrm>
            <a:off x="600075" y="1800225"/>
            <a:ext cx="11239500" cy="469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608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900" dirty="0"/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900" dirty="0"/>
              <a:t>Les données sont représentées dans le tableau suivant :</a:t>
            </a:r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285750" indent="-285750">
              <a:buFontTx/>
              <a:buChar char="-"/>
            </a:pPr>
            <a:r>
              <a:rPr lang="fr-FR" sz="2900" dirty="0"/>
              <a:t>Représenter graphiquement les données</a:t>
            </a:r>
          </a:p>
          <a:p>
            <a:pPr marL="285750" indent="-285750">
              <a:buFontTx/>
              <a:buChar char="-"/>
            </a:pPr>
            <a:r>
              <a:rPr lang="fr-FR" sz="2900" dirty="0"/>
              <a:t>Tracer la courbe des fréquences cumulées croissantes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74097"/>
              </p:ext>
            </p:extLst>
          </p:nvPr>
        </p:nvGraphicFramePr>
        <p:xfrm>
          <a:off x="5103283" y="2713593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3BA8B-AEC7-412E-AC2B-8B475154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EA9064-B539-4BD3-A619-DE68FF89A040}"/>
              </a:ext>
            </a:extLst>
          </p:cNvPr>
          <p:cNvSpPr txBox="1"/>
          <p:nvPr/>
        </p:nvSpPr>
        <p:spPr>
          <a:xfrm>
            <a:off x="600075" y="1800225"/>
            <a:ext cx="11239500" cy="469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8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3BA8B-AEC7-412E-AC2B-8B475154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EA9064-B539-4BD3-A619-DE68FF89A040}"/>
              </a:ext>
            </a:extLst>
          </p:cNvPr>
          <p:cNvSpPr txBox="1"/>
          <p:nvPr/>
        </p:nvSpPr>
        <p:spPr>
          <a:xfrm>
            <a:off x="600075" y="1800225"/>
            <a:ext cx="11239500" cy="469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8342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180</Words>
  <Application>Microsoft Office PowerPoint</Application>
  <PresentationFormat>Grand écran</PresentationFormat>
  <Paragraphs>63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Exercice 1</vt:lpstr>
      <vt:lpstr>Note</vt:lpstr>
      <vt:lpstr>Note</vt:lpstr>
      <vt:lpstr>Exercice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2021-10-14T15:02:33Z</dcterms:modified>
</cp:coreProperties>
</file>