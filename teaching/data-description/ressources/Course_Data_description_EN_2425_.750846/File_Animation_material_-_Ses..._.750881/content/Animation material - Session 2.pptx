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77" r:id="rId6"/>
    <p:sldId id="292" r:id="rId7"/>
    <p:sldId id="290" r:id="rId8"/>
    <p:sldId id="291" r:id="rId9"/>
    <p:sldId id="278" r:id="rId10"/>
    <p:sldId id="294" r:id="rId11"/>
    <p:sldId id="295" r:id="rId12"/>
    <p:sldId id="296" r:id="rId13"/>
    <p:sldId id="279" r:id="rId14"/>
    <p:sldId id="300" r:id="rId15"/>
    <p:sldId id="299" r:id="rId16"/>
    <p:sldId id="298" r:id="rId17"/>
    <p:sldId id="280" r:id="rId18"/>
    <p:sldId id="281" r:id="rId19"/>
    <p:sldId id="282" r:id="rId20"/>
    <p:sldId id="283" r:id="rId21"/>
    <p:sldId id="284" r:id="rId22"/>
    <p:sldId id="288" r:id="rId23"/>
    <p:sldId id="286" r:id="rId24"/>
    <p:sldId id="289" r:id="rId2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AA4BC1-7FAE-4519-B624-8E6554632EBD}" v="30" dt="2021-10-14T13:56:01.92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7" d="100"/>
          <a:sy n="67" d="100"/>
        </p:scale>
        <p:origin x="128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BEAA4BC1-7FAE-4519-B624-8E6554632EBD}"/>
    <pc:docChg chg="undo custSel addSld delSld modSld">
      <pc:chgData name="KACHOUR Maher" userId="09775c39-7739-40bf-ba04-c8ef3ab24a94" providerId="ADAL" clId="{BEAA4BC1-7FAE-4519-B624-8E6554632EBD}" dt="2021-10-14T13:58:07.536" v="413" actId="20577"/>
      <pc:docMkLst>
        <pc:docMk/>
      </pc:docMkLst>
      <pc:sldChg chg="addSp delSp modSp mod">
        <pc:chgData name="KACHOUR Maher" userId="09775c39-7739-40bf-ba04-c8ef3ab24a94" providerId="ADAL" clId="{BEAA4BC1-7FAE-4519-B624-8E6554632EBD}" dt="2021-10-14T10:55:21.632" v="28" actId="790"/>
        <pc:sldMkLst>
          <pc:docMk/>
          <pc:sldMk cId="1875685949" sldId="277"/>
        </pc:sldMkLst>
        <pc:spChg chg="mod">
          <ac:chgData name="KACHOUR Maher" userId="09775c39-7739-40bf-ba04-c8ef3ab24a94" providerId="ADAL" clId="{BEAA4BC1-7FAE-4519-B624-8E6554632EBD}" dt="2021-10-14T10:55:21.632" v="28" actId="790"/>
          <ac:spMkLst>
            <pc:docMk/>
            <pc:sldMk cId="1875685949" sldId="277"/>
            <ac:spMk id="2" creationId="{A8897A50-0854-4ACC-9469-1C4B787E3B1C}"/>
          </ac:spMkLst>
        </pc:spChg>
        <pc:spChg chg="add mod">
          <ac:chgData name="KACHOUR Maher" userId="09775c39-7739-40bf-ba04-c8ef3ab24a94" providerId="ADAL" clId="{BEAA4BC1-7FAE-4519-B624-8E6554632EBD}" dt="2021-10-14T10:54:56.740" v="27" actId="208"/>
          <ac:spMkLst>
            <pc:docMk/>
            <pc:sldMk cId="1875685949" sldId="277"/>
            <ac:spMk id="4" creationId="{6A4A0999-DAF1-4594-95CA-B3FD48C6BA9F}"/>
          </ac:spMkLst>
        </pc:spChg>
        <pc:picChg chg="del">
          <ac:chgData name="KACHOUR Maher" userId="09775c39-7739-40bf-ba04-c8ef3ab24a94" providerId="ADAL" clId="{BEAA4BC1-7FAE-4519-B624-8E6554632EBD}" dt="2021-10-14T10:52:55.145" v="10" actId="478"/>
          <ac:picMkLst>
            <pc:docMk/>
            <pc:sldMk cId="1875685949" sldId="277"/>
            <ac:picMk id="9" creationId="{6230F255-AB83-4962-99DA-5D02B6036447}"/>
          </ac:picMkLst>
        </pc:picChg>
        <pc:picChg chg="del">
          <ac:chgData name="KACHOUR Maher" userId="09775c39-7739-40bf-ba04-c8ef3ab24a94" providerId="ADAL" clId="{BEAA4BC1-7FAE-4519-B624-8E6554632EBD}" dt="2021-10-14T10:53:24.658" v="17" actId="478"/>
          <ac:picMkLst>
            <pc:docMk/>
            <pc:sldMk cId="1875685949" sldId="277"/>
            <ac:picMk id="11" creationId="{8898157E-8498-4BA5-AC4E-B107060F5443}"/>
          </ac:picMkLst>
        </pc:picChg>
        <pc:picChg chg="add mod">
          <ac:chgData name="KACHOUR Maher" userId="09775c39-7739-40bf-ba04-c8ef3ab24a94" providerId="ADAL" clId="{BEAA4BC1-7FAE-4519-B624-8E6554632EBD}" dt="2021-10-14T10:54:50.216" v="26" actId="1076"/>
          <ac:picMkLst>
            <pc:docMk/>
            <pc:sldMk cId="1875685949" sldId="277"/>
            <ac:picMk id="14" creationId="{C2F1EF1A-C087-491A-B1A9-9455B3872CC5}"/>
          </ac:picMkLst>
        </pc:picChg>
      </pc:sldChg>
      <pc:sldChg chg="addSp delSp modSp mod">
        <pc:chgData name="KACHOUR Maher" userId="09775c39-7739-40bf-ba04-c8ef3ab24a94" providerId="ADAL" clId="{BEAA4BC1-7FAE-4519-B624-8E6554632EBD}" dt="2021-10-14T13:34:36.014" v="272" actId="1076"/>
        <pc:sldMkLst>
          <pc:docMk/>
          <pc:sldMk cId="638055602" sldId="278"/>
        </pc:sldMkLst>
        <pc:spChg chg="mod">
          <ac:chgData name="KACHOUR Maher" userId="09775c39-7739-40bf-ba04-c8ef3ab24a94" providerId="ADAL" clId="{BEAA4BC1-7FAE-4519-B624-8E6554632EBD}" dt="2021-10-14T10:55:52.399" v="29" actId="790"/>
          <ac:spMkLst>
            <pc:docMk/>
            <pc:sldMk cId="638055602" sldId="278"/>
            <ac:spMk id="2" creationId="{DCCB118A-A31E-488A-B655-E144CC01BD62}"/>
          </ac:spMkLst>
        </pc:spChg>
        <pc:spChg chg="mod">
          <ac:chgData name="KACHOUR Maher" userId="09775c39-7739-40bf-ba04-c8ef3ab24a94" providerId="ADAL" clId="{BEAA4BC1-7FAE-4519-B624-8E6554632EBD}" dt="2021-10-14T10:55:58.218" v="35" actId="20577"/>
          <ac:spMkLst>
            <pc:docMk/>
            <pc:sldMk cId="638055602" sldId="278"/>
            <ac:spMk id="3" creationId="{CD23C7A6-D9A0-4598-B56E-17701BC7DD01}"/>
          </ac:spMkLst>
        </pc:spChg>
        <pc:spChg chg="add mod">
          <ac:chgData name="KACHOUR Maher" userId="09775c39-7739-40bf-ba04-c8ef3ab24a94" providerId="ADAL" clId="{BEAA4BC1-7FAE-4519-B624-8E6554632EBD}" dt="2021-10-14T13:34:31.855" v="271" actId="14100"/>
          <ac:spMkLst>
            <pc:docMk/>
            <pc:sldMk cId="638055602" sldId="278"/>
            <ac:spMk id="4" creationId="{502F3BA2-C7B5-43BD-B8B0-F1B47A7D2AC5}"/>
          </ac:spMkLst>
        </pc:spChg>
        <pc:spChg chg="del">
          <ac:chgData name="KACHOUR Maher" userId="09775c39-7739-40bf-ba04-c8ef3ab24a94" providerId="ADAL" clId="{BEAA4BC1-7FAE-4519-B624-8E6554632EBD}" dt="2021-10-14T11:25:23.546" v="88" actId="478"/>
          <ac:spMkLst>
            <pc:docMk/>
            <pc:sldMk cId="638055602" sldId="278"/>
            <ac:spMk id="12" creationId="{552BD454-25B0-4323-B975-BF609E21EFD6}"/>
          </ac:spMkLst>
        </pc:spChg>
        <pc:picChg chg="mod">
          <ac:chgData name="KACHOUR Maher" userId="09775c39-7739-40bf-ba04-c8ef3ab24a94" providerId="ADAL" clId="{BEAA4BC1-7FAE-4519-B624-8E6554632EBD}" dt="2021-10-14T13:31:42.790" v="249" actId="14100"/>
          <ac:picMkLst>
            <pc:docMk/>
            <pc:sldMk cId="638055602" sldId="278"/>
            <ac:picMk id="6" creationId="{284117BE-71E2-4257-81AB-59477DE0DE5C}"/>
          </ac:picMkLst>
        </pc:picChg>
        <pc:picChg chg="add mod">
          <ac:chgData name="KACHOUR Maher" userId="09775c39-7739-40bf-ba04-c8ef3ab24a94" providerId="ADAL" clId="{BEAA4BC1-7FAE-4519-B624-8E6554632EBD}" dt="2021-10-14T13:34:36.014" v="272" actId="1076"/>
          <ac:picMkLst>
            <pc:docMk/>
            <pc:sldMk cId="638055602" sldId="278"/>
            <ac:picMk id="7" creationId="{AAA2770C-5CCA-41F9-B675-1C45BD89ED06}"/>
          </ac:picMkLst>
        </pc:picChg>
        <pc:picChg chg="del">
          <ac:chgData name="KACHOUR Maher" userId="09775c39-7739-40bf-ba04-c8ef3ab24a94" providerId="ADAL" clId="{BEAA4BC1-7FAE-4519-B624-8E6554632EBD}" dt="2021-10-14T13:25:04.385" v="218" actId="478"/>
          <ac:picMkLst>
            <pc:docMk/>
            <pc:sldMk cId="638055602" sldId="278"/>
            <ac:picMk id="9" creationId="{41BD6177-C3C3-48AA-8B0C-FE1C32F33428}"/>
          </ac:picMkLst>
        </pc:picChg>
        <pc:picChg chg="del">
          <ac:chgData name="KACHOUR Maher" userId="09775c39-7739-40bf-ba04-c8ef3ab24a94" providerId="ADAL" clId="{BEAA4BC1-7FAE-4519-B624-8E6554632EBD}" dt="2021-10-14T11:26:04.375" v="97" actId="478"/>
          <ac:picMkLst>
            <pc:docMk/>
            <pc:sldMk cId="638055602" sldId="278"/>
            <ac:picMk id="10" creationId="{0EFE0853-C93A-4ADF-BF32-52A48DBE1168}"/>
          </ac:picMkLst>
        </pc:picChg>
        <pc:picChg chg="del">
          <ac:chgData name="KACHOUR Maher" userId="09775c39-7739-40bf-ba04-c8ef3ab24a94" providerId="ADAL" clId="{BEAA4BC1-7FAE-4519-B624-8E6554632EBD}" dt="2021-10-14T13:25:25.814" v="222" actId="478"/>
          <ac:picMkLst>
            <pc:docMk/>
            <pc:sldMk cId="638055602" sldId="278"/>
            <ac:picMk id="11" creationId="{166F5A58-0BBC-4DFC-A2D0-D7B46767BDC1}"/>
          </ac:picMkLst>
        </pc:picChg>
      </pc:sldChg>
      <pc:sldChg chg="delSp modSp mod">
        <pc:chgData name="KACHOUR Maher" userId="09775c39-7739-40bf-ba04-c8ef3ab24a94" providerId="ADAL" clId="{BEAA4BC1-7FAE-4519-B624-8E6554632EBD}" dt="2021-10-14T13:46:16.081" v="298" actId="790"/>
        <pc:sldMkLst>
          <pc:docMk/>
          <pc:sldMk cId="2572892666" sldId="279"/>
        </pc:sldMkLst>
        <pc:spChg chg="mod">
          <ac:chgData name="KACHOUR Maher" userId="09775c39-7739-40bf-ba04-c8ef3ab24a94" providerId="ADAL" clId="{BEAA4BC1-7FAE-4519-B624-8E6554632EBD}" dt="2021-10-14T13:46:16.081" v="298" actId="790"/>
          <ac:spMkLst>
            <pc:docMk/>
            <pc:sldMk cId="2572892666" sldId="279"/>
            <ac:spMk id="2" creationId="{092E4D78-736E-41D4-A374-11724A9472B2}"/>
          </ac:spMkLst>
        </pc:spChg>
        <pc:spChg chg="del">
          <ac:chgData name="KACHOUR Maher" userId="09775c39-7739-40bf-ba04-c8ef3ab24a94" providerId="ADAL" clId="{BEAA4BC1-7FAE-4519-B624-8E6554632EBD}" dt="2021-10-14T13:44:15.591" v="275" actId="478"/>
          <ac:spMkLst>
            <pc:docMk/>
            <pc:sldMk cId="2572892666" sldId="279"/>
            <ac:spMk id="10" creationId="{44271A5B-B482-4F75-B536-9EDC8D55E708}"/>
          </ac:spMkLst>
        </pc:spChg>
        <pc:picChg chg="mod">
          <ac:chgData name="KACHOUR Maher" userId="09775c39-7739-40bf-ba04-c8ef3ab24a94" providerId="ADAL" clId="{BEAA4BC1-7FAE-4519-B624-8E6554632EBD}" dt="2021-10-14T13:45:38.084" v="292" actId="14100"/>
          <ac:picMkLst>
            <pc:docMk/>
            <pc:sldMk cId="2572892666" sldId="279"/>
            <ac:picMk id="6" creationId="{9584B911-4480-4EFF-B420-4791E5E0EC50}"/>
          </ac:picMkLst>
        </pc:picChg>
        <pc:picChg chg="del">
          <ac:chgData name="KACHOUR Maher" userId="09775c39-7739-40bf-ba04-c8ef3ab24a94" providerId="ADAL" clId="{BEAA4BC1-7FAE-4519-B624-8E6554632EBD}" dt="2021-10-14T13:45:28.962" v="290" actId="478"/>
          <ac:picMkLst>
            <pc:docMk/>
            <pc:sldMk cId="2572892666" sldId="279"/>
            <ac:picMk id="7" creationId="{F64BBED4-F2DF-4500-AB53-E397F191999C}"/>
          </ac:picMkLst>
        </pc:picChg>
        <pc:picChg chg="del">
          <ac:chgData name="KACHOUR Maher" userId="09775c39-7739-40bf-ba04-c8ef3ab24a94" providerId="ADAL" clId="{BEAA4BC1-7FAE-4519-B624-8E6554632EBD}" dt="2021-10-14T13:45:34.374" v="291" actId="478"/>
          <ac:picMkLst>
            <pc:docMk/>
            <pc:sldMk cId="2572892666" sldId="279"/>
            <ac:picMk id="9" creationId="{06505C06-3495-4F1C-BCE0-0CF2A2E2DB36}"/>
          </ac:picMkLst>
        </pc:picChg>
      </pc:sldChg>
      <pc:sldChg chg="modSp mod">
        <pc:chgData name="KACHOUR Maher" userId="09775c39-7739-40bf-ba04-c8ef3ab24a94" providerId="ADAL" clId="{BEAA4BC1-7FAE-4519-B624-8E6554632EBD}" dt="2021-10-14T13:57:22.162" v="411" actId="790"/>
        <pc:sldMkLst>
          <pc:docMk/>
          <pc:sldMk cId="1005798455" sldId="280"/>
        </pc:sldMkLst>
        <pc:spChg chg="mod">
          <ac:chgData name="KACHOUR Maher" userId="09775c39-7739-40bf-ba04-c8ef3ab24a94" providerId="ADAL" clId="{BEAA4BC1-7FAE-4519-B624-8E6554632EBD}" dt="2021-10-14T13:57:22.162" v="411" actId="790"/>
          <ac:spMkLst>
            <pc:docMk/>
            <pc:sldMk cId="1005798455" sldId="280"/>
            <ac:spMk id="2" creationId="{406BB69C-5EE9-4AC7-8429-B47C935B139C}"/>
          </ac:spMkLst>
        </pc:spChg>
        <pc:spChg chg="mod">
          <ac:chgData name="KACHOUR Maher" userId="09775c39-7739-40bf-ba04-c8ef3ab24a94" providerId="ADAL" clId="{BEAA4BC1-7FAE-4519-B624-8E6554632EBD}" dt="2021-10-14T13:57:10" v="410" actId="20577"/>
          <ac:spMkLst>
            <pc:docMk/>
            <pc:sldMk cId="1005798455" sldId="280"/>
            <ac:spMk id="3" creationId="{E117A3D3-E460-4DCA-B869-6DC8B3101EE8}"/>
          </ac:spMkLst>
        </pc:spChg>
        <pc:picChg chg="mod">
          <ac:chgData name="KACHOUR Maher" userId="09775c39-7739-40bf-ba04-c8ef3ab24a94" providerId="ADAL" clId="{BEAA4BC1-7FAE-4519-B624-8E6554632EBD}" dt="2021-10-14T13:56:47.834" v="378" actId="1076"/>
          <ac:picMkLst>
            <pc:docMk/>
            <pc:sldMk cId="1005798455" sldId="280"/>
            <ac:picMk id="5" creationId="{66F56ADE-8884-4B51-9059-3AC55DB96A14}"/>
          </ac:picMkLst>
        </pc:picChg>
      </pc:sldChg>
      <pc:sldChg chg="modSp mod">
        <pc:chgData name="KACHOUR Maher" userId="09775c39-7739-40bf-ba04-c8ef3ab24a94" providerId="ADAL" clId="{BEAA4BC1-7FAE-4519-B624-8E6554632EBD}" dt="2021-10-14T13:58:07.536" v="413" actId="20577"/>
        <pc:sldMkLst>
          <pc:docMk/>
          <pc:sldMk cId="828950354" sldId="281"/>
        </pc:sldMkLst>
        <pc:spChg chg="mod">
          <ac:chgData name="KACHOUR Maher" userId="09775c39-7739-40bf-ba04-c8ef3ab24a94" providerId="ADAL" clId="{BEAA4BC1-7FAE-4519-B624-8E6554632EBD}" dt="2021-10-14T13:58:07.536" v="413" actId="20577"/>
          <ac:spMkLst>
            <pc:docMk/>
            <pc:sldMk cId="828950354" sldId="281"/>
            <ac:spMk id="7" creationId="{9C09214D-5F81-44F5-8EB6-D951A6F015A3}"/>
          </ac:spMkLst>
        </pc:spChg>
      </pc:sldChg>
      <pc:sldChg chg="addSp delSp modSp new add del mod setBg">
        <pc:chgData name="KACHOUR Maher" userId="09775c39-7739-40bf-ba04-c8ef3ab24a94" providerId="ADAL" clId="{BEAA4BC1-7FAE-4519-B624-8E6554632EBD}" dt="2021-10-14T10:53:10.027" v="14" actId="2696"/>
        <pc:sldMkLst>
          <pc:docMk/>
          <pc:sldMk cId="3230167694" sldId="290"/>
        </pc:sldMkLst>
        <pc:spChg chg="mod">
          <ac:chgData name="KACHOUR Maher" userId="09775c39-7739-40bf-ba04-c8ef3ab24a94" providerId="ADAL" clId="{BEAA4BC1-7FAE-4519-B624-8E6554632EBD}" dt="2021-10-14T10:52:59.795" v="12" actId="26606"/>
          <ac:spMkLst>
            <pc:docMk/>
            <pc:sldMk cId="3230167694" sldId="290"/>
            <ac:spMk id="2" creationId="{82B764C1-7757-441E-B06B-03D21584827E}"/>
          </ac:spMkLst>
        </pc:spChg>
        <pc:spChg chg="del">
          <ac:chgData name="KACHOUR Maher" userId="09775c39-7739-40bf-ba04-c8ef3ab24a94" providerId="ADAL" clId="{BEAA4BC1-7FAE-4519-B624-8E6554632EBD}" dt="2021-10-14T10:52:50.798" v="9" actId="478"/>
          <ac:spMkLst>
            <pc:docMk/>
            <pc:sldMk cId="3230167694" sldId="290"/>
            <ac:spMk id="3" creationId="{B5D92666-AE30-499B-86CD-DE2D6500C298}"/>
          </ac:spMkLst>
        </pc:spChg>
        <pc:picChg chg="add mod">
          <ac:chgData name="KACHOUR Maher" userId="09775c39-7739-40bf-ba04-c8ef3ab24a94" providerId="ADAL" clId="{BEAA4BC1-7FAE-4519-B624-8E6554632EBD}" dt="2021-10-14T10:52:59.795" v="12" actId="26606"/>
          <ac:picMkLst>
            <pc:docMk/>
            <pc:sldMk cId="3230167694" sldId="290"/>
            <ac:picMk id="4" creationId="{589924F8-ECF6-4CBB-B139-2307DA43242A}"/>
          </ac:picMkLst>
        </pc:picChg>
      </pc:sldChg>
      <pc:sldChg chg="addSp delSp modSp add mod">
        <pc:chgData name="KACHOUR Maher" userId="09775c39-7739-40bf-ba04-c8ef3ab24a94" providerId="ADAL" clId="{BEAA4BC1-7FAE-4519-B624-8E6554632EBD}" dt="2021-10-14T10:53:29.505" v="19" actId="26606"/>
        <pc:sldMkLst>
          <pc:docMk/>
          <pc:sldMk cId="3172704546" sldId="291"/>
        </pc:sldMkLst>
        <pc:picChg chg="del">
          <ac:chgData name="KACHOUR Maher" userId="09775c39-7739-40bf-ba04-c8ef3ab24a94" providerId="ADAL" clId="{BEAA4BC1-7FAE-4519-B624-8E6554632EBD}" dt="2021-10-14T10:53:15.823" v="16" actId="478"/>
          <ac:picMkLst>
            <pc:docMk/>
            <pc:sldMk cId="3172704546" sldId="291"/>
            <ac:picMk id="4" creationId="{589924F8-ECF6-4CBB-B139-2307DA43242A}"/>
          </ac:picMkLst>
        </pc:picChg>
        <pc:picChg chg="add mod">
          <ac:chgData name="KACHOUR Maher" userId="09775c39-7739-40bf-ba04-c8ef3ab24a94" providerId="ADAL" clId="{BEAA4BC1-7FAE-4519-B624-8E6554632EBD}" dt="2021-10-14T10:53:29.505" v="19" actId="26606"/>
          <ac:picMkLst>
            <pc:docMk/>
            <pc:sldMk cId="3172704546" sldId="291"/>
            <ac:picMk id="5" creationId="{D80CFA26-EFED-4393-A9F6-85E52325821D}"/>
          </ac:picMkLst>
        </pc:picChg>
      </pc:sldChg>
      <pc:sldChg chg="modSp add mod setBg">
        <pc:chgData name="KACHOUR Maher" userId="09775c39-7739-40bf-ba04-c8ef3ab24a94" providerId="ADAL" clId="{BEAA4BC1-7FAE-4519-B624-8E6554632EBD}" dt="2021-10-14T11:10:33.028" v="45" actId="20577"/>
        <pc:sldMkLst>
          <pc:docMk/>
          <pc:sldMk cId="3707336201" sldId="292"/>
        </pc:sldMkLst>
        <pc:spChg chg="mod">
          <ac:chgData name="KACHOUR Maher" userId="09775c39-7739-40bf-ba04-c8ef3ab24a94" providerId="ADAL" clId="{BEAA4BC1-7FAE-4519-B624-8E6554632EBD}" dt="2021-10-14T11:08:16.066" v="38" actId="20577"/>
          <ac:spMkLst>
            <pc:docMk/>
            <pc:sldMk cId="3707336201" sldId="292"/>
            <ac:spMk id="2" creationId="{8411F764-5DB7-4B94-AC77-9A64DC794E06}"/>
          </ac:spMkLst>
        </pc:spChg>
        <pc:graphicFrameChg chg="mod modGraphic">
          <ac:chgData name="KACHOUR Maher" userId="09775c39-7739-40bf-ba04-c8ef3ab24a94" providerId="ADAL" clId="{BEAA4BC1-7FAE-4519-B624-8E6554632EBD}" dt="2021-10-14T11:10:33.028" v="45" actId="20577"/>
          <ac:graphicFrameMkLst>
            <pc:docMk/>
            <pc:sldMk cId="3707336201" sldId="292"/>
            <ac:graphicFrameMk id="7" creationId="{1E8665D7-E1A3-4D0B-8409-16A5912FDDBC}"/>
          </ac:graphicFrameMkLst>
        </pc:graphicFrameChg>
      </pc:sldChg>
      <pc:sldChg chg="new del">
        <pc:chgData name="KACHOUR Maher" userId="09775c39-7739-40bf-ba04-c8ef3ab24a94" providerId="ADAL" clId="{BEAA4BC1-7FAE-4519-B624-8E6554632EBD}" dt="2021-10-14T11:22:34.753" v="48" actId="47"/>
        <pc:sldMkLst>
          <pc:docMk/>
          <pc:sldMk cId="2706366947" sldId="293"/>
        </pc:sldMkLst>
      </pc:sldChg>
      <pc:sldChg chg="modSp add mod">
        <pc:chgData name="KACHOUR Maher" userId="09775c39-7739-40bf-ba04-c8ef3ab24a94" providerId="ADAL" clId="{BEAA4BC1-7FAE-4519-B624-8E6554632EBD}" dt="2021-10-14T13:25:43.265" v="226" actId="20577"/>
        <pc:sldMkLst>
          <pc:docMk/>
          <pc:sldMk cId="81781345" sldId="294"/>
        </pc:sldMkLst>
        <pc:spChg chg="mod">
          <ac:chgData name="KACHOUR Maher" userId="09775c39-7739-40bf-ba04-c8ef3ab24a94" providerId="ADAL" clId="{BEAA4BC1-7FAE-4519-B624-8E6554632EBD}" dt="2021-10-14T11:22:38.718" v="50" actId="20577"/>
          <ac:spMkLst>
            <pc:docMk/>
            <pc:sldMk cId="81781345" sldId="294"/>
            <ac:spMk id="2" creationId="{F64BF0DD-FFC4-4682-9A3D-7B4B235439A5}"/>
          </ac:spMkLst>
        </pc:spChg>
        <pc:spChg chg="mod">
          <ac:chgData name="KACHOUR Maher" userId="09775c39-7739-40bf-ba04-c8ef3ab24a94" providerId="ADAL" clId="{BEAA4BC1-7FAE-4519-B624-8E6554632EBD}" dt="2021-10-14T13:25:43.265" v="226" actId="20577"/>
          <ac:spMkLst>
            <pc:docMk/>
            <pc:sldMk cId="81781345" sldId="294"/>
            <ac:spMk id="3" creationId="{145B38BC-A63B-42B9-AB9C-772C30ACA228}"/>
          </ac:spMkLst>
        </pc:spChg>
        <pc:graphicFrameChg chg="mod modGraphic">
          <ac:chgData name="KACHOUR Maher" userId="09775c39-7739-40bf-ba04-c8ef3ab24a94" providerId="ADAL" clId="{BEAA4BC1-7FAE-4519-B624-8E6554632EBD}" dt="2021-10-14T13:24:11.357" v="209" actId="20577"/>
          <ac:graphicFrameMkLst>
            <pc:docMk/>
            <pc:sldMk cId="81781345" sldId="294"/>
            <ac:graphicFrameMk id="4" creationId="{611E66A5-294F-4D20-BCBB-2ACE900D43D4}"/>
          </ac:graphicFrameMkLst>
        </pc:graphicFrameChg>
      </pc:sldChg>
      <pc:sldChg chg="addSp delSp modSp new mod">
        <pc:chgData name="KACHOUR Maher" userId="09775c39-7739-40bf-ba04-c8ef3ab24a94" providerId="ADAL" clId="{BEAA4BC1-7FAE-4519-B624-8E6554632EBD}" dt="2021-10-14T13:24:43.134" v="217" actId="1076"/>
        <pc:sldMkLst>
          <pc:docMk/>
          <pc:sldMk cId="2124052879" sldId="295"/>
        </pc:sldMkLst>
        <pc:spChg chg="del">
          <ac:chgData name="KACHOUR Maher" userId="09775c39-7739-40bf-ba04-c8ef3ab24a94" providerId="ADAL" clId="{BEAA4BC1-7FAE-4519-B624-8E6554632EBD}" dt="2021-10-14T11:25:31.815" v="90" actId="478"/>
          <ac:spMkLst>
            <pc:docMk/>
            <pc:sldMk cId="2124052879" sldId="295"/>
            <ac:spMk id="2" creationId="{0F058FC4-7D21-493F-B1C6-22B087403FCF}"/>
          </ac:spMkLst>
        </pc:spChg>
        <pc:spChg chg="del">
          <ac:chgData name="KACHOUR Maher" userId="09775c39-7739-40bf-ba04-c8ef3ab24a94" providerId="ADAL" clId="{BEAA4BC1-7FAE-4519-B624-8E6554632EBD}" dt="2021-10-14T11:25:34.793" v="91" actId="478"/>
          <ac:spMkLst>
            <pc:docMk/>
            <pc:sldMk cId="2124052879" sldId="295"/>
            <ac:spMk id="3" creationId="{75BC1C8D-9453-4837-BEBC-FE6C1F4D78CB}"/>
          </ac:spMkLst>
        </pc:spChg>
        <pc:spChg chg="add mod">
          <ac:chgData name="KACHOUR Maher" userId="09775c39-7739-40bf-ba04-c8ef3ab24a94" providerId="ADAL" clId="{BEAA4BC1-7FAE-4519-B624-8E6554632EBD}" dt="2021-10-14T11:25:56.733" v="96" actId="1076"/>
          <ac:spMkLst>
            <pc:docMk/>
            <pc:sldMk cId="2124052879" sldId="295"/>
            <ac:spMk id="4" creationId="{7C3387F6-B0BE-4FCD-B734-C535B5AF7819}"/>
          </ac:spMkLst>
        </pc:spChg>
        <pc:spChg chg="add del mod">
          <ac:chgData name="KACHOUR Maher" userId="09775c39-7739-40bf-ba04-c8ef3ab24a94" providerId="ADAL" clId="{BEAA4BC1-7FAE-4519-B624-8E6554632EBD}" dt="2021-10-14T13:24:20.422" v="211" actId="478"/>
          <ac:spMkLst>
            <pc:docMk/>
            <pc:sldMk cId="2124052879" sldId="295"/>
            <ac:spMk id="6" creationId="{29B5047B-0190-41D8-846F-9AACAB62E14F}"/>
          </ac:spMkLst>
        </pc:spChg>
        <pc:spChg chg="add del mod">
          <ac:chgData name="KACHOUR Maher" userId="09775c39-7739-40bf-ba04-c8ef3ab24a94" providerId="ADAL" clId="{BEAA4BC1-7FAE-4519-B624-8E6554632EBD}" dt="2021-10-14T11:28:13.617" v="135" actId="478"/>
          <ac:spMkLst>
            <pc:docMk/>
            <pc:sldMk cId="2124052879" sldId="295"/>
            <ac:spMk id="7" creationId="{7FB162CA-3529-4C96-92E7-A8DB547E3FA3}"/>
          </ac:spMkLst>
        </pc:spChg>
        <pc:picChg chg="add mod">
          <ac:chgData name="KACHOUR Maher" userId="09775c39-7739-40bf-ba04-c8ef3ab24a94" providerId="ADAL" clId="{BEAA4BC1-7FAE-4519-B624-8E6554632EBD}" dt="2021-10-14T13:24:24.970" v="212" actId="1076"/>
          <ac:picMkLst>
            <pc:docMk/>
            <pc:sldMk cId="2124052879" sldId="295"/>
            <ac:picMk id="5" creationId="{74F018CD-E332-47B5-B5F1-014A51B449F1}"/>
          </ac:picMkLst>
        </pc:picChg>
        <pc:picChg chg="add mod">
          <ac:chgData name="KACHOUR Maher" userId="09775c39-7739-40bf-ba04-c8ef3ab24a94" providerId="ADAL" clId="{BEAA4BC1-7FAE-4519-B624-8E6554632EBD}" dt="2021-10-14T13:24:43.134" v="217" actId="1076"/>
          <ac:picMkLst>
            <pc:docMk/>
            <pc:sldMk cId="2124052879" sldId="295"/>
            <ac:picMk id="8" creationId="{716207A5-39BD-4DC0-9B6E-9C67B8A8DEA9}"/>
          </ac:picMkLst>
        </pc:picChg>
      </pc:sldChg>
      <pc:sldChg chg="addSp delSp modSp add mod">
        <pc:chgData name="KACHOUR Maher" userId="09775c39-7739-40bf-ba04-c8ef3ab24a94" providerId="ADAL" clId="{BEAA4BC1-7FAE-4519-B624-8E6554632EBD}" dt="2021-10-14T13:30:56.116" v="245" actId="207"/>
        <pc:sldMkLst>
          <pc:docMk/>
          <pc:sldMk cId="3573732356" sldId="296"/>
        </pc:sldMkLst>
        <pc:spChg chg="mod">
          <ac:chgData name="KACHOUR Maher" userId="09775c39-7739-40bf-ba04-c8ef3ab24a94" providerId="ADAL" clId="{BEAA4BC1-7FAE-4519-B624-8E6554632EBD}" dt="2021-10-14T13:30:56.116" v="245" actId="207"/>
          <ac:spMkLst>
            <pc:docMk/>
            <pc:sldMk cId="3573732356" sldId="296"/>
            <ac:spMk id="4" creationId="{7C3387F6-B0BE-4FCD-B734-C535B5AF7819}"/>
          </ac:spMkLst>
        </pc:spChg>
        <pc:picChg chg="add mod">
          <ac:chgData name="KACHOUR Maher" userId="09775c39-7739-40bf-ba04-c8ef3ab24a94" providerId="ADAL" clId="{BEAA4BC1-7FAE-4519-B624-8E6554632EBD}" dt="2021-10-14T13:27:18.157" v="228" actId="1076"/>
          <ac:picMkLst>
            <pc:docMk/>
            <pc:sldMk cId="3573732356" sldId="296"/>
            <ac:picMk id="3" creationId="{BA305F69-2614-4837-B72A-E4B96D23BFA2}"/>
          </ac:picMkLst>
        </pc:picChg>
        <pc:picChg chg="del">
          <ac:chgData name="KACHOUR Maher" userId="09775c39-7739-40bf-ba04-c8ef3ab24a94" providerId="ADAL" clId="{BEAA4BC1-7FAE-4519-B624-8E6554632EBD}" dt="2021-10-14T13:25:16.956" v="220" actId="478"/>
          <ac:picMkLst>
            <pc:docMk/>
            <pc:sldMk cId="3573732356" sldId="296"/>
            <ac:picMk id="5" creationId="{74F018CD-E332-47B5-B5F1-014A51B449F1}"/>
          </ac:picMkLst>
        </pc:picChg>
        <pc:picChg chg="del">
          <ac:chgData name="KACHOUR Maher" userId="09775c39-7739-40bf-ba04-c8ef3ab24a94" providerId="ADAL" clId="{BEAA4BC1-7FAE-4519-B624-8E6554632EBD}" dt="2021-10-14T13:25:19.042" v="221" actId="478"/>
          <ac:picMkLst>
            <pc:docMk/>
            <pc:sldMk cId="3573732356" sldId="296"/>
            <ac:picMk id="8" creationId="{716207A5-39BD-4DC0-9B6E-9C67B8A8DEA9}"/>
          </ac:picMkLst>
        </pc:picChg>
      </pc:sldChg>
      <pc:sldChg chg="new del">
        <pc:chgData name="KACHOUR Maher" userId="09775c39-7739-40bf-ba04-c8ef3ab24a94" providerId="ADAL" clId="{BEAA4BC1-7FAE-4519-B624-8E6554632EBD}" dt="2021-10-14T13:46:03.382" v="297" actId="47"/>
        <pc:sldMkLst>
          <pc:docMk/>
          <pc:sldMk cId="1309226118" sldId="297"/>
        </pc:sldMkLst>
      </pc:sldChg>
      <pc:sldChg chg="addSp delSp modSp new mod">
        <pc:chgData name="KACHOUR Maher" userId="09775c39-7739-40bf-ba04-c8ef3ab24a94" providerId="ADAL" clId="{BEAA4BC1-7FAE-4519-B624-8E6554632EBD}" dt="2021-10-14T13:45:49.277" v="296" actId="14100"/>
        <pc:sldMkLst>
          <pc:docMk/>
          <pc:sldMk cId="4267137901" sldId="298"/>
        </pc:sldMkLst>
        <pc:spChg chg="del">
          <ac:chgData name="KACHOUR Maher" userId="09775c39-7739-40bf-ba04-c8ef3ab24a94" providerId="ADAL" clId="{BEAA4BC1-7FAE-4519-B624-8E6554632EBD}" dt="2021-10-14T13:44:20.489" v="276" actId="478"/>
          <ac:spMkLst>
            <pc:docMk/>
            <pc:sldMk cId="4267137901" sldId="298"/>
            <ac:spMk id="2" creationId="{890787E1-E442-401A-ACEC-7E0DFDCC9A7E}"/>
          </ac:spMkLst>
        </pc:spChg>
        <pc:spChg chg="del">
          <ac:chgData name="KACHOUR Maher" userId="09775c39-7739-40bf-ba04-c8ef3ab24a94" providerId="ADAL" clId="{BEAA4BC1-7FAE-4519-B624-8E6554632EBD}" dt="2021-10-14T13:44:24.085" v="277" actId="478"/>
          <ac:spMkLst>
            <pc:docMk/>
            <pc:sldMk cId="4267137901" sldId="298"/>
            <ac:spMk id="3" creationId="{89581B14-077F-400D-8F4B-FE826C9A1D4D}"/>
          </ac:spMkLst>
        </pc:spChg>
        <pc:spChg chg="add mod">
          <ac:chgData name="KACHOUR Maher" userId="09775c39-7739-40bf-ba04-c8ef3ab24a94" providerId="ADAL" clId="{BEAA4BC1-7FAE-4519-B624-8E6554632EBD}" dt="2021-10-14T13:44:49.931" v="282" actId="790"/>
          <ac:spMkLst>
            <pc:docMk/>
            <pc:sldMk cId="4267137901" sldId="298"/>
            <ac:spMk id="4" creationId="{438FFB6A-8ED5-4CFA-A61F-9EEEEA2B8C93}"/>
          </ac:spMkLst>
        </pc:spChg>
        <pc:picChg chg="add mod">
          <ac:chgData name="KACHOUR Maher" userId="09775c39-7739-40bf-ba04-c8ef3ab24a94" providerId="ADAL" clId="{BEAA4BC1-7FAE-4519-B624-8E6554632EBD}" dt="2021-10-14T13:45:24.947" v="289" actId="1076"/>
          <ac:picMkLst>
            <pc:docMk/>
            <pc:sldMk cId="4267137901" sldId="298"/>
            <ac:picMk id="5" creationId="{F4882396-1AA4-43EB-A30D-42BCC50131A3}"/>
          </ac:picMkLst>
        </pc:picChg>
        <pc:picChg chg="add mod">
          <ac:chgData name="KACHOUR Maher" userId="09775c39-7739-40bf-ba04-c8ef3ab24a94" providerId="ADAL" clId="{BEAA4BC1-7FAE-4519-B624-8E6554632EBD}" dt="2021-10-14T13:45:49.277" v="296" actId="14100"/>
          <ac:picMkLst>
            <pc:docMk/>
            <pc:sldMk cId="4267137901" sldId="298"/>
            <ac:picMk id="6" creationId="{D9F875F3-1E8A-4E2C-871E-AB881101D362}"/>
          </ac:picMkLst>
        </pc:picChg>
      </pc:sldChg>
      <pc:sldChg chg="modSp add mod">
        <pc:chgData name="KACHOUR Maher" userId="09775c39-7739-40bf-ba04-c8ef3ab24a94" providerId="ADAL" clId="{BEAA4BC1-7FAE-4519-B624-8E6554632EBD}" dt="2021-10-14T13:49:05.350" v="368"/>
        <pc:sldMkLst>
          <pc:docMk/>
          <pc:sldMk cId="3150269305" sldId="299"/>
        </pc:sldMkLst>
        <pc:spChg chg="mod">
          <ac:chgData name="KACHOUR Maher" userId="09775c39-7739-40bf-ba04-c8ef3ab24a94" providerId="ADAL" clId="{BEAA4BC1-7FAE-4519-B624-8E6554632EBD}" dt="2021-10-14T13:47:13.463" v="302" actId="790"/>
          <ac:spMkLst>
            <pc:docMk/>
            <pc:sldMk cId="3150269305" sldId="299"/>
            <ac:spMk id="2" creationId="{FA41B47A-EB61-4D5C-864F-D1A46B853A92}"/>
          </ac:spMkLst>
        </pc:spChg>
        <pc:spChg chg="mod">
          <ac:chgData name="KACHOUR Maher" userId="09775c39-7739-40bf-ba04-c8ef3ab24a94" providerId="ADAL" clId="{BEAA4BC1-7FAE-4519-B624-8E6554632EBD}" dt="2021-10-14T13:49:05.350" v="368"/>
          <ac:spMkLst>
            <pc:docMk/>
            <pc:sldMk cId="3150269305" sldId="299"/>
            <ac:spMk id="3" creationId="{5B3F578E-58E2-4F8D-B15B-FE1473B5FFFC}"/>
          </ac:spMkLst>
        </pc:spChg>
        <pc:graphicFrameChg chg="mod modGraphic">
          <ac:chgData name="KACHOUR Maher" userId="09775c39-7739-40bf-ba04-c8ef3ab24a94" providerId="ADAL" clId="{BEAA4BC1-7FAE-4519-B624-8E6554632EBD}" dt="2021-10-14T13:47:55.533" v="314" actId="1076"/>
          <ac:graphicFrameMkLst>
            <pc:docMk/>
            <pc:sldMk cId="3150269305" sldId="299"/>
            <ac:graphicFrameMk id="4" creationId="{9BFD17B1-4CF9-46F2-8F3B-77E550FEA4BD}"/>
          </ac:graphicFrameMkLst>
        </pc:graphicFrameChg>
      </pc:sldChg>
      <pc:sldChg chg="addSp delSp modSp add mod">
        <pc:chgData name="KACHOUR Maher" userId="09775c39-7739-40bf-ba04-c8ef3ab24a94" providerId="ADAL" clId="{BEAA4BC1-7FAE-4519-B624-8E6554632EBD}" dt="2021-10-14T13:56:32.641" v="374" actId="14100"/>
        <pc:sldMkLst>
          <pc:docMk/>
          <pc:sldMk cId="4273408305" sldId="300"/>
        </pc:sldMkLst>
        <pc:spChg chg="mod">
          <ac:chgData name="KACHOUR Maher" userId="09775c39-7739-40bf-ba04-c8ef3ab24a94" providerId="ADAL" clId="{BEAA4BC1-7FAE-4519-B624-8E6554632EBD}" dt="2021-10-14T13:55:49.681" v="371"/>
          <ac:spMkLst>
            <pc:docMk/>
            <pc:sldMk cId="4273408305" sldId="300"/>
            <ac:spMk id="3" creationId="{F63BDC8B-3BBE-45AA-AA92-F1E6DF4DDD1A}"/>
          </ac:spMkLst>
        </pc:spChg>
        <pc:picChg chg="add mod">
          <ac:chgData name="KACHOUR Maher" userId="09775c39-7739-40bf-ba04-c8ef3ab24a94" providerId="ADAL" clId="{BEAA4BC1-7FAE-4519-B624-8E6554632EBD}" dt="2021-10-14T13:56:32.641" v="374" actId="14100"/>
          <ac:picMkLst>
            <pc:docMk/>
            <pc:sldMk cId="4273408305" sldId="300"/>
            <ac:picMk id="5" creationId="{FB335443-DCBE-4264-B6C4-C37BAD9C03F2}"/>
          </ac:picMkLst>
        </pc:picChg>
        <pc:picChg chg="del">
          <ac:chgData name="KACHOUR Maher" userId="09775c39-7739-40bf-ba04-c8ef3ab24a94" providerId="ADAL" clId="{BEAA4BC1-7FAE-4519-B624-8E6554632EBD}" dt="2021-10-14T13:54:58.792" v="370" actId="478"/>
          <ac:picMkLst>
            <pc:docMk/>
            <pc:sldMk cId="4273408305" sldId="300"/>
            <ac:picMk id="6" creationId="{9584B911-4480-4EFF-B420-4791E5E0EC5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Session 2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897A50-0854-4ACC-9469-1C4B787E3B1C}"/>
              </a:ext>
            </a:extLst>
          </p:cNvPr>
          <p:cNvSpPr>
            <a:spLocks noGrp="1"/>
          </p:cNvSpPr>
          <p:nvPr>
            <p:ph type="title"/>
          </p:nvPr>
        </p:nvSpPr>
        <p:spPr/>
        <p:txBody>
          <a:bodyPr>
            <a:normAutofit fontScale="90000"/>
          </a:bodyPr>
          <a:lstStyle/>
          <a:p>
            <a:r>
              <a:rPr lang="en-ZA" dirty="0">
                <a:latin typeface="Cambria" panose="02040503050406030204" pitchFamily="18" charset="0"/>
                <a:ea typeface="Cambria" panose="02040503050406030204" pitchFamily="18" charset="0"/>
              </a:rPr>
              <a:t>Graphical representation of data</a:t>
            </a:r>
            <a:r>
              <a:rPr lang="fr-FR" dirty="0">
                <a:latin typeface="Cambria" panose="02040503050406030204" pitchFamily="18" charset="0"/>
                <a:ea typeface="Cambria" panose="02040503050406030204" pitchFamily="18" charset="0"/>
              </a:rPr>
              <a:t>
</a:t>
            </a:r>
          </a:p>
        </p:txBody>
      </p:sp>
      <p:sp>
        <p:nvSpPr>
          <p:cNvPr id="3" name="Espace réservé du contenu 2">
            <a:extLst>
              <a:ext uri="{FF2B5EF4-FFF2-40B4-BE49-F238E27FC236}">
                <a16:creationId xmlns:a16="http://schemas.microsoft.com/office/drawing/2014/main" id="{C79845DC-555F-44E1-9A4C-2B31A5F11871}"/>
              </a:ext>
            </a:extLst>
          </p:cNvPr>
          <p:cNvSpPr>
            <a:spLocks noGrp="1"/>
          </p:cNvSpPr>
          <p:nvPr>
            <p:ph idx="1"/>
          </p:nvPr>
        </p:nvSpPr>
        <p:spPr/>
        <p:txBody>
          <a:bodyPr>
            <a:normAutofit/>
          </a:bodyPr>
          <a:lstStyle/>
          <a:p>
            <a:pPr marL="0" indent="0">
              <a:buNone/>
            </a:pPr>
            <a:r>
              <a:rPr lang="en-US" sz="1800" dirty="0">
                <a:latin typeface="Cambria" panose="02040503050406030204" pitchFamily="18" charset="0"/>
                <a:ea typeface="Cambria" panose="02040503050406030204" pitchFamily="18" charset="0"/>
              </a:rPr>
              <a:t>The case of data from a qualitative variable </a:t>
            </a:r>
            <a:r>
              <a:rPr lang="fr-FR" sz="1800" dirty="0">
                <a:latin typeface="Cambria" panose="02040503050406030204" pitchFamily="18" charset="0"/>
                <a:ea typeface="Cambria" panose="02040503050406030204" pitchFamily="18" charset="0"/>
              </a:rPr>
              <a:t>:</a:t>
            </a:r>
          </a:p>
          <a:p>
            <a:pPr>
              <a:buFont typeface="Wingdings" panose="05000000000000000000" pitchFamily="2" charset="2"/>
              <a:buChar char="q"/>
            </a:pPr>
            <a:r>
              <a:rPr lang="fr-FR" sz="1800" dirty="0">
                <a:latin typeface="Cambria" panose="02040503050406030204" pitchFamily="18" charset="0"/>
                <a:ea typeface="Cambria" panose="02040503050406030204" pitchFamily="18" charset="0"/>
              </a:rPr>
              <a:t> The bar chart </a:t>
            </a:r>
          </a:p>
          <a:p>
            <a:pPr>
              <a:buFont typeface="Wingdings" panose="05000000000000000000" pitchFamily="2" charset="2"/>
              <a:buChar char="q"/>
            </a:pPr>
            <a:endParaRPr lang="fr-FR" sz="1800" dirty="0">
              <a:latin typeface="Cambria" panose="02040503050406030204" pitchFamily="18" charset="0"/>
              <a:ea typeface="Cambria" panose="02040503050406030204" pitchFamily="18" charset="0"/>
            </a:endParaRPr>
          </a:p>
          <a:p>
            <a:pPr marL="0" indent="0">
              <a:buNone/>
            </a:pPr>
            <a:endParaRPr lang="fr-FR" sz="1800" dirty="0">
              <a:latin typeface="Cambria" panose="02040503050406030204" pitchFamily="18" charset="0"/>
              <a:ea typeface="Cambria" panose="02040503050406030204" pitchFamily="18" charset="0"/>
            </a:endParaRPr>
          </a:p>
          <a:p>
            <a:pPr marL="0" indent="0">
              <a:buNone/>
            </a:pPr>
            <a:endParaRPr lang="fr-FR" sz="1800" dirty="0">
              <a:latin typeface="Cambria" panose="02040503050406030204" pitchFamily="18" charset="0"/>
              <a:ea typeface="Cambria" panose="02040503050406030204" pitchFamily="18" charset="0"/>
            </a:endParaRPr>
          </a:p>
          <a:p>
            <a:pPr marL="0" indent="0">
              <a:buNone/>
            </a:pPr>
            <a:endParaRPr lang="fr-FR" sz="1800" dirty="0">
              <a:latin typeface="Cambria" panose="02040503050406030204" pitchFamily="18" charset="0"/>
              <a:ea typeface="Cambria" panose="02040503050406030204" pitchFamily="18" charset="0"/>
            </a:endParaRP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latin typeface="Cambria" panose="02040503050406030204" pitchFamily="18" charset="0"/>
                <a:ea typeface="Cambria" panose="02040503050406030204" pitchFamily="18" charset="0"/>
              </a:rPr>
              <a:t>The pie chart</a:t>
            </a:r>
          </a:p>
        </p:txBody>
      </p:sp>
      <p:pic>
        <p:nvPicPr>
          <p:cNvPr id="6" name="Image 5">
            <a:extLst>
              <a:ext uri="{FF2B5EF4-FFF2-40B4-BE49-F238E27FC236}">
                <a16:creationId xmlns:a16="http://schemas.microsoft.com/office/drawing/2014/main" id="{4E82C18B-E4F9-4805-893B-AEA7099DBAAC}"/>
              </a:ext>
            </a:extLst>
          </p:cNvPr>
          <p:cNvPicPr>
            <a:picLocks noChangeAspect="1"/>
          </p:cNvPicPr>
          <p:nvPr/>
        </p:nvPicPr>
        <p:blipFill rotWithShape="1">
          <a:blip r:embed="rId2"/>
          <a:srcRect l="27237" t="30400" r="28738" b="45648"/>
          <a:stretch/>
        </p:blipFill>
        <p:spPr>
          <a:xfrm>
            <a:off x="755576" y="2390667"/>
            <a:ext cx="4025660" cy="1231963"/>
          </a:xfrm>
          <a:prstGeom prst="rect">
            <a:avLst/>
          </a:prstGeom>
        </p:spPr>
      </p:pic>
      <p:grpSp>
        <p:nvGrpSpPr>
          <p:cNvPr id="13" name="Groupe 12">
            <a:extLst>
              <a:ext uri="{FF2B5EF4-FFF2-40B4-BE49-F238E27FC236}">
                <a16:creationId xmlns:a16="http://schemas.microsoft.com/office/drawing/2014/main" id="{4C510CC2-D23D-4F71-88C1-04C065378B04}"/>
              </a:ext>
            </a:extLst>
          </p:cNvPr>
          <p:cNvGrpSpPr/>
          <p:nvPr/>
        </p:nvGrpSpPr>
        <p:grpSpPr>
          <a:xfrm>
            <a:off x="571440" y="4528637"/>
            <a:ext cx="4422539" cy="1000761"/>
            <a:chOff x="571440" y="4528637"/>
            <a:chExt cx="4422539" cy="1000761"/>
          </a:xfrm>
        </p:grpSpPr>
        <p:pic>
          <p:nvPicPr>
            <p:cNvPr id="10" name="Image 9">
              <a:extLst>
                <a:ext uri="{FF2B5EF4-FFF2-40B4-BE49-F238E27FC236}">
                  <a16:creationId xmlns:a16="http://schemas.microsoft.com/office/drawing/2014/main" id="{B35D7B94-60C5-4073-A5F2-75CDC17AE306}"/>
                </a:ext>
              </a:extLst>
            </p:cNvPr>
            <p:cNvPicPr>
              <a:picLocks noChangeAspect="1"/>
            </p:cNvPicPr>
            <p:nvPr/>
          </p:nvPicPr>
          <p:blipFill rotWithShape="1">
            <a:blip r:embed="rId2"/>
            <a:srcRect l="26450" t="69133" r="29525" b="17838"/>
            <a:stretch/>
          </p:blipFill>
          <p:spPr>
            <a:xfrm>
              <a:off x="571440" y="4528637"/>
              <a:ext cx="4380307" cy="729163"/>
            </a:xfrm>
            <a:prstGeom prst="rect">
              <a:avLst/>
            </a:prstGeom>
          </p:spPr>
        </p:pic>
        <p:sp>
          <p:nvSpPr>
            <p:cNvPr id="12" name="Rectangle 11">
              <a:extLst>
                <a:ext uri="{FF2B5EF4-FFF2-40B4-BE49-F238E27FC236}">
                  <a16:creationId xmlns:a16="http://schemas.microsoft.com/office/drawing/2014/main" id="{CF0E0C4A-772A-4C6F-8524-3B62F20513E6}"/>
                </a:ext>
              </a:extLst>
            </p:cNvPr>
            <p:cNvSpPr/>
            <p:nvPr/>
          </p:nvSpPr>
          <p:spPr>
            <a:xfrm>
              <a:off x="2555776" y="5092488"/>
              <a:ext cx="2438203" cy="4369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4" name="Bulle narrative : ronde 3">
            <a:extLst>
              <a:ext uri="{FF2B5EF4-FFF2-40B4-BE49-F238E27FC236}">
                <a16:creationId xmlns:a16="http://schemas.microsoft.com/office/drawing/2014/main" id="{6A4A0999-DAF1-4594-95CA-B3FD48C6BA9F}"/>
              </a:ext>
            </a:extLst>
          </p:cNvPr>
          <p:cNvSpPr/>
          <p:nvPr/>
        </p:nvSpPr>
        <p:spPr>
          <a:xfrm>
            <a:off x="5724128" y="3501008"/>
            <a:ext cx="2520280" cy="1591480"/>
          </a:xfrm>
          <a:prstGeom prst="wedgeEllipseCallout">
            <a:avLst>
              <a:gd name="adj1" fmla="val -83003"/>
              <a:gd name="adj2" fmla="val 59471"/>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a:extLst>
              <a:ext uri="{FF2B5EF4-FFF2-40B4-BE49-F238E27FC236}">
                <a16:creationId xmlns:a16="http://schemas.microsoft.com/office/drawing/2014/main" id="{C2F1EF1A-C087-491A-B1A9-9455B3872CC5}"/>
              </a:ext>
            </a:extLst>
          </p:cNvPr>
          <p:cNvPicPr>
            <a:picLocks noChangeAspect="1"/>
          </p:cNvPicPr>
          <p:nvPr/>
        </p:nvPicPr>
        <p:blipFill>
          <a:blip r:embed="rId3"/>
          <a:stretch>
            <a:fillRect/>
          </a:stretch>
        </p:blipFill>
        <p:spPr>
          <a:xfrm>
            <a:off x="5971640" y="3841453"/>
            <a:ext cx="2025255" cy="910590"/>
          </a:xfrm>
          <a:prstGeom prst="rect">
            <a:avLst/>
          </a:prstGeom>
        </p:spPr>
      </p:pic>
    </p:spTree>
    <p:extLst>
      <p:ext uri="{BB962C8B-B14F-4D97-AF65-F5344CB8AC3E}">
        <p14:creationId xmlns:p14="http://schemas.microsoft.com/office/powerpoint/2010/main" val="1875685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11F764-5DB7-4B94-AC77-9A64DC794E06}"/>
              </a:ext>
            </a:extLst>
          </p:cNvPr>
          <p:cNvSpPr>
            <a:spLocks noGrp="1"/>
          </p:cNvSpPr>
          <p:nvPr>
            <p:ph type="title"/>
          </p:nvPr>
        </p:nvSpPr>
        <p:spPr>
          <a:xfrm>
            <a:off x="628649" y="291090"/>
            <a:ext cx="7886699" cy="932688"/>
          </a:xfrm>
        </p:spPr>
        <p:txBody>
          <a:bodyPr vert="horz" lIns="91440" tIns="45720" rIns="91440" bIns="45720" rtlCol="0" anchor="b">
            <a:normAutofit/>
          </a:bodyPr>
          <a:lstStyle/>
          <a:p>
            <a:pPr algn="l">
              <a:lnSpc>
                <a:spcPct val="90000"/>
              </a:lnSpc>
            </a:pPr>
            <a:r>
              <a:rPr lang="en-US" sz="4700" kern="1200" dirty="0">
                <a:solidFill>
                  <a:schemeClr val="tx1"/>
                </a:solidFill>
                <a:latin typeface="+mj-lt"/>
                <a:ea typeface="+mj-ea"/>
                <a:cs typeface="+mj-cs"/>
              </a:rPr>
              <a:t>Example </a:t>
            </a:r>
          </a:p>
        </p:txBody>
      </p:sp>
      <p:sp>
        <p:nvSpPr>
          <p:cNvPr id="6" name="Espace réservé du contenu 5">
            <a:extLst>
              <a:ext uri="{FF2B5EF4-FFF2-40B4-BE49-F238E27FC236}">
                <a16:creationId xmlns:a16="http://schemas.microsoft.com/office/drawing/2014/main" id="{6066338B-C7F7-4DB5-978B-8C2BD6C7D5AE}"/>
              </a:ext>
            </a:extLst>
          </p:cNvPr>
          <p:cNvSpPr>
            <a:spLocks noGrp="1"/>
          </p:cNvSpPr>
          <p:nvPr>
            <p:ph idx="1"/>
          </p:nvPr>
        </p:nvSpPr>
        <p:spPr/>
        <p:txBody>
          <a:bodyPr/>
          <a:lstStyle/>
          <a:p>
            <a:pPr marL="0" indent="0">
              <a:buNone/>
            </a:pPr>
            <a:r>
              <a:rPr lang="en-US" dirty="0"/>
              <a:t>The table below shows a country's budget 
</a:t>
            </a:r>
            <a:endParaRPr lang="fr-FR" dirty="0"/>
          </a:p>
        </p:txBody>
      </p:sp>
      <p:graphicFrame>
        <p:nvGraphicFramePr>
          <p:cNvPr id="7" name="Tableau 7">
            <a:extLst>
              <a:ext uri="{FF2B5EF4-FFF2-40B4-BE49-F238E27FC236}">
                <a16:creationId xmlns:a16="http://schemas.microsoft.com/office/drawing/2014/main" id="{1E8665D7-E1A3-4D0B-8409-16A5912FDDBC}"/>
              </a:ext>
            </a:extLst>
          </p:cNvPr>
          <p:cNvGraphicFramePr>
            <a:graphicFrameLocks noGrp="1"/>
          </p:cNvGraphicFramePr>
          <p:nvPr>
            <p:extLst>
              <p:ext uri="{D42A27DB-BD31-4B8C-83A1-F6EECF244321}">
                <p14:modId xmlns:p14="http://schemas.microsoft.com/office/powerpoint/2010/main" val="317720631"/>
              </p:ext>
            </p:extLst>
          </p:nvPr>
        </p:nvGraphicFramePr>
        <p:xfrm>
          <a:off x="1187624" y="2420888"/>
          <a:ext cx="6096000" cy="4206240"/>
        </p:xfrm>
        <a:graphic>
          <a:graphicData uri="http://schemas.openxmlformats.org/drawingml/2006/table">
            <a:tbl>
              <a:tblPr firstRow="1" bandRow="1">
                <a:tableStyleId>{5C22544A-7EE6-4342-B048-85BDC9FD1C3A}</a:tableStyleId>
              </a:tblPr>
              <a:tblGrid>
                <a:gridCol w="3384376">
                  <a:extLst>
                    <a:ext uri="{9D8B030D-6E8A-4147-A177-3AD203B41FA5}">
                      <a16:colId xmlns:a16="http://schemas.microsoft.com/office/drawing/2014/main" val="3657663472"/>
                    </a:ext>
                  </a:extLst>
                </a:gridCol>
                <a:gridCol w="2711624">
                  <a:extLst>
                    <a:ext uri="{9D8B030D-6E8A-4147-A177-3AD203B41FA5}">
                      <a16:colId xmlns:a16="http://schemas.microsoft.com/office/drawing/2014/main" val="3871635214"/>
                    </a:ext>
                  </a:extLst>
                </a:gridCol>
              </a:tblGrid>
              <a:tr h="580060">
                <a:tc>
                  <a:txBody>
                    <a:bodyPr/>
                    <a:lstStyle/>
                    <a:p>
                      <a:r>
                        <a:rPr lang="en-US" noProof="0"/>
                        <a:t>Source </a:t>
                      </a:r>
                    </a:p>
                  </a:txBody>
                  <a:tcPr/>
                </a:tc>
                <a:tc>
                  <a:txBody>
                    <a:bodyPr/>
                    <a:lstStyle/>
                    <a:p>
                      <a:r>
                        <a:rPr lang="en-US" noProof="0"/>
                        <a:t>Amount (billion)
</a:t>
                      </a:r>
                    </a:p>
                  </a:txBody>
                  <a:tcPr/>
                </a:tc>
                <a:extLst>
                  <a:ext uri="{0D108BD9-81ED-4DB2-BD59-A6C34878D82A}">
                    <a16:rowId xmlns:a16="http://schemas.microsoft.com/office/drawing/2014/main" val="2307806059"/>
                  </a:ext>
                </a:extLst>
              </a:tr>
              <a:tr h="336066">
                <a:tc>
                  <a:txBody>
                    <a:bodyPr/>
                    <a:lstStyle/>
                    <a:p>
                      <a:r>
                        <a:rPr lang="en-US" noProof="0" dirty="0"/>
                        <a:t>VAT</a:t>
                      </a:r>
                    </a:p>
                  </a:txBody>
                  <a:tcPr/>
                </a:tc>
                <a:tc>
                  <a:txBody>
                    <a:bodyPr/>
                    <a:lstStyle/>
                    <a:p>
                      <a:r>
                        <a:rPr lang="en-US" noProof="0"/>
                        <a:t>348</a:t>
                      </a:r>
                    </a:p>
                  </a:txBody>
                  <a:tcPr/>
                </a:tc>
                <a:extLst>
                  <a:ext uri="{0D108BD9-81ED-4DB2-BD59-A6C34878D82A}">
                    <a16:rowId xmlns:a16="http://schemas.microsoft.com/office/drawing/2014/main" val="676979014"/>
                  </a:ext>
                </a:extLst>
              </a:tr>
              <a:tr h="580060">
                <a:tc>
                  <a:txBody>
                    <a:bodyPr/>
                    <a:lstStyle/>
                    <a:p>
                      <a:r>
                        <a:rPr lang="en-US" noProof="0"/>
                        <a:t>Income taxes
</a:t>
                      </a:r>
                    </a:p>
                  </a:txBody>
                  <a:tcPr/>
                </a:tc>
                <a:tc>
                  <a:txBody>
                    <a:bodyPr/>
                    <a:lstStyle/>
                    <a:p>
                      <a:r>
                        <a:rPr lang="en-US" noProof="0"/>
                        <a:t>163</a:t>
                      </a:r>
                    </a:p>
                  </a:txBody>
                  <a:tcPr/>
                </a:tc>
                <a:extLst>
                  <a:ext uri="{0D108BD9-81ED-4DB2-BD59-A6C34878D82A}">
                    <a16:rowId xmlns:a16="http://schemas.microsoft.com/office/drawing/2014/main" val="1030427312"/>
                  </a:ext>
                </a:extLst>
              </a:tr>
              <a:tr h="580060">
                <a:tc>
                  <a:txBody>
                    <a:bodyPr/>
                    <a:lstStyle/>
                    <a:p>
                      <a:r>
                        <a:rPr lang="en-US" noProof="0"/>
                        <a:t>Corporate taxes
</a:t>
                      </a:r>
                    </a:p>
                  </a:txBody>
                  <a:tcPr/>
                </a:tc>
                <a:tc>
                  <a:txBody>
                    <a:bodyPr/>
                    <a:lstStyle/>
                    <a:p>
                      <a:r>
                        <a:rPr lang="en-US" noProof="0"/>
                        <a:t>71</a:t>
                      </a:r>
                    </a:p>
                  </a:txBody>
                  <a:tcPr/>
                </a:tc>
                <a:extLst>
                  <a:ext uri="{0D108BD9-81ED-4DB2-BD59-A6C34878D82A}">
                    <a16:rowId xmlns:a16="http://schemas.microsoft.com/office/drawing/2014/main" val="796633670"/>
                  </a:ext>
                </a:extLst>
              </a:tr>
              <a:tr h="580060">
                <a:tc>
                  <a:txBody>
                    <a:bodyPr/>
                    <a:lstStyle/>
                    <a:p>
                      <a:r>
                        <a:rPr lang="en-US" noProof="0"/>
                        <a:t>Taxes on petroleum products
</a:t>
                      </a:r>
                    </a:p>
                  </a:txBody>
                  <a:tcPr/>
                </a:tc>
                <a:tc>
                  <a:txBody>
                    <a:bodyPr/>
                    <a:lstStyle/>
                    <a:p>
                      <a:r>
                        <a:rPr lang="en-US" noProof="0"/>
                        <a:t>54</a:t>
                      </a:r>
                    </a:p>
                  </a:txBody>
                  <a:tcPr/>
                </a:tc>
                <a:extLst>
                  <a:ext uri="{0D108BD9-81ED-4DB2-BD59-A6C34878D82A}">
                    <a16:rowId xmlns:a16="http://schemas.microsoft.com/office/drawing/2014/main" val="3147400882"/>
                  </a:ext>
                </a:extLst>
              </a:tr>
              <a:tr h="580060">
                <a:tc>
                  <a:txBody>
                    <a:bodyPr/>
                    <a:lstStyle/>
                    <a:p>
                      <a:r>
                        <a:rPr lang="en-US" noProof="0"/>
                        <a:t>Other taxes 
</a:t>
                      </a:r>
                    </a:p>
                  </a:txBody>
                  <a:tcPr/>
                </a:tc>
                <a:tc>
                  <a:txBody>
                    <a:bodyPr/>
                    <a:lstStyle/>
                    <a:p>
                      <a:r>
                        <a:rPr lang="en-US" noProof="0"/>
                        <a:t>161</a:t>
                      </a:r>
                    </a:p>
                  </a:txBody>
                  <a:tcPr/>
                </a:tc>
                <a:extLst>
                  <a:ext uri="{0D108BD9-81ED-4DB2-BD59-A6C34878D82A}">
                    <a16:rowId xmlns:a16="http://schemas.microsoft.com/office/drawing/2014/main" val="162645995"/>
                  </a:ext>
                </a:extLst>
              </a:tr>
              <a:tr h="580060">
                <a:tc>
                  <a:txBody>
                    <a:bodyPr/>
                    <a:lstStyle/>
                    <a:p>
                      <a:r>
                        <a:rPr lang="en-US" noProof="0"/>
                        <a:t>Non-tax revenue
</a:t>
                      </a:r>
                    </a:p>
                  </a:txBody>
                  <a:tcPr/>
                </a:tc>
                <a:tc>
                  <a:txBody>
                    <a:bodyPr/>
                    <a:lstStyle/>
                    <a:p>
                      <a:r>
                        <a:rPr lang="en-US" noProof="0" dirty="0"/>
                        <a:t>41</a:t>
                      </a:r>
                    </a:p>
                  </a:txBody>
                  <a:tcPr/>
                </a:tc>
                <a:extLst>
                  <a:ext uri="{0D108BD9-81ED-4DB2-BD59-A6C34878D82A}">
                    <a16:rowId xmlns:a16="http://schemas.microsoft.com/office/drawing/2014/main" val="3251609534"/>
                  </a:ext>
                </a:extLst>
              </a:tr>
            </a:tbl>
          </a:graphicData>
        </a:graphic>
      </p:graphicFrame>
    </p:spTree>
    <p:extLst>
      <p:ext uri="{BB962C8B-B14F-4D97-AF65-F5344CB8AC3E}">
        <p14:creationId xmlns:p14="http://schemas.microsoft.com/office/powerpoint/2010/main" val="3707336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B764C1-7757-441E-B06B-03D21584827E}"/>
              </a:ext>
            </a:extLst>
          </p:cNvPr>
          <p:cNvSpPr>
            <a:spLocks noGrp="1"/>
          </p:cNvSpPr>
          <p:nvPr>
            <p:ph type="title"/>
          </p:nvPr>
        </p:nvSpPr>
        <p:spPr>
          <a:xfrm>
            <a:off x="628649" y="291090"/>
            <a:ext cx="7886699" cy="932688"/>
          </a:xfrm>
        </p:spPr>
        <p:txBody>
          <a:bodyPr vert="horz" lIns="91440" tIns="45720" rIns="91440" bIns="45720" rtlCol="0" anchor="b">
            <a:normAutofit/>
          </a:bodyPr>
          <a:lstStyle/>
          <a:p>
            <a:pPr algn="l">
              <a:lnSpc>
                <a:spcPct val="90000"/>
              </a:lnSpc>
            </a:pPr>
            <a:r>
              <a:rPr lang="en-US" sz="4700" kern="1200" dirty="0">
                <a:solidFill>
                  <a:schemeClr val="tx1"/>
                </a:solidFill>
                <a:latin typeface="+mj-lt"/>
                <a:ea typeface="+mj-ea"/>
                <a:cs typeface="+mj-cs"/>
              </a:rPr>
              <a:t>Example </a:t>
            </a:r>
          </a:p>
        </p:txBody>
      </p:sp>
      <p:pic>
        <p:nvPicPr>
          <p:cNvPr id="4" name="Image 3">
            <a:extLst>
              <a:ext uri="{FF2B5EF4-FFF2-40B4-BE49-F238E27FC236}">
                <a16:creationId xmlns:a16="http://schemas.microsoft.com/office/drawing/2014/main" id="{589924F8-ECF6-4CBB-B139-2307DA43242A}"/>
              </a:ext>
            </a:extLst>
          </p:cNvPr>
          <p:cNvPicPr>
            <a:picLocks noChangeAspect="1"/>
          </p:cNvPicPr>
          <p:nvPr/>
        </p:nvPicPr>
        <p:blipFill>
          <a:blip r:embed="rId2"/>
          <a:stretch>
            <a:fillRect/>
          </a:stretch>
        </p:blipFill>
        <p:spPr>
          <a:xfrm>
            <a:off x="1233093" y="1863801"/>
            <a:ext cx="6677813" cy="4440746"/>
          </a:xfrm>
          <a:prstGeom prst="rect">
            <a:avLst/>
          </a:prstGeom>
        </p:spPr>
      </p:pic>
    </p:spTree>
    <p:extLst>
      <p:ext uri="{BB962C8B-B14F-4D97-AF65-F5344CB8AC3E}">
        <p14:creationId xmlns:p14="http://schemas.microsoft.com/office/powerpoint/2010/main" val="3230167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B764C1-7757-441E-B06B-03D21584827E}"/>
              </a:ext>
            </a:extLst>
          </p:cNvPr>
          <p:cNvSpPr>
            <a:spLocks noGrp="1"/>
          </p:cNvSpPr>
          <p:nvPr>
            <p:ph type="title"/>
          </p:nvPr>
        </p:nvSpPr>
        <p:spPr>
          <a:xfrm>
            <a:off x="628649" y="291090"/>
            <a:ext cx="7886699" cy="932688"/>
          </a:xfrm>
        </p:spPr>
        <p:txBody>
          <a:bodyPr vert="horz" lIns="91440" tIns="45720" rIns="91440" bIns="45720" rtlCol="0" anchor="b">
            <a:normAutofit/>
          </a:bodyPr>
          <a:lstStyle/>
          <a:p>
            <a:pPr algn="l">
              <a:lnSpc>
                <a:spcPct val="90000"/>
              </a:lnSpc>
            </a:pPr>
            <a:r>
              <a:rPr lang="en-US" sz="4700" kern="1200">
                <a:solidFill>
                  <a:schemeClr val="tx1"/>
                </a:solidFill>
                <a:latin typeface="+mj-lt"/>
                <a:ea typeface="+mj-ea"/>
                <a:cs typeface="+mj-cs"/>
              </a:rPr>
              <a:t>Example </a:t>
            </a:r>
          </a:p>
        </p:txBody>
      </p:sp>
      <p:pic>
        <p:nvPicPr>
          <p:cNvPr id="5" name="Image 4">
            <a:extLst>
              <a:ext uri="{FF2B5EF4-FFF2-40B4-BE49-F238E27FC236}">
                <a16:creationId xmlns:a16="http://schemas.microsoft.com/office/drawing/2014/main" id="{D80CFA26-EFED-4393-A9F6-85E52325821D}"/>
              </a:ext>
            </a:extLst>
          </p:cNvPr>
          <p:cNvPicPr>
            <a:picLocks noChangeAspect="1"/>
          </p:cNvPicPr>
          <p:nvPr/>
        </p:nvPicPr>
        <p:blipFill>
          <a:blip r:embed="rId2"/>
          <a:stretch>
            <a:fillRect/>
          </a:stretch>
        </p:blipFill>
        <p:spPr>
          <a:xfrm>
            <a:off x="628650" y="2023775"/>
            <a:ext cx="7886699" cy="4120798"/>
          </a:xfrm>
          <a:prstGeom prst="rect">
            <a:avLst/>
          </a:prstGeom>
        </p:spPr>
      </p:pic>
    </p:spTree>
    <p:extLst>
      <p:ext uri="{BB962C8B-B14F-4D97-AF65-F5344CB8AC3E}">
        <p14:creationId xmlns:p14="http://schemas.microsoft.com/office/powerpoint/2010/main" val="31727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CB118A-A31E-488A-B655-E144CC01BD62}"/>
              </a:ext>
            </a:extLst>
          </p:cNvPr>
          <p:cNvSpPr>
            <a:spLocks noGrp="1"/>
          </p:cNvSpPr>
          <p:nvPr>
            <p:ph type="title"/>
          </p:nvPr>
        </p:nvSpPr>
        <p:spPr/>
        <p:txBody>
          <a:bodyPr>
            <a:normAutofit fontScale="90000"/>
          </a:bodyPr>
          <a:lstStyle/>
          <a:p>
            <a:r>
              <a:rPr lang="en-ZA" dirty="0">
                <a:latin typeface="Cambria" panose="02040503050406030204" pitchFamily="18" charset="0"/>
                <a:ea typeface="Cambria" panose="02040503050406030204" pitchFamily="18" charset="0"/>
              </a:rPr>
              <a:t>Graphical representation of data</a:t>
            </a:r>
            <a:r>
              <a:rPr lang="fr-FR" dirty="0">
                <a:latin typeface="Cambria" panose="02040503050406030204" pitchFamily="18" charset="0"/>
                <a:ea typeface="Cambria" panose="02040503050406030204" pitchFamily="18" charset="0"/>
              </a:rPr>
              <a:t>
</a:t>
            </a:r>
            <a:endParaRPr lang="fr-FR" dirty="0"/>
          </a:p>
        </p:txBody>
      </p:sp>
      <p:sp>
        <p:nvSpPr>
          <p:cNvPr id="3" name="Espace réservé du contenu 2">
            <a:extLst>
              <a:ext uri="{FF2B5EF4-FFF2-40B4-BE49-F238E27FC236}">
                <a16:creationId xmlns:a16="http://schemas.microsoft.com/office/drawing/2014/main" id="{CD23C7A6-D9A0-4598-B56E-17701BC7DD01}"/>
              </a:ext>
            </a:extLst>
          </p:cNvPr>
          <p:cNvSpPr>
            <a:spLocks noGrp="1"/>
          </p:cNvSpPr>
          <p:nvPr>
            <p:ph idx="1"/>
          </p:nvPr>
        </p:nvSpPr>
        <p:spPr>
          <a:xfrm>
            <a:off x="0" y="1446238"/>
            <a:ext cx="8229600" cy="4525963"/>
          </a:xfrm>
        </p:spPr>
        <p:txBody>
          <a:bodyPr>
            <a:normAutofit/>
          </a:bodyPr>
          <a:lstStyle/>
          <a:p>
            <a:pPr marL="0" indent="0">
              <a:buNone/>
            </a:pPr>
            <a:r>
              <a:rPr lang="en-US" sz="2000" dirty="0">
                <a:latin typeface="Cambria" panose="02040503050406030204" pitchFamily="18" charset="0"/>
                <a:ea typeface="Cambria" panose="02040503050406030204" pitchFamily="18" charset="0"/>
              </a:rPr>
              <a:t>The case of data from a discrete variable 
</a:t>
            </a:r>
            <a:endParaRPr lang="fr-FR" sz="2000" dirty="0">
              <a:latin typeface="Cambria" panose="02040503050406030204" pitchFamily="18" charset="0"/>
              <a:ea typeface="Cambria" panose="02040503050406030204" pitchFamily="18" charset="0"/>
            </a:endParaRPr>
          </a:p>
        </p:txBody>
      </p:sp>
      <p:pic>
        <p:nvPicPr>
          <p:cNvPr id="6" name="Image 5">
            <a:extLst>
              <a:ext uri="{FF2B5EF4-FFF2-40B4-BE49-F238E27FC236}">
                <a16:creationId xmlns:a16="http://schemas.microsoft.com/office/drawing/2014/main" id="{284117BE-71E2-4257-81AB-59477DE0DE5C}"/>
              </a:ext>
            </a:extLst>
          </p:cNvPr>
          <p:cNvPicPr>
            <a:picLocks noChangeAspect="1"/>
          </p:cNvPicPr>
          <p:nvPr/>
        </p:nvPicPr>
        <p:blipFill rotWithShape="1">
          <a:blip r:embed="rId2"/>
          <a:srcRect l="23613" t="28388" r="27149" b="46024"/>
          <a:stretch/>
        </p:blipFill>
        <p:spPr>
          <a:xfrm>
            <a:off x="395536" y="2188771"/>
            <a:ext cx="4032448" cy="2104325"/>
          </a:xfrm>
          <a:prstGeom prst="rect">
            <a:avLst/>
          </a:prstGeom>
        </p:spPr>
      </p:pic>
      <p:sp>
        <p:nvSpPr>
          <p:cNvPr id="4" name="Bulle narrative : ronde 3">
            <a:extLst>
              <a:ext uri="{FF2B5EF4-FFF2-40B4-BE49-F238E27FC236}">
                <a16:creationId xmlns:a16="http://schemas.microsoft.com/office/drawing/2014/main" id="{502F3BA2-C7B5-43BD-B8B0-F1B47A7D2AC5}"/>
              </a:ext>
            </a:extLst>
          </p:cNvPr>
          <p:cNvSpPr/>
          <p:nvPr/>
        </p:nvSpPr>
        <p:spPr>
          <a:xfrm>
            <a:off x="4572000" y="3429000"/>
            <a:ext cx="4320480" cy="3312368"/>
          </a:xfrm>
          <a:prstGeom prst="wedgeEllipseCallout">
            <a:avLst>
              <a:gd name="adj1" fmla="val -55115"/>
              <a:gd name="adj2" fmla="val -3343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AAA2770C-5CCA-41F9-B675-1C45BD89ED06}"/>
              </a:ext>
            </a:extLst>
          </p:cNvPr>
          <p:cNvPicPr>
            <a:picLocks noChangeAspect="1"/>
          </p:cNvPicPr>
          <p:nvPr/>
        </p:nvPicPr>
        <p:blipFill>
          <a:blip r:embed="rId3"/>
          <a:stretch>
            <a:fillRect/>
          </a:stretch>
        </p:blipFill>
        <p:spPr>
          <a:xfrm>
            <a:off x="4806997" y="4390876"/>
            <a:ext cx="3879803" cy="1388615"/>
          </a:xfrm>
          <a:prstGeom prst="rect">
            <a:avLst/>
          </a:prstGeom>
        </p:spPr>
      </p:pic>
    </p:spTree>
    <p:extLst>
      <p:ext uri="{BB962C8B-B14F-4D97-AF65-F5344CB8AC3E}">
        <p14:creationId xmlns:p14="http://schemas.microsoft.com/office/powerpoint/2010/main" val="638055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4BF0DD-FFC4-4682-9A3D-7B4B235439A5}"/>
              </a:ext>
            </a:extLst>
          </p:cNvPr>
          <p:cNvSpPr>
            <a:spLocks noGrp="1"/>
          </p:cNvSpPr>
          <p:nvPr>
            <p:ph type="title"/>
          </p:nvPr>
        </p:nvSpPr>
        <p:spPr/>
        <p:txBody>
          <a:bodyPr/>
          <a:lstStyle/>
          <a:p>
            <a:r>
              <a:rPr lang="fr-FR" dirty="0"/>
              <a:t>Example </a:t>
            </a:r>
          </a:p>
        </p:txBody>
      </p:sp>
      <p:sp>
        <p:nvSpPr>
          <p:cNvPr id="3" name="Espace réservé du contenu 2">
            <a:extLst>
              <a:ext uri="{FF2B5EF4-FFF2-40B4-BE49-F238E27FC236}">
                <a16:creationId xmlns:a16="http://schemas.microsoft.com/office/drawing/2014/main" id="{145B38BC-A63B-42B9-AB9C-772C30ACA228}"/>
              </a:ext>
            </a:extLst>
          </p:cNvPr>
          <p:cNvSpPr>
            <a:spLocks noGrp="1"/>
          </p:cNvSpPr>
          <p:nvPr>
            <p:ph idx="1"/>
          </p:nvPr>
        </p:nvSpPr>
        <p:spPr>
          <a:xfrm>
            <a:off x="89756" y="1268760"/>
            <a:ext cx="8964488" cy="5184576"/>
          </a:xfrm>
        </p:spPr>
        <p:txBody>
          <a:bodyPr>
            <a:normAutofit fontScale="92500" lnSpcReduction="20000"/>
          </a:bodyPr>
          <a:lstStyle/>
          <a:p>
            <a:pPr marL="0" indent="0" algn="l">
              <a:buNone/>
            </a:pPr>
            <a:r>
              <a:rPr lang="en-US" sz="1800" dirty="0">
                <a:latin typeface="F17"/>
              </a:rPr>
              <a:t>D</a:t>
            </a:r>
            <a:r>
              <a:rPr lang="en-US" sz="1800" b="0" i="0" u="none" strike="noStrike" baseline="0" dirty="0">
                <a:latin typeface="F17"/>
              </a:rPr>
              <a:t>ata  in table below represents the number of calls (observed over 396 days) received between 12.00 and 13.00, at the after sales service of a big store:</a:t>
            </a:r>
            <a:r>
              <a:rPr lang="en-US" sz="2000" dirty="0"/>
              <a:t>.
</a:t>
            </a: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Objectives :
- Represent graphically the data 
- Plot the curve of increasing cumulative frequencies
</a:t>
            </a:r>
            <a:endParaRPr lang="fr-FR" sz="2000" dirty="0"/>
          </a:p>
        </p:txBody>
      </p:sp>
      <p:graphicFrame>
        <p:nvGraphicFramePr>
          <p:cNvPr id="4" name="Tableau 4">
            <a:extLst>
              <a:ext uri="{FF2B5EF4-FFF2-40B4-BE49-F238E27FC236}">
                <a16:creationId xmlns:a16="http://schemas.microsoft.com/office/drawing/2014/main" id="{611E66A5-294F-4D20-BCBB-2ACE900D43D4}"/>
              </a:ext>
            </a:extLst>
          </p:cNvPr>
          <p:cNvGraphicFramePr>
            <a:graphicFrameLocks noGrp="1"/>
          </p:cNvGraphicFramePr>
          <p:nvPr>
            <p:extLst>
              <p:ext uri="{D42A27DB-BD31-4B8C-83A1-F6EECF244321}">
                <p14:modId xmlns:p14="http://schemas.microsoft.com/office/powerpoint/2010/main" val="109094035"/>
              </p:ext>
            </p:extLst>
          </p:nvPr>
        </p:nvGraphicFramePr>
        <p:xfrm>
          <a:off x="1524000" y="2204864"/>
          <a:ext cx="6096000" cy="28651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85297970"/>
                    </a:ext>
                  </a:extLst>
                </a:gridCol>
                <a:gridCol w="3048000">
                  <a:extLst>
                    <a:ext uri="{9D8B030D-6E8A-4147-A177-3AD203B41FA5}">
                      <a16:colId xmlns:a16="http://schemas.microsoft.com/office/drawing/2014/main" val="3109524422"/>
                    </a:ext>
                  </a:extLst>
                </a:gridCol>
              </a:tblGrid>
              <a:tr h="162808">
                <a:tc>
                  <a:txBody>
                    <a:bodyPr/>
                    <a:lstStyle/>
                    <a:p>
                      <a:r>
                        <a:rPr lang="fr-FR" dirty="0" err="1"/>
                        <a:t>Number</a:t>
                      </a:r>
                      <a:r>
                        <a:rPr lang="fr-FR" dirty="0"/>
                        <a:t> of calls</a:t>
                      </a:r>
                    </a:p>
                  </a:txBody>
                  <a:tcPr/>
                </a:tc>
                <a:tc>
                  <a:txBody>
                    <a:bodyPr/>
                    <a:lstStyle/>
                    <a:p>
                      <a:r>
                        <a:rPr lang="fr-FR" dirty="0" err="1"/>
                        <a:t>Number</a:t>
                      </a:r>
                      <a:r>
                        <a:rPr lang="fr-FR" dirty="0"/>
                        <a:t> of </a:t>
                      </a:r>
                      <a:r>
                        <a:rPr lang="fr-FR" dirty="0" err="1"/>
                        <a:t>days</a:t>
                      </a:r>
                      <a:r>
                        <a:rPr lang="fr-FR" dirty="0"/>
                        <a:t> 
</a:t>
                      </a:r>
                    </a:p>
                  </a:txBody>
                  <a:tcPr/>
                </a:tc>
                <a:extLst>
                  <a:ext uri="{0D108BD9-81ED-4DB2-BD59-A6C34878D82A}">
                    <a16:rowId xmlns:a16="http://schemas.microsoft.com/office/drawing/2014/main" val="3872581459"/>
                  </a:ext>
                </a:extLst>
              </a:tr>
              <a:tr h="370840">
                <a:tc>
                  <a:txBody>
                    <a:bodyPr/>
                    <a:lstStyle/>
                    <a:p>
                      <a:r>
                        <a:rPr lang="fr-FR" dirty="0"/>
                        <a:t>0</a:t>
                      </a:r>
                    </a:p>
                  </a:txBody>
                  <a:tcPr/>
                </a:tc>
                <a:tc>
                  <a:txBody>
                    <a:bodyPr/>
                    <a:lstStyle/>
                    <a:p>
                      <a:r>
                        <a:rPr lang="fr-FR" dirty="0"/>
                        <a:t>101</a:t>
                      </a:r>
                    </a:p>
                  </a:txBody>
                  <a:tcPr/>
                </a:tc>
                <a:extLst>
                  <a:ext uri="{0D108BD9-81ED-4DB2-BD59-A6C34878D82A}">
                    <a16:rowId xmlns:a16="http://schemas.microsoft.com/office/drawing/2014/main" val="2085495843"/>
                  </a:ext>
                </a:extLst>
              </a:tr>
              <a:tr h="370840">
                <a:tc>
                  <a:txBody>
                    <a:bodyPr/>
                    <a:lstStyle/>
                    <a:p>
                      <a:r>
                        <a:rPr lang="fr-FR" dirty="0"/>
                        <a:t>1</a:t>
                      </a:r>
                    </a:p>
                  </a:txBody>
                  <a:tcPr/>
                </a:tc>
                <a:tc>
                  <a:txBody>
                    <a:bodyPr/>
                    <a:lstStyle/>
                    <a:p>
                      <a:r>
                        <a:rPr lang="fr-FR" dirty="0"/>
                        <a:t>140</a:t>
                      </a:r>
                    </a:p>
                  </a:txBody>
                  <a:tcPr/>
                </a:tc>
                <a:extLst>
                  <a:ext uri="{0D108BD9-81ED-4DB2-BD59-A6C34878D82A}">
                    <a16:rowId xmlns:a16="http://schemas.microsoft.com/office/drawing/2014/main" val="3331080220"/>
                  </a:ext>
                </a:extLst>
              </a:tr>
              <a:tr h="370840">
                <a:tc>
                  <a:txBody>
                    <a:bodyPr/>
                    <a:lstStyle/>
                    <a:p>
                      <a:r>
                        <a:rPr lang="fr-FR" dirty="0"/>
                        <a:t>2</a:t>
                      </a:r>
                    </a:p>
                  </a:txBody>
                  <a:tcPr/>
                </a:tc>
                <a:tc>
                  <a:txBody>
                    <a:bodyPr/>
                    <a:lstStyle/>
                    <a:p>
                      <a:r>
                        <a:rPr lang="fr-FR" dirty="0"/>
                        <a:t>92</a:t>
                      </a:r>
                    </a:p>
                  </a:txBody>
                  <a:tcPr/>
                </a:tc>
                <a:extLst>
                  <a:ext uri="{0D108BD9-81ED-4DB2-BD59-A6C34878D82A}">
                    <a16:rowId xmlns:a16="http://schemas.microsoft.com/office/drawing/2014/main" val="1389917586"/>
                  </a:ext>
                </a:extLst>
              </a:tr>
              <a:tr h="370840">
                <a:tc>
                  <a:txBody>
                    <a:bodyPr/>
                    <a:lstStyle/>
                    <a:p>
                      <a:r>
                        <a:rPr lang="fr-FR" dirty="0"/>
                        <a:t>3</a:t>
                      </a:r>
                    </a:p>
                  </a:txBody>
                  <a:tcPr/>
                </a:tc>
                <a:tc>
                  <a:txBody>
                    <a:bodyPr/>
                    <a:lstStyle/>
                    <a:p>
                      <a:r>
                        <a:rPr lang="fr-FR" dirty="0"/>
                        <a:t>42</a:t>
                      </a:r>
                    </a:p>
                  </a:txBody>
                  <a:tcPr/>
                </a:tc>
                <a:extLst>
                  <a:ext uri="{0D108BD9-81ED-4DB2-BD59-A6C34878D82A}">
                    <a16:rowId xmlns:a16="http://schemas.microsoft.com/office/drawing/2014/main" val="3916097252"/>
                  </a:ext>
                </a:extLst>
              </a:tr>
              <a:tr h="370840">
                <a:tc>
                  <a:txBody>
                    <a:bodyPr/>
                    <a:lstStyle/>
                    <a:p>
                      <a:r>
                        <a:rPr lang="fr-FR" dirty="0"/>
                        <a:t>4</a:t>
                      </a:r>
                    </a:p>
                  </a:txBody>
                  <a:tcPr/>
                </a:tc>
                <a:tc>
                  <a:txBody>
                    <a:bodyPr/>
                    <a:lstStyle/>
                    <a:p>
                      <a:r>
                        <a:rPr lang="fr-FR" dirty="0"/>
                        <a:t>18</a:t>
                      </a:r>
                    </a:p>
                  </a:txBody>
                  <a:tcPr/>
                </a:tc>
                <a:extLst>
                  <a:ext uri="{0D108BD9-81ED-4DB2-BD59-A6C34878D82A}">
                    <a16:rowId xmlns:a16="http://schemas.microsoft.com/office/drawing/2014/main" val="1934733682"/>
                  </a:ext>
                </a:extLst>
              </a:tr>
              <a:tr h="370840">
                <a:tc>
                  <a:txBody>
                    <a:bodyPr/>
                    <a:lstStyle/>
                    <a:p>
                      <a:r>
                        <a:rPr lang="fr-FR" dirty="0"/>
                        <a:t>5</a:t>
                      </a:r>
                    </a:p>
                  </a:txBody>
                  <a:tcPr/>
                </a:tc>
                <a:tc>
                  <a:txBody>
                    <a:bodyPr/>
                    <a:lstStyle/>
                    <a:p>
                      <a:r>
                        <a:rPr lang="fr-FR" dirty="0"/>
                        <a:t>3</a:t>
                      </a:r>
                    </a:p>
                  </a:txBody>
                  <a:tcPr/>
                </a:tc>
                <a:extLst>
                  <a:ext uri="{0D108BD9-81ED-4DB2-BD59-A6C34878D82A}">
                    <a16:rowId xmlns:a16="http://schemas.microsoft.com/office/drawing/2014/main" val="586065978"/>
                  </a:ext>
                </a:extLst>
              </a:tr>
            </a:tbl>
          </a:graphicData>
        </a:graphic>
      </p:graphicFrame>
    </p:spTree>
    <p:extLst>
      <p:ext uri="{BB962C8B-B14F-4D97-AF65-F5344CB8AC3E}">
        <p14:creationId xmlns:p14="http://schemas.microsoft.com/office/powerpoint/2010/main" val="81781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7C3387F6-B0BE-4FCD-B734-C535B5AF7819}"/>
              </a:ext>
            </a:extLst>
          </p:cNvPr>
          <p:cNvSpPr txBox="1"/>
          <p:nvPr/>
        </p:nvSpPr>
        <p:spPr>
          <a:xfrm>
            <a:off x="2555776" y="620688"/>
            <a:ext cx="3802248" cy="461665"/>
          </a:xfrm>
          <a:prstGeom prst="rect">
            <a:avLst/>
          </a:prstGeom>
          <a:noFill/>
        </p:spPr>
        <p:txBody>
          <a:bodyPr wrap="square" rtlCol="0">
            <a:spAutoFit/>
          </a:bodyPr>
          <a:lstStyle/>
          <a:p>
            <a:pPr algn="ctr"/>
            <a:r>
              <a:rPr lang="fr-FR" sz="2400" dirty="0">
                <a:solidFill>
                  <a:srgbClr val="0070C0"/>
                </a:solidFill>
              </a:rPr>
              <a:t>Example</a:t>
            </a:r>
            <a:r>
              <a:rPr lang="fr-FR" dirty="0"/>
              <a:t> </a:t>
            </a:r>
          </a:p>
        </p:txBody>
      </p:sp>
      <p:pic>
        <p:nvPicPr>
          <p:cNvPr id="5" name="Image 4">
            <a:extLst>
              <a:ext uri="{FF2B5EF4-FFF2-40B4-BE49-F238E27FC236}">
                <a16:creationId xmlns:a16="http://schemas.microsoft.com/office/drawing/2014/main" id="{74F018CD-E332-47B5-B5F1-014A51B449F1}"/>
              </a:ext>
            </a:extLst>
          </p:cNvPr>
          <p:cNvPicPr>
            <a:picLocks noChangeAspect="1"/>
          </p:cNvPicPr>
          <p:nvPr/>
        </p:nvPicPr>
        <p:blipFill rotWithShape="1">
          <a:blip r:embed="rId2"/>
          <a:srcRect l="27162" t="50000" r="42914" b="34600"/>
          <a:stretch/>
        </p:blipFill>
        <p:spPr>
          <a:xfrm>
            <a:off x="1187624" y="1078161"/>
            <a:ext cx="6454297" cy="2202631"/>
          </a:xfrm>
          <a:prstGeom prst="rect">
            <a:avLst/>
          </a:prstGeom>
        </p:spPr>
      </p:pic>
      <p:pic>
        <p:nvPicPr>
          <p:cNvPr id="8" name="Image 7">
            <a:extLst>
              <a:ext uri="{FF2B5EF4-FFF2-40B4-BE49-F238E27FC236}">
                <a16:creationId xmlns:a16="http://schemas.microsoft.com/office/drawing/2014/main" id="{716207A5-39BD-4DC0-9B6E-9C67B8A8DEA9}"/>
              </a:ext>
            </a:extLst>
          </p:cNvPr>
          <p:cNvPicPr>
            <a:picLocks noChangeAspect="1"/>
          </p:cNvPicPr>
          <p:nvPr/>
        </p:nvPicPr>
        <p:blipFill>
          <a:blip r:embed="rId3"/>
          <a:stretch>
            <a:fillRect/>
          </a:stretch>
        </p:blipFill>
        <p:spPr>
          <a:xfrm>
            <a:off x="647564" y="3679635"/>
            <a:ext cx="7848871" cy="2557677"/>
          </a:xfrm>
          <a:prstGeom prst="rect">
            <a:avLst/>
          </a:prstGeom>
        </p:spPr>
      </p:pic>
    </p:spTree>
    <p:extLst>
      <p:ext uri="{BB962C8B-B14F-4D97-AF65-F5344CB8AC3E}">
        <p14:creationId xmlns:p14="http://schemas.microsoft.com/office/powerpoint/2010/main" val="2124052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ZoneTexte 3">
                <a:extLst>
                  <a:ext uri="{FF2B5EF4-FFF2-40B4-BE49-F238E27FC236}">
                    <a16:creationId xmlns:a16="http://schemas.microsoft.com/office/drawing/2014/main" id="{7C3387F6-B0BE-4FCD-B734-C535B5AF7819}"/>
                  </a:ext>
                </a:extLst>
              </p:cNvPr>
              <p:cNvSpPr txBox="1"/>
              <p:nvPr/>
            </p:nvSpPr>
            <p:spPr>
              <a:xfrm>
                <a:off x="2555776" y="620688"/>
                <a:ext cx="3802248" cy="471796"/>
              </a:xfrm>
              <a:prstGeom prst="rect">
                <a:avLst/>
              </a:prstGeom>
              <a:noFill/>
            </p:spPr>
            <p:txBody>
              <a:bodyPr wrap="square" rtlCol="0">
                <a:spAutoFit/>
              </a:bodyPr>
              <a:lstStyle/>
              <a:p>
                <a:pPr algn="ctr"/>
                <a:r>
                  <a:rPr lang="fr-FR" sz="2400" dirty="0">
                    <a:solidFill>
                      <a:srgbClr val="0070C0"/>
                    </a:solidFill>
                  </a:rPr>
                  <a:t>Example – </a:t>
                </a:r>
                <a:r>
                  <a:rPr lang="en-AU" sz="2400" dirty="0">
                    <a:solidFill>
                      <a:srgbClr val="0070C0"/>
                    </a:solidFill>
                  </a:rPr>
                  <a:t>Curve </a:t>
                </a:r>
                <a:r>
                  <a:rPr lang="fr-FR" sz="2400" dirty="0">
                    <a:solidFill>
                      <a:srgbClr val="0070C0"/>
                    </a:solidFill>
                  </a:rPr>
                  <a:t>of </a:t>
                </a:r>
                <a14:m>
                  <m:oMath xmlns:m="http://schemas.openxmlformats.org/officeDocument/2006/math">
                    <m:sSubSup>
                      <m:sSubSupPr>
                        <m:ctrlPr>
                          <a:rPr lang="en-US" sz="2400" i="1" kern="1200" smtClean="0">
                            <a:solidFill>
                              <a:srgbClr val="0070C0"/>
                            </a:solidFill>
                            <a:latin typeface="Cambria Math" panose="02040503050406030204" pitchFamily="18" charset="0"/>
                            <a:ea typeface="+mj-ea"/>
                            <a:cs typeface="+mj-cs"/>
                          </a:rPr>
                        </m:ctrlPr>
                      </m:sSubSupPr>
                      <m:e>
                        <m:r>
                          <a:rPr lang="en-US" sz="2400" b="0" i="1" kern="1200">
                            <a:solidFill>
                              <a:srgbClr val="0070C0"/>
                            </a:solidFill>
                            <a:latin typeface="Cambria Math" panose="02040503050406030204" pitchFamily="18" charset="0"/>
                            <a:ea typeface="+mj-ea"/>
                            <a:cs typeface="+mj-cs"/>
                          </a:rPr>
                          <m:t>𝑓</m:t>
                        </m:r>
                      </m:e>
                      <m:sub>
                        <m:r>
                          <a:rPr lang="en-US" sz="2400" b="0" i="1" kern="1200">
                            <a:solidFill>
                              <a:srgbClr val="0070C0"/>
                            </a:solidFill>
                            <a:latin typeface="Cambria Math" panose="02040503050406030204" pitchFamily="18" charset="0"/>
                            <a:ea typeface="+mj-ea"/>
                            <a:cs typeface="+mj-cs"/>
                          </a:rPr>
                          <m:t>𝑖</m:t>
                        </m:r>
                      </m:sub>
                      <m:sup>
                        <m:r>
                          <a:rPr lang="en-US" sz="2400" b="0" i="1" kern="1200">
                            <a:solidFill>
                              <a:srgbClr val="0070C0"/>
                            </a:solidFill>
                            <a:latin typeface="Cambria Math" panose="02040503050406030204" pitchFamily="18" charset="0"/>
                            <a:ea typeface="+mj-ea"/>
                            <a:cs typeface="+mj-cs"/>
                          </a:rPr>
                          <m:t>+</m:t>
                        </m:r>
                      </m:sup>
                    </m:sSubSup>
                  </m:oMath>
                </a14:m>
                <a:r>
                  <a:rPr lang="fr-FR" sz="2400" dirty="0">
                    <a:solidFill>
                      <a:srgbClr val="0070C0"/>
                    </a:solidFill>
                  </a:rPr>
                  <a:t> </a:t>
                </a:r>
                <a:r>
                  <a:rPr lang="fr-FR" dirty="0">
                    <a:solidFill>
                      <a:srgbClr val="0070C0"/>
                    </a:solidFill>
                  </a:rPr>
                  <a:t> </a:t>
                </a:r>
              </a:p>
            </p:txBody>
          </p:sp>
        </mc:Choice>
        <mc:Fallback>
          <p:sp>
            <p:nvSpPr>
              <p:cNvPr id="4" name="ZoneTexte 3">
                <a:extLst>
                  <a:ext uri="{FF2B5EF4-FFF2-40B4-BE49-F238E27FC236}">
                    <a16:creationId xmlns:a16="http://schemas.microsoft.com/office/drawing/2014/main" id="{7C3387F6-B0BE-4FCD-B734-C535B5AF7819}"/>
                  </a:ext>
                </a:extLst>
              </p:cNvPr>
              <p:cNvSpPr txBox="1">
                <a:spLocks noRot="1" noChangeAspect="1" noMove="1" noResize="1" noEditPoints="1" noAdjustHandles="1" noChangeArrowheads="1" noChangeShapeType="1" noTextEdit="1"/>
              </p:cNvSpPr>
              <p:nvPr/>
            </p:nvSpPr>
            <p:spPr>
              <a:xfrm>
                <a:off x="2555776" y="620688"/>
                <a:ext cx="3802248" cy="471796"/>
              </a:xfrm>
              <a:prstGeom prst="rect">
                <a:avLst/>
              </a:prstGeom>
              <a:blipFill>
                <a:blip r:embed="rId2"/>
                <a:stretch>
                  <a:fillRect t="-7792" b="-29870"/>
                </a:stretch>
              </a:blipFill>
            </p:spPr>
            <p:txBody>
              <a:bodyPr/>
              <a:lstStyle/>
              <a:p>
                <a:r>
                  <a:rPr lang="fr-FR">
                    <a:noFill/>
                  </a:rPr>
                  <a:t> </a:t>
                </a:r>
              </a:p>
            </p:txBody>
          </p:sp>
        </mc:Fallback>
      </mc:AlternateContent>
      <p:pic>
        <p:nvPicPr>
          <p:cNvPr id="3" name="Image 2">
            <a:extLst>
              <a:ext uri="{FF2B5EF4-FFF2-40B4-BE49-F238E27FC236}">
                <a16:creationId xmlns:a16="http://schemas.microsoft.com/office/drawing/2014/main" id="{BA305F69-2614-4837-B72A-E4B96D23BFA2}"/>
              </a:ext>
            </a:extLst>
          </p:cNvPr>
          <p:cNvPicPr>
            <a:picLocks noChangeAspect="1"/>
          </p:cNvPicPr>
          <p:nvPr/>
        </p:nvPicPr>
        <p:blipFill>
          <a:blip r:embed="rId3"/>
          <a:stretch>
            <a:fillRect/>
          </a:stretch>
        </p:blipFill>
        <p:spPr>
          <a:xfrm>
            <a:off x="613562" y="1628800"/>
            <a:ext cx="7686675" cy="5048250"/>
          </a:xfrm>
          <a:prstGeom prst="rect">
            <a:avLst/>
          </a:prstGeom>
        </p:spPr>
      </p:pic>
    </p:spTree>
    <p:extLst>
      <p:ext uri="{BB962C8B-B14F-4D97-AF65-F5344CB8AC3E}">
        <p14:creationId xmlns:p14="http://schemas.microsoft.com/office/powerpoint/2010/main" val="3573732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2E4D78-736E-41D4-A374-11724A9472B2}"/>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Graphical representation </a:t>
            </a:r>
            <a:r>
              <a:rPr lang="fr-FR" dirty="0">
                <a:latin typeface="Cambria" panose="02040503050406030204" pitchFamily="18" charset="0"/>
                <a:ea typeface="Cambria" panose="02040503050406030204" pitchFamily="18" charset="0"/>
              </a:rPr>
              <a:t>of data
</a:t>
            </a:r>
            <a:endParaRPr lang="fr-FR" dirty="0"/>
          </a:p>
        </p:txBody>
      </p:sp>
      <p:sp>
        <p:nvSpPr>
          <p:cNvPr id="3" name="Espace réservé du contenu 2">
            <a:extLst>
              <a:ext uri="{FF2B5EF4-FFF2-40B4-BE49-F238E27FC236}">
                <a16:creationId xmlns:a16="http://schemas.microsoft.com/office/drawing/2014/main" id="{F63BDC8B-3BBE-45AA-AA92-F1E6DF4DDD1A}"/>
              </a:ext>
            </a:extLst>
          </p:cNvPr>
          <p:cNvSpPr>
            <a:spLocks noGrp="1"/>
          </p:cNvSpPr>
          <p:nvPr>
            <p:ph idx="1"/>
          </p:nvPr>
        </p:nvSpPr>
        <p:spPr>
          <a:xfrm>
            <a:off x="67007" y="1397001"/>
            <a:ext cx="4865033" cy="4525963"/>
          </a:xfrm>
        </p:spPr>
        <p:txBody>
          <a:bodyPr/>
          <a:lstStyle/>
          <a:p>
            <a:pPr marL="0" indent="0">
              <a:buNone/>
            </a:pPr>
            <a:r>
              <a:rPr lang="en-US" sz="1600" dirty="0">
                <a:latin typeface="Cambria" panose="02040503050406030204" pitchFamily="18" charset="0"/>
                <a:ea typeface="Cambria" panose="02040503050406030204" pitchFamily="18" charset="0"/>
              </a:rPr>
              <a:t>The case of data in a continuous variable (grouped into classes)
</a:t>
            </a:r>
            <a:endParaRPr lang="fr-FR"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The histogram is a graph composed of rectangles whose area is proportional to the size of the class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pic>
        <p:nvPicPr>
          <p:cNvPr id="6" name="Image 5">
            <a:extLst>
              <a:ext uri="{FF2B5EF4-FFF2-40B4-BE49-F238E27FC236}">
                <a16:creationId xmlns:a16="http://schemas.microsoft.com/office/drawing/2014/main" id="{9584B911-4480-4EFF-B420-4791E5E0EC50}"/>
              </a:ext>
            </a:extLst>
          </p:cNvPr>
          <p:cNvPicPr>
            <a:picLocks noChangeAspect="1"/>
          </p:cNvPicPr>
          <p:nvPr/>
        </p:nvPicPr>
        <p:blipFill rotWithShape="1">
          <a:blip r:embed="rId2"/>
          <a:srcRect l="56902" t="58400" r="9050" b="25105"/>
          <a:stretch/>
        </p:blipFill>
        <p:spPr>
          <a:xfrm>
            <a:off x="178091" y="3068959"/>
            <a:ext cx="4636725" cy="2392039"/>
          </a:xfrm>
          <a:prstGeom prst="rect">
            <a:avLst/>
          </a:prstGeom>
        </p:spPr>
      </p:pic>
    </p:spTree>
    <p:extLst>
      <p:ext uri="{BB962C8B-B14F-4D97-AF65-F5344CB8AC3E}">
        <p14:creationId xmlns:p14="http://schemas.microsoft.com/office/powerpoint/2010/main" val="2572892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2E4D78-736E-41D4-A374-11724A9472B2}"/>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Graphical representation </a:t>
            </a:r>
            <a:r>
              <a:rPr lang="fr-FR" dirty="0">
                <a:latin typeface="Cambria" panose="02040503050406030204" pitchFamily="18" charset="0"/>
                <a:ea typeface="Cambria" panose="02040503050406030204" pitchFamily="18" charset="0"/>
              </a:rPr>
              <a:t>of data
</a:t>
            </a:r>
            <a:endParaRPr lang="fr-FR" dirty="0"/>
          </a:p>
        </p:txBody>
      </p:sp>
      <p:sp>
        <p:nvSpPr>
          <p:cNvPr id="3" name="Espace réservé du contenu 2">
            <a:extLst>
              <a:ext uri="{FF2B5EF4-FFF2-40B4-BE49-F238E27FC236}">
                <a16:creationId xmlns:a16="http://schemas.microsoft.com/office/drawing/2014/main" id="{F63BDC8B-3BBE-45AA-AA92-F1E6DF4DDD1A}"/>
              </a:ext>
            </a:extLst>
          </p:cNvPr>
          <p:cNvSpPr>
            <a:spLocks noGrp="1"/>
          </p:cNvSpPr>
          <p:nvPr>
            <p:ph idx="1"/>
          </p:nvPr>
        </p:nvSpPr>
        <p:spPr>
          <a:xfrm>
            <a:off x="67007" y="1397001"/>
            <a:ext cx="4865033" cy="4525963"/>
          </a:xfrm>
        </p:spPr>
        <p:txBody>
          <a:bodyPr/>
          <a:lstStyle/>
          <a:p>
            <a:pPr marL="0" indent="0">
              <a:buNone/>
            </a:pPr>
            <a:r>
              <a:rPr lang="en-US" sz="1600" dirty="0">
                <a:latin typeface="Cambria" panose="02040503050406030204" pitchFamily="18" charset="0"/>
                <a:ea typeface="Cambria" panose="02040503050406030204" pitchFamily="18" charset="0"/>
              </a:rPr>
              <a:t>The case of data in a continuous variable (grouped into classes)
</a:t>
            </a:r>
            <a:endParaRPr lang="fr-FR"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The curve of increasing cumulative frequencies is continuous (it is not in steps)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pic>
        <p:nvPicPr>
          <p:cNvPr id="5" name="Image 4">
            <a:extLst>
              <a:ext uri="{FF2B5EF4-FFF2-40B4-BE49-F238E27FC236}">
                <a16:creationId xmlns:a16="http://schemas.microsoft.com/office/drawing/2014/main" id="{FB335443-DCBE-4264-B6C4-C37BAD9C03F2}"/>
              </a:ext>
            </a:extLst>
          </p:cNvPr>
          <p:cNvPicPr>
            <a:picLocks noChangeAspect="1"/>
          </p:cNvPicPr>
          <p:nvPr/>
        </p:nvPicPr>
        <p:blipFill>
          <a:blip r:embed="rId2"/>
          <a:stretch>
            <a:fillRect/>
          </a:stretch>
        </p:blipFill>
        <p:spPr>
          <a:xfrm>
            <a:off x="1246396" y="2996952"/>
            <a:ext cx="6934487" cy="3619946"/>
          </a:xfrm>
          <a:prstGeom prst="rect">
            <a:avLst/>
          </a:prstGeom>
        </p:spPr>
      </p:pic>
    </p:spTree>
    <p:extLst>
      <p:ext uri="{BB962C8B-B14F-4D97-AF65-F5344CB8AC3E}">
        <p14:creationId xmlns:p14="http://schemas.microsoft.com/office/powerpoint/2010/main" val="4273408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1B47A-EB61-4D5C-864F-D1A46B853A92}"/>
              </a:ext>
            </a:extLst>
          </p:cNvPr>
          <p:cNvSpPr>
            <a:spLocks noGrp="1"/>
          </p:cNvSpPr>
          <p:nvPr>
            <p:ph type="title"/>
          </p:nvPr>
        </p:nvSpPr>
        <p:spPr/>
        <p:txBody>
          <a:bodyPr/>
          <a:lstStyle/>
          <a:p>
            <a:r>
              <a:rPr lang="en-US" dirty="0"/>
              <a:t>Example</a:t>
            </a:r>
          </a:p>
        </p:txBody>
      </p:sp>
      <p:sp>
        <p:nvSpPr>
          <p:cNvPr id="3" name="Espace réservé du contenu 2">
            <a:extLst>
              <a:ext uri="{FF2B5EF4-FFF2-40B4-BE49-F238E27FC236}">
                <a16:creationId xmlns:a16="http://schemas.microsoft.com/office/drawing/2014/main" id="{5B3F578E-58E2-4F8D-B15B-FE1473B5FFFC}"/>
              </a:ext>
            </a:extLst>
          </p:cNvPr>
          <p:cNvSpPr>
            <a:spLocks noGrp="1"/>
          </p:cNvSpPr>
          <p:nvPr>
            <p:ph idx="1"/>
          </p:nvPr>
        </p:nvSpPr>
        <p:spPr/>
        <p:txBody>
          <a:bodyPr>
            <a:normAutofit/>
          </a:bodyPr>
          <a:lstStyle/>
          <a:p>
            <a:pPr marL="0" indent="0">
              <a:buNone/>
            </a:pPr>
            <a:r>
              <a:rPr lang="en-US" sz="2400" dirty="0"/>
              <a:t>The data below represents the weight of 50 patients
</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Objectives :
- Represent graphically the data 
- Plot the curve of increasing cumulative frequencies</a:t>
            </a:r>
            <a:endParaRPr lang="fr-FR" sz="2400" dirty="0"/>
          </a:p>
        </p:txBody>
      </p:sp>
      <p:graphicFrame>
        <p:nvGraphicFramePr>
          <p:cNvPr id="4" name="Tableau 4">
            <a:extLst>
              <a:ext uri="{FF2B5EF4-FFF2-40B4-BE49-F238E27FC236}">
                <a16:creationId xmlns:a16="http://schemas.microsoft.com/office/drawing/2014/main" id="{9BFD17B1-4CF9-46F2-8F3B-77E550FEA4BD}"/>
              </a:ext>
            </a:extLst>
          </p:cNvPr>
          <p:cNvGraphicFramePr>
            <a:graphicFrameLocks noGrp="1"/>
          </p:cNvGraphicFramePr>
          <p:nvPr>
            <p:extLst>
              <p:ext uri="{D42A27DB-BD31-4B8C-83A1-F6EECF244321}">
                <p14:modId xmlns:p14="http://schemas.microsoft.com/office/powerpoint/2010/main" val="3032068520"/>
              </p:ext>
            </p:extLst>
          </p:nvPr>
        </p:nvGraphicFramePr>
        <p:xfrm>
          <a:off x="1619672" y="2367280"/>
          <a:ext cx="6096000" cy="21234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688760135"/>
                    </a:ext>
                  </a:extLst>
                </a:gridCol>
                <a:gridCol w="3048000">
                  <a:extLst>
                    <a:ext uri="{9D8B030D-6E8A-4147-A177-3AD203B41FA5}">
                      <a16:colId xmlns:a16="http://schemas.microsoft.com/office/drawing/2014/main" val="154224066"/>
                    </a:ext>
                  </a:extLst>
                </a:gridCol>
              </a:tblGrid>
              <a:tr h="370840">
                <a:tc>
                  <a:txBody>
                    <a:bodyPr/>
                    <a:lstStyle/>
                    <a:p>
                      <a:r>
                        <a:rPr lang="fr-FR" dirty="0" err="1"/>
                        <a:t>Weight</a:t>
                      </a:r>
                      <a:endParaRPr lang="fr-FR" dirty="0"/>
                    </a:p>
                  </a:txBody>
                  <a:tcPr/>
                </a:tc>
                <a:tc>
                  <a:txBody>
                    <a:bodyPr/>
                    <a:lstStyle/>
                    <a:p>
                      <a:r>
                        <a:rPr lang="fr-FR" dirty="0" err="1"/>
                        <a:t>Number</a:t>
                      </a:r>
                      <a:r>
                        <a:rPr lang="fr-FR" dirty="0"/>
                        <a:t> of patients 
</a:t>
                      </a:r>
                    </a:p>
                  </a:txBody>
                  <a:tcPr/>
                </a:tc>
                <a:extLst>
                  <a:ext uri="{0D108BD9-81ED-4DB2-BD59-A6C34878D82A}">
                    <a16:rowId xmlns:a16="http://schemas.microsoft.com/office/drawing/2014/main" val="3075134096"/>
                  </a:ext>
                </a:extLst>
              </a:tr>
              <a:tr h="370840">
                <a:tc>
                  <a:txBody>
                    <a:bodyPr/>
                    <a:lstStyle/>
                    <a:p>
                      <a:r>
                        <a:rPr lang="fr-FR" dirty="0"/>
                        <a:t>[0 ; 50[</a:t>
                      </a:r>
                    </a:p>
                  </a:txBody>
                  <a:tcPr/>
                </a:tc>
                <a:tc>
                  <a:txBody>
                    <a:bodyPr/>
                    <a:lstStyle/>
                    <a:p>
                      <a:r>
                        <a:rPr lang="fr-FR" dirty="0"/>
                        <a:t>20</a:t>
                      </a:r>
                    </a:p>
                  </a:txBody>
                  <a:tcPr/>
                </a:tc>
                <a:extLst>
                  <a:ext uri="{0D108BD9-81ED-4DB2-BD59-A6C34878D82A}">
                    <a16:rowId xmlns:a16="http://schemas.microsoft.com/office/drawing/2014/main" val="4000782009"/>
                  </a:ext>
                </a:extLst>
              </a:tr>
              <a:tr h="370840">
                <a:tc>
                  <a:txBody>
                    <a:bodyPr/>
                    <a:lstStyle/>
                    <a:p>
                      <a:r>
                        <a:rPr lang="fr-FR" dirty="0"/>
                        <a:t>[50 ; 60[</a:t>
                      </a:r>
                    </a:p>
                  </a:txBody>
                  <a:tcPr/>
                </a:tc>
                <a:tc>
                  <a:txBody>
                    <a:bodyPr/>
                    <a:lstStyle/>
                    <a:p>
                      <a:r>
                        <a:rPr lang="fr-FR" dirty="0"/>
                        <a:t>12</a:t>
                      </a:r>
                    </a:p>
                  </a:txBody>
                  <a:tcPr/>
                </a:tc>
                <a:extLst>
                  <a:ext uri="{0D108BD9-81ED-4DB2-BD59-A6C34878D82A}">
                    <a16:rowId xmlns:a16="http://schemas.microsoft.com/office/drawing/2014/main" val="756738756"/>
                  </a:ext>
                </a:extLst>
              </a:tr>
              <a:tr h="370840">
                <a:tc>
                  <a:txBody>
                    <a:bodyPr/>
                    <a:lstStyle/>
                    <a:p>
                      <a:r>
                        <a:rPr lang="fr-FR" dirty="0"/>
                        <a:t>[60 ; 70[</a:t>
                      </a:r>
                    </a:p>
                  </a:txBody>
                  <a:tcPr/>
                </a:tc>
                <a:tc>
                  <a:txBody>
                    <a:bodyPr/>
                    <a:lstStyle/>
                    <a:p>
                      <a:r>
                        <a:rPr lang="fr-FR" dirty="0"/>
                        <a:t>11</a:t>
                      </a:r>
                    </a:p>
                  </a:txBody>
                  <a:tcPr/>
                </a:tc>
                <a:extLst>
                  <a:ext uri="{0D108BD9-81ED-4DB2-BD59-A6C34878D82A}">
                    <a16:rowId xmlns:a16="http://schemas.microsoft.com/office/drawing/2014/main" val="1042889469"/>
                  </a:ext>
                </a:extLst>
              </a:tr>
              <a:tr h="370840">
                <a:tc>
                  <a:txBody>
                    <a:bodyPr/>
                    <a:lstStyle/>
                    <a:p>
                      <a:r>
                        <a:rPr lang="fr-FR" dirty="0"/>
                        <a:t>[70 ; 100[</a:t>
                      </a:r>
                    </a:p>
                  </a:txBody>
                  <a:tcPr/>
                </a:tc>
                <a:tc>
                  <a:txBody>
                    <a:bodyPr/>
                    <a:lstStyle/>
                    <a:p>
                      <a:r>
                        <a:rPr lang="fr-FR" dirty="0"/>
                        <a:t>7</a:t>
                      </a:r>
                    </a:p>
                  </a:txBody>
                  <a:tcPr/>
                </a:tc>
                <a:extLst>
                  <a:ext uri="{0D108BD9-81ED-4DB2-BD59-A6C34878D82A}">
                    <a16:rowId xmlns:a16="http://schemas.microsoft.com/office/drawing/2014/main" val="163911071"/>
                  </a:ext>
                </a:extLst>
              </a:tr>
            </a:tbl>
          </a:graphicData>
        </a:graphic>
      </p:graphicFrame>
    </p:spTree>
    <p:extLst>
      <p:ext uri="{BB962C8B-B14F-4D97-AF65-F5344CB8AC3E}">
        <p14:creationId xmlns:p14="http://schemas.microsoft.com/office/powerpoint/2010/main" val="3150269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438FFB6A-8ED5-4CFA-A61F-9EEEEA2B8C93}"/>
              </a:ext>
            </a:extLst>
          </p:cNvPr>
          <p:cNvSpPr txBox="1"/>
          <p:nvPr/>
        </p:nvSpPr>
        <p:spPr>
          <a:xfrm>
            <a:off x="2555776" y="332656"/>
            <a:ext cx="4232488" cy="923330"/>
          </a:xfrm>
          <a:prstGeom prst="rect">
            <a:avLst/>
          </a:prstGeom>
          <a:noFill/>
        </p:spPr>
        <p:txBody>
          <a:bodyPr wrap="square" rtlCol="0">
            <a:spAutoFit/>
          </a:bodyPr>
          <a:lstStyle/>
          <a:p>
            <a:pPr algn="ctr"/>
            <a:r>
              <a:rPr lang="fr-FR" dirty="0">
                <a:solidFill>
                  <a:srgbClr val="0070C0"/>
                </a:solidFill>
              </a:rPr>
              <a:t>Example</a:t>
            </a:r>
          </a:p>
          <a:p>
            <a:endParaRPr lang="en-US" dirty="0">
              <a:solidFill>
                <a:srgbClr val="0070C0"/>
              </a:solidFill>
            </a:endParaRPr>
          </a:p>
          <a:p>
            <a:pPr algn="ctr"/>
            <a:r>
              <a:rPr lang="en-US" dirty="0"/>
              <a:t>The weight in Kg of </a:t>
            </a:r>
            <a:r>
              <a:rPr lang="en-US" dirty="0">
                <a:solidFill>
                  <a:srgbClr val="FF0000"/>
                </a:solidFill>
              </a:rPr>
              <a:t>50</a:t>
            </a:r>
            <a:r>
              <a:rPr lang="en-US" dirty="0"/>
              <a:t> patients </a:t>
            </a:r>
          </a:p>
        </p:txBody>
      </p:sp>
      <p:pic>
        <p:nvPicPr>
          <p:cNvPr id="5" name="Image 4">
            <a:extLst>
              <a:ext uri="{FF2B5EF4-FFF2-40B4-BE49-F238E27FC236}">
                <a16:creationId xmlns:a16="http://schemas.microsoft.com/office/drawing/2014/main" id="{F4882396-1AA4-43EB-A30D-42BCC50131A3}"/>
              </a:ext>
            </a:extLst>
          </p:cNvPr>
          <p:cNvPicPr>
            <a:picLocks noChangeAspect="1"/>
          </p:cNvPicPr>
          <p:nvPr/>
        </p:nvPicPr>
        <p:blipFill rotWithShape="1">
          <a:blip r:embed="rId2"/>
          <a:srcRect t="54662"/>
          <a:stretch/>
        </p:blipFill>
        <p:spPr>
          <a:xfrm>
            <a:off x="1157742" y="1268760"/>
            <a:ext cx="6828516" cy="2160240"/>
          </a:xfrm>
          <a:prstGeom prst="rect">
            <a:avLst/>
          </a:prstGeom>
        </p:spPr>
      </p:pic>
      <p:pic>
        <p:nvPicPr>
          <p:cNvPr id="6" name="Image 5">
            <a:extLst>
              <a:ext uri="{FF2B5EF4-FFF2-40B4-BE49-F238E27FC236}">
                <a16:creationId xmlns:a16="http://schemas.microsoft.com/office/drawing/2014/main" id="{D9F875F3-1E8A-4E2C-871E-AB881101D362}"/>
              </a:ext>
            </a:extLst>
          </p:cNvPr>
          <p:cNvPicPr>
            <a:picLocks noChangeAspect="1"/>
          </p:cNvPicPr>
          <p:nvPr/>
        </p:nvPicPr>
        <p:blipFill>
          <a:blip r:embed="rId3"/>
          <a:stretch>
            <a:fillRect/>
          </a:stretch>
        </p:blipFill>
        <p:spPr>
          <a:xfrm>
            <a:off x="971600" y="3422129"/>
            <a:ext cx="7272808" cy="2775093"/>
          </a:xfrm>
          <a:prstGeom prst="rect">
            <a:avLst/>
          </a:prstGeom>
        </p:spPr>
      </p:pic>
    </p:spTree>
    <p:extLst>
      <p:ext uri="{BB962C8B-B14F-4D97-AF65-F5344CB8AC3E}">
        <p14:creationId xmlns:p14="http://schemas.microsoft.com/office/powerpoint/2010/main" val="4267137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6BB69C-5EE9-4AC7-8429-B47C935B139C}"/>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Graphical representation </a:t>
            </a:r>
            <a:r>
              <a:rPr lang="fr-FR" dirty="0">
                <a:latin typeface="Cambria" panose="02040503050406030204" pitchFamily="18" charset="0"/>
                <a:ea typeface="Cambria" panose="02040503050406030204" pitchFamily="18" charset="0"/>
              </a:rPr>
              <a:t>of data
</a:t>
            </a:r>
            <a:endParaRPr lang="fr-FR" dirty="0"/>
          </a:p>
        </p:txBody>
      </p:sp>
      <p:sp>
        <p:nvSpPr>
          <p:cNvPr id="3" name="Espace réservé du contenu 2">
            <a:extLst>
              <a:ext uri="{FF2B5EF4-FFF2-40B4-BE49-F238E27FC236}">
                <a16:creationId xmlns:a16="http://schemas.microsoft.com/office/drawing/2014/main" id="{E117A3D3-E460-4DCA-B869-6DC8B3101EE8}"/>
              </a:ext>
            </a:extLst>
          </p:cNvPr>
          <p:cNvSpPr>
            <a:spLocks noGrp="1"/>
          </p:cNvSpPr>
          <p:nvPr>
            <p:ph idx="1"/>
          </p:nvPr>
        </p:nvSpPr>
        <p:spPr>
          <a:xfrm>
            <a:off x="17190" y="1412330"/>
            <a:ext cx="9126810" cy="4525963"/>
          </a:xfrm>
        </p:spPr>
        <p:txBody>
          <a:bodyPr>
            <a:normAutofit/>
          </a:bodyPr>
          <a:lstStyle/>
          <a:p>
            <a:pPr marL="0" indent="0">
              <a:buNone/>
            </a:pPr>
            <a:r>
              <a:rPr lang="en-US" sz="2400" dirty="0">
                <a:latin typeface="Cambria" panose="02040503050406030204" pitchFamily="18" charset="0"/>
                <a:ea typeface="Cambria" panose="02040503050406030204" pitchFamily="18" charset="0"/>
              </a:rPr>
              <a:t>The curve of increasing cumulative frequencies, gray color (resp. decreasing, bleu color)
</a:t>
            </a:r>
            <a:endParaRPr lang="fr-FR" sz="2400" dirty="0">
              <a:latin typeface="Cambria" panose="02040503050406030204" pitchFamily="18" charset="0"/>
              <a:ea typeface="Cambria" panose="02040503050406030204" pitchFamily="18" charset="0"/>
            </a:endParaRPr>
          </a:p>
        </p:txBody>
      </p:sp>
      <p:pic>
        <p:nvPicPr>
          <p:cNvPr id="5" name="Image 4">
            <a:extLst>
              <a:ext uri="{FF2B5EF4-FFF2-40B4-BE49-F238E27FC236}">
                <a16:creationId xmlns:a16="http://schemas.microsoft.com/office/drawing/2014/main" id="{66F56ADE-8884-4B51-9059-3AC55DB96A14}"/>
              </a:ext>
            </a:extLst>
          </p:cNvPr>
          <p:cNvPicPr>
            <a:picLocks noChangeAspect="1"/>
          </p:cNvPicPr>
          <p:nvPr/>
        </p:nvPicPr>
        <p:blipFill>
          <a:blip r:embed="rId2"/>
          <a:stretch>
            <a:fillRect/>
          </a:stretch>
        </p:blipFill>
        <p:spPr>
          <a:xfrm>
            <a:off x="1187624" y="2492896"/>
            <a:ext cx="6552728" cy="3908502"/>
          </a:xfrm>
          <a:prstGeom prst="rect">
            <a:avLst/>
          </a:prstGeom>
        </p:spPr>
      </p:pic>
    </p:spTree>
    <p:extLst>
      <p:ext uri="{BB962C8B-B14F-4D97-AF65-F5344CB8AC3E}">
        <p14:creationId xmlns:p14="http://schemas.microsoft.com/office/powerpoint/2010/main" val="1005798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B4FF83-AE94-4FD8-9B69-1BDA51CC8942}"/>
              </a:ext>
            </a:extLst>
          </p:cNvPr>
          <p:cNvSpPr>
            <a:spLocks noGrp="1"/>
          </p:cNvSpPr>
          <p:nvPr>
            <p:ph type="title"/>
          </p:nvPr>
        </p:nvSpPr>
        <p:spPr/>
        <p:txBody>
          <a:bodyPr>
            <a:normAutofit/>
          </a:bodyPr>
          <a:lstStyle/>
          <a:p>
            <a:r>
              <a:rPr lang="en-US" dirty="0">
                <a:latin typeface="Cambria" panose="02040503050406030204" pitchFamily="18" charset="0"/>
                <a:ea typeface="Cambria" panose="02040503050406030204" pitchFamily="18" charset="0"/>
              </a:rPr>
              <a:t>The case of open classes</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0817E1FF-F479-4E32-A837-DEDBEA21A5E7}"/>
              </a:ext>
            </a:extLst>
          </p:cNvPr>
          <p:cNvSpPr>
            <a:spLocks noGrp="1"/>
          </p:cNvSpPr>
          <p:nvPr>
            <p:ph idx="1"/>
          </p:nvPr>
        </p:nvSpPr>
        <p:spPr>
          <a:xfrm>
            <a:off x="395536" y="1556792"/>
            <a:ext cx="4464496" cy="2592288"/>
          </a:xfrm>
        </p:spPr>
        <p:txBody>
          <a:bodyPr/>
          <a:lstStyle/>
          <a:p>
            <a:pPr>
              <a:buFont typeface="Wingdings" panose="05000000000000000000" pitchFamily="2" charset="2"/>
              <a:buChar char="q"/>
            </a:pPr>
            <a:r>
              <a:rPr lang="fr-FR" dirty="0"/>
              <a:t> </a:t>
            </a:r>
            <a:r>
              <a:rPr lang="fr-FR" sz="2400" dirty="0">
                <a:latin typeface="Cambria" panose="02040503050406030204" pitchFamily="18" charset="0"/>
                <a:ea typeface="Cambria" panose="02040503050406030204" pitchFamily="18" charset="0"/>
              </a:rPr>
              <a:t>First open class </a:t>
            </a:r>
            <a:r>
              <a:rPr lang="fr-FR" sz="2400" dirty="0">
                <a:latin typeface="Cambria" panose="02040503050406030204" pitchFamily="18" charset="0"/>
                <a:ea typeface="Cambria" panose="02040503050406030204" pitchFamily="18" charset="0"/>
                <a:sym typeface="Wingdings" panose="05000000000000000000" pitchFamily="2" charset="2"/>
              </a:rPr>
              <a:t> </a:t>
            </a:r>
            <a:r>
              <a:rPr lang="fr-FR" sz="2400" b="1" dirty="0">
                <a:latin typeface="Cambria" panose="02040503050406030204" pitchFamily="18" charset="0"/>
                <a:ea typeface="Cambria" panose="02040503050406030204" pitchFamily="18" charset="0"/>
                <a:sym typeface="Wingdings" panose="05000000000000000000" pitchFamily="2" charset="2"/>
              </a:rPr>
              <a:t>« &lt; a »</a:t>
            </a:r>
            <a:endParaRPr lang="fr-FR" sz="2400" b="1"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And / Or</a:t>
            </a:r>
          </a:p>
          <a:p>
            <a:pPr marL="0" indent="0">
              <a:buNone/>
            </a:pPr>
            <a:endParaRPr lang="fr-FR" sz="24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2400" dirty="0">
                <a:latin typeface="Cambria" panose="02040503050406030204" pitchFamily="18" charset="0"/>
                <a:ea typeface="Cambria" panose="02040503050406030204" pitchFamily="18" charset="0"/>
              </a:rPr>
              <a:t> Last open class </a:t>
            </a:r>
            <a:r>
              <a:rPr lang="fr-FR" sz="2400" dirty="0">
                <a:latin typeface="Cambria" panose="02040503050406030204" pitchFamily="18" charset="0"/>
                <a:ea typeface="Cambria" panose="02040503050406030204" pitchFamily="18" charset="0"/>
                <a:sym typeface="Wingdings" panose="05000000000000000000" pitchFamily="2" charset="2"/>
              </a:rPr>
              <a:t> </a:t>
            </a:r>
            <a:r>
              <a:rPr lang="fr-FR" sz="2400" b="1" dirty="0">
                <a:latin typeface="Cambria" panose="02040503050406030204" pitchFamily="18" charset="0"/>
                <a:ea typeface="Cambria" panose="02040503050406030204" pitchFamily="18" charset="0"/>
                <a:sym typeface="Wingdings" panose="05000000000000000000" pitchFamily="2" charset="2"/>
              </a:rPr>
              <a:t>« ≥ a »</a:t>
            </a:r>
            <a:endParaRPr lang="fr-FR" sz="2400" b="1" dirty="0">
              <a:latin typeface="Cambria" panose="02040503050406030204" pitchFamily="18" charset="0"/>
              <a:ea typeface="Cambria" panose="02040503050406030204" pitchFamily="18" charset="0"/>
            </a:endParaRPr>
          </a:p>
          <a:p>
            <a:pPr marL="0" indent="0">
              <a:buNone/>
            </a:pPr>
            <a:endParaRPr lang="fr-FR" dirty="0"/>
          </a:p>
        </p:txBody>
      </p:sp>
      <p:sp>
        <p:nvSpPr>
          <p:cNvPr id="4" name="ZoneTexte 3">
            <a:extLst>
              <a:ext uri="{FF2B5EF4-FFF2-40B4-BE49-F238E27FC236}">
                <a16:creationId xmlns:a16="http://schemas.microsoft.com/office/drawing/2014/main" id="{BDCDC93D-76C3-4D22-8AFE-C06CEF5175FA}"/>
              </a:ext>
            </a:extLst>
          </p:cNvPr>
          <p:cNvSpPr txBox="1"/>
          <p:nvPr/>
        </p:nvSpPr>
        <p:spPr>
          <a:xfrm>
            <a:off x="5436096" y="2492896"/>
            <a:ext cx="3312368" cy="2862322"/>
          </a:xfrm>
          <a:prstGeom prst="rect">
            <a:avLst/>
          </a:prstGeom>
          <a:noFill/>
        </p:spPr>
        <p:txBody>
          <a:bodyPr wrap="square" rtlCol="0">
            <a:spAutoFit/>
          </a:bodyPr>
          <a:lstStyle/>
          <a:p>
            <a:r>
              <a:rPr lang="fr-FR" dirty="0">
                <a:latin typeface="Cambria" panose="02040503050406030204" pitchFamily="18" charset="0"/>
                <a:ea typeface="Cambria" panose="02040503050406030204" pitchFamily="18" charset="0"/>
              </a:rPr>
              <a:t>By convention 
</a:t>
            </a:r>
          </a:p>
          <a:p>
            <a:pPr marL="285750" indent="-285750">
              <a:buFont typeface="Wingdings" panose="05000000000000000000" pitchFamily="2" charset="2"/>
              <a:buChar char="q"/>
            </a:pPr>
            <a:r>
              <a:rPr lang="en-US" dirty="0">
                <a:latin typeface="Cambria" panose="02040503050406030204" pitchFamily="18" charset="0"/>
                <a:ea typeface="Cambria" panose="02040503050406030204" pitchFamily="18" charset="0"/>
              </a:rPr>
              <a:t>The first open class is assigned the width of the second class</a:t>
            </a:r>
          </a:p>
          <a:p>
            <a:endParaRPr lang="fr-FR"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q"/>
            </a:pPr>
            <a:endParaRPr lang="fr-FR"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q"/>
            </a:pPr>
            <a:r>
              <a:rPr lang="en-US" dirty="0">
                <a:latin typeface="Cambria" panose="02040503050406030204" pitchFamily="18" charset="0"/>
                <a:ea typeface="Cambria" panose="02040503050406030204" pitchFamily="18" charset="0"/>
              </a:rPr>
              <a:t>The last open class is assigned the width of the second last class</a:t>
            </a:r>
            <a:endParaRPr lang="fr-FR" dirty="0">
              <a:latin typeface="Cambria" panose="02040503050406030204" pitchFamily="18" charset="0"/>
              <a:ea typeface="Cambria" panose="02040503050406030204" pitchFamily="18" charset="0"/>
            </a:endParaRPr>
          </a:p>
        </p:txBody>
      </p:sp>
      <p:sp>
        <p:nvSpPr>
          <p:cNvPr id="5" name="Flèche : bas 4">
            <a:extLst>
              <a:ext uri="{FF2B5EF4-FFF2-40B4-BE49-F238E27FC236}">
                <a16:creationId xmlns:a16="http://schemas.microsoft.com/office/drawing/2014/main" id="{3CF6EE5B-B817-443B-A293-EAFB49A4BDC1}"/>
              </a:ext>
            </a:extLst>
          </p:cNvPr>
          <p:cNvSpPr/>
          <p:nvPr/>
        </p:nvSpPr>
        <p:spPr>
          <a:xfrm rot="18801753">
            <a:off x="4671740" y="2420515"/>
            <a:ext cx="484632" cy="97840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lèche : bas 5">
            <a:extLst>
              <a:ext uri="{FF2B5EF4-FFF2-40B4-BE49-F238E27FC236}">
                <a16:creationId xmlns:a16="http://schemas.microsoft.com/office/drawing/2014/main" id="{7D0F5BBE-16A5-4D9C-AE2C-08211A3C895D}"/>
              </a:ext>
            </a:extLst>
          </p:cNvPr>
          <p:cNvSpPr/>
          <p:nvPr/>
        </p:nvSpPr>
        <p:spPr>
          <a:xfrm rot="18801753">
            <a:off x="4617716" y="3659876"/>
            <a:ext cx="484632" cy="97840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9C09214D-5F81-44F5-8EB6-D951A6F015A3}"/>
              </a:ext>
            </a:extLst>
          </p:cNvPr>
          <p:cNvSpPr txBox="1"/>
          <p:nvPr/>
        </p:nvSpPr>
        <p:spPr>
          <a:xfrm>
            <a:off x="611585" y="5395956"/>
            <a:ext cx="8136904" cy="1200329"/>
          </a:xfrm>
          <a:prstGeom prst="rect">
            <a:avLst/>
          </a:prstGeom>
          <a:noFill/>
        </p:spPr>
        <p:txBody>
          <a:bodyPr wrap="square" rtlCol="0">
            <a:spAutoFit/>
          </a:bodyPr>
          <a:lstStyle/>
          <a:p>
            <a:r>
              <a:rPr lang="en-US" dirty="0">
                <a:highlight>
                  <a:srgbClr val="FFFF00"/>
                </a:highlight>
                <a:latin typeface="Cambria" panose="02040503050406030204" pitchFamily="18" charset="0"/>
                <a:ea typeface="Cambria" panose="02040503050406030204" pitchFamily="18" charset="0"/>
              </a:rPr>
              <a:t>Remark:</a:t>
            </a:r>
          </a:p>
          <a:p>
            <a:r>
              <a:rPr lang="en-US" dirty="0">
                <a:latin typeface="Cambria" panose="02040503050406030204" pitchFamily="18" charset="0"/>
                <a:ea typeface="Cambria" panose="02040503050406030204" pitchFamily="18" charset="0"/>
              </a:rPr>
              <a:t>If the "by convention" method takes us out of the variable definition domain, then we will use the definition domain to close the open classes
</a:t>
            </a:r>
            <a:endParaRPr lang="fr-F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28950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DAD9F5-3F6F-4786-A363-E61E8FC7ABE4}"/>
              </a:ext>
            </a:extLst>
          </p:cNvPr>
          <p:cNvSpPr>
            <a:spLocks noGrp="1"/>
          </p:cNvSpPr>
          <p:nvPr>
            <p:ph type="title"/>
          </p:nvPr>
        </p:nvSpPr>
        <p:spPr/>
        <p:txBody>
          <a:bodyPr>
            <a:normAutofit/>
          </a:bodyPr>
          <a:lstStyle/>
          <a:p>
            <a:r>
              <a:rPr lang="fr-FR" dirty="0">
                <a:latin typeface="Cambria" panose="02040503050406030204" pitchFamily="18" charset="0"/>
                <a:ea typeface="Cambria" panose="02040503050406030204" pitchFamily="18" charset="0"/>
              </a:rPr>
              <a:t>Example – First open class</a:t>
            </a:r>
          </a:p>
        </p:txBody>
      </p:sp>
      <p:sp>
        <p:nvSpPr>
          <p:cNvPr id="3" name="Espace réservé du contenu 2">
            <a:extLst>
              <a:ext uri="{FF2B5EF4-FFF2-40B4-BE49-F238E27FC236}">
                <a16:creationId xmlns:a16="http://schemas.microsoft.com/office/drawing/2014/main" id="{5C4C8BA5-9802-4437-94D8-906CDA0EB6B0}"/>
              </a:ext>
            </a:extLst>
          </p:cNvPr>
          <p:cNvSpPr>
            <a:spLocks noGrp="1"/>
          </p:cNvSpPr>
          <p:nvPr>
            <p:ph idx="1"/>
          </p:nvPr>
        </p:nvSpPr>
        <p:spPr>
          <a:xfrm>
            <a:off x="25574" y="1166018"/>
            <a:ext cx="9118426" cy="4525963"/>
          </a:xfrm>
        </p:spPr>
        <p:txBody>
          <a:bodyPr/>
          <a:lstStyle/>
          <a:p>
            <a:pPr marL="0" indent="0">
              <a:buNone/>
            </a:pPr>
            <a:r>
              <a:rPr lang="en-US" sz="2800" dirty="0">
                <a:latin typeface="Cambria" panose="02040503050406030204" pitchFamily="18" charset="0"/>
                <a:ea typeface="Cambria" panose="02040503050406030204" pitchFamily="18" charset="0"/>
              </a:rPr>
              <a:t>The data below represents the distribution of monthly salaries of 100 senior managers 
</a:t>
            </a:r>
            <a:endParaRPr lang="fr-FR" sz="2800" dirty="0">
              <a:latin typeface="Cambria" panose="02040503050406030204" pitchFamily="18" charset="0"/>
              <a:ea typeface="Cambria" panose="02040503050406030204" pitchFamily="18" charset="0"/>
            </a:endParaRPr>
          </a:p>
          <a:p>
            <a:pPr marL="0" indent="0">
              <a:buNone/>
            </a:pPr>
            <a:endParaRPr lang="fr-FR" sz="2800" dirty="0">
              <a:latin typeface="Cambria" panose="02040503050406030204" pitchFamily="18" charset="0"/>
              <a:ea typeface="Cambria" panose="02040503050406030204" pitchFamily="18" charset="0"/>
            </a:endParaRPr>
          </a:p>
          <a:p>
            <a:pPr marL="0" indent="0">
              <a:buNone/>
            </a:pPr>
            <a:endParaRPr lang="fr-FR" dirty="0">
              <a:latin typeface="Cambria" panose="02040503050406030204" pitchFamily="18" charset="0"/>
              <a:ea typeface="Cambria" panose="02040503050406030204" pitchFamily="18" charset="0"/>
            </a:endParaRPr>
          </a:p>
        </p:txBody>
      </p:sp>
      <p:pic>
        <p:nvPicPr>
          <p:cNvPr id="5" name="Image 4">
            <a:extLst>
              <a:ext uri="{FF2B5EF4-FFF2-40B4-BE49-F238E27FC236}">
                <a16:creationId xmlns:a16="http://schemas.microsoft.com/office/drawing/2014/main" id="{50645BEF-AF0B-4C90-8FE6-2DB78EACE164}"/>
              </a:ext>
            </a:extLst>
          </p:cNvPr>
          <p:cNvPicPr>
            <a:picLocks noChangeAspect="1"/>
          </p:cNvPicPr>
          <p:nvPr/>
        </p:nvPicPr>
        <p:blipFill>
          <a:blip r:embed="rId2"/>
          <a:stretch>
            <a:fillRect/>
          </a:stretch>
        </p:blipFill>
        <p:spPr>
          <a:xfrm>
            <a:off x="323528" y="2287686"/>
            <a:ext cx="3600400" cy="1573362"/>
          </a:xfrm>
          <a:prstGeom prst="rect">
            <a:avLst/>
          </a:prstGeom>
        </p:spPr>
      </p:pic>
      <p:sp>
        <p:nvSpPr>
          <p:cNvPr id="6" name="Flèche : angle droit 5">
            <a:extLst>
              <a:ext uri="{FF2B5EF4-FFF2-40B4-BE49-F238E27FC236}">
                <a16:creationId xmlns:a16="http://schemas.microsoft.com/office/drawing/2014/main" id="{84C51CFE-EA11-486D-AB77-D17A3D9C4137}"/>
              </a:ext>
            </a:extLst>
          </p:cNvPr>
          <p:cNvSpPr/>
          <p:nvPr/>
        </p:nvSpPr>
        <p:spPr>
          <a:xfrm rot="5400000">
            <a:off x="1115616" y="4149080"/>
            <a:ext cx="720080" cy="603348"/>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A39D0593-40BC-4DD2-94A1-F31558BB38AD}"/>
              </a:ext>
            </a:extLst>
          </p:cNvPr>
          <p:cNvPicPr>
            <a:picLocks noChangeAspect="1"/>
          </p:cNvPicPr>
          <p:nvPr/>
        </p:nvPicPr>
        <p:blipFill>
          <a:blip r:embed="rId3"/>
          <a:stretch>
            <a:fillRect/>
          </a:stretch>
        </p:blipFill>
        <p:spPr>
          <a:xfrm>
            <a:off x="2123728" y="4369679"/>
            <a:ext cx="3466728" cy="1437135"/>
          </a:xfrm>
          <a:prstGeom prst="rect">
            <a:avLst/>
          </a:prstGeom>
        </p:spPr>
      </p:pic>
      <p:sp>
        <p:nvSpPr>
          <p:cNvPr id="9" name="Bulle narrative : ronde 8">
            <a:extLst>
              <a:ext uri="{FF2B5EF4-FFF2-40B4-BE49-F238E27FC236}">
                <a16:creationId xmlns:a16="http://schemas.microsoft.com/office/drawing/2014/main" id="{F8F3745F-0249-4DA1-A4F2-2CC3A9242B7D}"/>
              </a:ext>
            </a:extLst>
          </p:cNvPr>
          <p:cNvSpPr/>
          <p:nvPr/>
        </p:nvSpPr>
        <p:spPr>
          <a:xfrm>
            <a:off x="6300192" y="2488321"/>
            <a:ext cx="2016224" cy="1372727"/>
          </a:xfrm>
          <a:prstGeom prst="wedgeEllipseCallout">
            <a:avLst>
              <a:gd name="adj1" fmla="val -84137"/>
              <a:gd name="adj2" fmla="val 12217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0CD7B9C7-8A62-4262-942B-915F0E629069}"/>
              </a:ext>
            </a:extLst>
          </p:cNvPr>
          <p:cNvSpPr txBox="1"/>
          <p:nvPr/>
        </p:nvSpPr>
        <p:spPr>
          <a:xfrm>
            <a:off x="6732240" y="2851518"/>
            <a:ext cx="1494420" cy="830997"/>
          </a:xfrm>
          <a:prstGeom prst="rect">
            <a:avLst/>
          </a:prstGeom>
          <a:noFill/>
        </p:spPr>
        <p:txBody>
          <a:bodyPr wrap="square" rtlCol="0">
            <a:spAutoFit/>
          </a:bodyPr>
          <a:lstStyle/>
          <a:p>
            <a:r>
              <a:rPr lang="en-US" sz="1200" dirty="0">
                <a:latin typeface="Cambria" panose="02040503050406030204" pitchFamily="18" charset="0"/>
                <a:ea typeface="Cambria" panose="02040503050406030204" pitchFamily="18" charset="0"/>
              </a:rPr>
              <a:t>By convention, the first class would be [3500, 4500[
</a:t>
            </a:r>
            <a:endParaRPr lang="fr-FR" sz="1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62437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DAD9F5-3F6F-4786-A363-E61E8FC7ABE4}"/>
              </a:ext>
            </a:extLst>
          </p:cNvPr>
          <p:cNvSpPr>
            <a:spLocks noGrp="1"/>
          </p:cNvSpPr>
          <p:nvPr>
            <p:ph type="title"/>
          </p:nvPr>
        </p:nvSpPr>
        <p:spPr/>
        <p:txBody>
          <a:bodyPr>
            <a:normAutofit/>
          </a:bodyPr>
          <a:lstStyle/>
          <a:p>
            <a:r>
              <a:rPr lang="fr-FR" dirty="0">
                <a:latin typeface="Cambria" panose="02040503050406030204" pitchFamily="18" charset="0"/>
                <a:ea typeface="Cambria" panose="02040503050406030204" pitchFamily="18" charset="0"/>
              </a:rPr>
              <a:t>Example – Last open class</a:t>
            </a:r>
          </a:p>
        </p:txBody>
      </p:sp>
      <p:sp>
        <p:nvSpPr>
          <p:cNvPr id="3" name="Espace réservé du contenu 2">
            <a:extLst>
              <a:ext uri="{FF2B5EF4-FFF2-40B4-BE49-F238E27FC236}">
                <a16:creationId xmlns:a16="http://schemas.microsoft.com/office/drawing/2014/main" id="{5C4C8BA5-9802-4437-94D8-906CDA0EB6B0}"/>
              </a:ext>
            </a:extLst>
          </p:cNvPr>
          <p:cNvSpPr>
            <a:spLocks noGrp="1"/>
          </p:cNvSpPr>
          <p:nvPr>
            <p:ph idx="1"/>
          </p:nvPr>
        </p:nvSpPr>
        <p:spPr>
          <a:xfrm>
            <a:off x="25574" y="1166018"/>
            <a:ext cx="9118426" cy="4525963"/>
          </a:xfrm>
        </p:spPr>
        <p:txBody>
          <a:bodyPr/>
          <a:lstStyle/>
          <a:p>
            <a:pPr marL="0" indent="0">
              <a:buNone/>
            </a:pPr>
            <a:r>
              <a:rPr lang="en-US" sz="2800" dirty="0">
                <a:latin typeface="Cambria" panose="02040503050406030204" pitchFamily="18" charset="0"/>
                <a:ea typeface="Cambria" panose="02040503050406030204" pitchFamily="18" charset="0"/>
              </a:rPr>
              <a:t>The data below represents the distribution of monthly salaries of 100 senior managers 
</a:t>
            </a:r>
            <a:endParaRPr lang="fr-FR" sz="2800" dirty="0">
              <a:latin typeface="Cambria" panose="02040503050406030204" pitchFamily="18" charset="0"/>
              <a:ea typeface="Cambria" panose="02040503050406030204" pitchFamily="18" charset="0"/>
            </a:endParaRPr>
          </a:p>
          <a:p>
            <a:pPr marL="0" indent="0">
              <a:buNone/>
            </a:pPr>
            <a:endParaRPr lang="fr-FR" sz="2800" dirty="0">
              <a:latin typeface="Cambria" panose="02040503050406030204" pitchFamily="18" charset="0"/>
              <a:ea typeface="Cambria" panose="02040503050406030204" pitchFamily="18" charset="0"/>
            </a:endParaRPr>
          </a:p>
          <a:p>
            <a:pPr marL="0" indent="0">
              <a:buNone/>
            </a:pPr>
            <a:endParaRPr lang="fr-FR" dirty="0">
              <a:latin typeface="Cambria" panose="02040503050406030204" pitchFamily="18" charset="0"/>
              <a:ea typeface="Cambria" panose="02040503050406030204" pitchFamily="18" charset="0"/>
            </a:endParaRPr>
          </a:p>
        </p:txBody>
      </p:sp>
      <p:sp>
        <p:nvSpPr>
          <p:cNvPr id="6" name="Flèche : angle droit 5">
            <a:extLst>
              <a:ext uri="{FF2B5EF4-FFF2-40B4-BE49-F238E27FC236}">
                <a16:creationId xmlns:a16="http://schemas.microsoft.com/office/drawing/2014/main" id="{84C51CFE-EA11-486D-AB77-D17A3D9C4137}"/>
              </a:ext>
            </a:extLst>
          </p:cNvPr>
          <p:cNvSpPr/>
          <p:nvPr/>
        </p:nvSpPr>
        <p:spPr>
          <a:xfrm rot="5400000">
            <a:off x="1115616" y="4149080"/>
            <a:ext cx="720080" cy="603348"/>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Bulle narrative : ronde 8">
            <a:extLst>
              <a:ext uri="{FF2B5EF4-FFF2-40B4-BE49-F238E27FC236}">
                <a16:creationId xmlns:a16="http://schemas.microsoft.com/office/drawing/2014/main" id="{F8F3745F-0249-4DA1-A4F2-2CC3A9242B7D}"/>
              </a:ext>
            </a:extLst>
          </p:cNvPr>
          <p:cNvSpPr/>
          <p:nvPr/>
        </p:nvSpPr>
        <p:spPr>
          <a:xfrm>
            <a:off x="6084168" y="3114900"/>
            <a:ext cx="2016224" cy="1372727"/>
          </a:xfrm>
          <a:prstGeom prst="wedgeEllipseCallout">
            <a:avLst>
              <a:gd name="adj1" fmla="val -84137"/>
              <a:gd name="adj2" fmla="val 12217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0CD7B9C7-8A62-4262-942B-915F0E629069}"/>
              </a:ext>
            </a:extLst>
          </p:cNvPr>
          <p:cNvSpPr txBox="1"/>
          <p:nvPr/>
        </p:nvSpPr>
        <p:spPr>
          <a:xfrm>
            <a:off x="6380566" y="3400052"/>
            <a:ext cx="1719826" cy="830997"/>
          </a:xfrm>
          <a:prstGeom prst="rect">
            <a:avLst/>
          </a:prstGeom>
          <a:noFill/>
        </p:spPr>
        <p:txBody>
          <a:bodyPr wrap="square" rtlCol="0">
            <a:spAutoFit/>
          </a:bodyPr>
          <a:lstStyle/>
          <a:p>
            <a:r>
              <a:rPr lang="en-US" sz="1200" dirty="0">
                <a:latin typeface="Cambria" panose="02040503050406030204" pitchFamily="18" charset="0"/>
                <a:ea typeface="Cambria" panose="02040503050406030204" pitchFamily="18" charset="0"/>
              </a:rPr>
              <a:t>By convention, the last class would be [8000, 10500[
</a:t>
            </a:r>
            <a:endParaRPr lang="fr-FR" sz="1200" dirty="0">
              <a:latin typeface="Cambria" panose="02040503050406030204" pitchFamily="18" charset="0"/>
              <a:ea typeface="Cambria" panose="02040503050406030204" pitchFamily="18" charset="0"/>
            </a:endParaRPr>
          </a:p>
        </p:txBody>
      </p:sp>
      <p:pic>
        <p:nvPicPr>
          <p:cNvPr id="7" name="Image 6">
            <a:extLst>
              <a:ext uri="{FF2B5EF4-FFF2-40B4-BE49-F238E27FC236}">
                <a16:creationId xmlns:a16="http://schemas.microsoft.com/office/drawing/2014/main" id="{5D61D030-4B80-4626-8AA4-F50F5451E493}"/>
              </a:ext>
            </a:extLst>
          </p:cNvPr>
          <p:cNvPicPr>
            <a:picLocks noChangeAspect="1"/>
          </p:cNvPicPr>
          <p:nvPr/>
        </p:nvPicPr>
        <p:blipFill>
          <a:blip r:embed="rId2"/>
          <a:stretch>
            <a:fillRect/>
          </a:stretch>
        </p:blipFill>
        <p:spPr>
          <a:xfrm>
            <a:off x="25574" y="2309018"/>
            <a:ext cx="3168351" cy="1552030"/>
          </a:xfrm>
          <a:prstGeom prst="rect">
            <a:avLst/>
          </a:prstGeom>
        </p:spPr>
      </p:pic>
      <p:pic>
        <p:nvPicPr>
          <p:cNvPr id="12" name="Image 11">
            <a:extLst>
              <a:ext uri="{FF2B5EF4-FFF2-40B4-BE49-F238E27FC236}">
                <a16:creationId xmlns:a16="http://schemas.microsoft.com/office/drawing/2014/main" id="{51193D0E-C5D1-4FC1-A3CA-53E433B05FE4}"/>
              </a:ext>
            </a:extLst>
          </p:cNvPr>
          <p:cNvPicPr>
            <a:picLocks noChangeAspect="1"/>
          </p:cNvPicPr>
          <p:nvPr/>
        </p:nvPicPr>
        <p:blipFill>
          <a:blip r:embed="rId3"/>
          <a:stretch>
            <a:fillRect/>
          </a:stretch>
        </p:blipFill>
        <p:spPr>
          <a:xfrm>
            <a:off x="2339752" y="4221088"/>
            <a:ext cx="3024336" cy="1639685"/>
          </a:xfrm>
          <a:prstGeom prst="rect">
            <a:avLst/>
          </a:prstGeom>
        </p:spPr>
      </p:pic>
    </p:spTree>
    <p:extLst>
      <p:ext uri="{BB962C8B-B14F-4D97-AF65-F5344CB8AC3E}">
        <p14:creationId xmlns:p14="http://schemas.microsoft.com/office/powerpoint/2010/main" val="34925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457200" y="49986"/>
            <a:ext cx="8229600" cy="1143000"/>
          </a:xfrm>
        </p:spPr>
        <p:txBody>
          <a:bodyPr/>
          <a:lstStyle/>
          <a:p>
            <a:r>
              <a:rPr lang="fr-FR" dirty="0" err="1">
                <a:latin typeface="Cambria" panose="02040503050406030204" pitchFamily="18" charset="0"/>
                <a:ea typeface="Cambria" panose="02040503050406030204" pitchFamily="18" charset="0"/>
              </a:rPr>
              <a:t>Exercise</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16977" y="666392"/>
            <a:ext cx="9115375" cy="5691982"/>
          </a:xfrm>
        </p:spPr>
        <p:txBody>
          <a:bodyPr>
            <a:normAutofit fontScale="85000" lnSpcReduction="20000"/>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data below represents the age of visitors to a website: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
Find the right proposal (among the four proposals below):
</a:t>
            </a: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The variable studied is discrete quantitative 
The bar chart is the right graphical tool to represent the data 
The curve of increasing cumulative frequencies is continuous
The last class can be replaced (by convention) by [50, 70[</a:t>
            </a: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graphicFrame>
        <p:nvGraphicFramePr>
          <p:cNvPr id="4" name="Tableau 5">
            <a:extLst>
              <a:ext uri="{FF2B5EF4-FFF2-40B4-BE49-F238E27FC236}">
                <a16:creationId xmlns:a16="http://schemas.microsoft.com/office/drawing/2014/main" id="{0F705BA6-628B-48F4-AD31-BBB7A843D82D}"/>
              </a:ext>
            </a:extLst>
          </p:cNvPr>
          <p:cNvGraphicFramePr>
            <a:graphicFrameLocks noGrp="1"/>
          </p:cNvGraphicFramePr>
          <p:nvPr>
            <p:extLst>
              <p:ext uri="{D42A27DB-BD31-4B8C-83A1-F6EECF244321}">
                <p14:modId xmlns:p14="http://schemas.microsoft.com/office/powerpoint/2010/main" val="865160392"/>
              </p:ext>
            </p:extLst>
          </p:nvPr>
        </p:nvGraphicFramePr>
        <p:xfrm>
          <a:off x="3131840" y="1340768"/>
          <a:ext cx="3168352" cy="28346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644592904"/>
                    </a:ext>
                  </a:extLst>
                </a:gridCol>
                <a:gridCol w="1584176">
                  <a:extLst>
                    <a:ext uri="{9D8B030D-6E8A-4147-A177-3AD203B41FA5}">
                      <a16:colId xmlns:a16="http://schemas.microsoft.com/office/drawing/2014/main" val="382991047"/>
                    </a:ext>
                  </a:extLst>
                </a:gridCol>
              </a:tblGrid>
              <a:tr h="520316">
                <a:tc>
                  <a:txBody>
                    <a:bodyPr/>
                    <a:lstStyle/>
                    <a:p>
                      <a:pPr algn="ctr"/>
                      <a:r>
                        <a:rPr lang="fr-FR" dirty="0"/>
                        <a:t>Age</a:t>
                      </a:r>
                    </a:p>
                  </a:txBody>
                  <a:tcPr anchor="ctr"/>
                </a:tc>
                <a:tc>
                  <a:txBody>
                    <a:bodyPr/>
                    <a:lstStyle/>
                    <a:p>
                      <a:pPr algn="ctr"/>
                      <a:r>
                        <a:rPr lang="fr-FR" dirty="0" err="1"/>
                        <a:t>Number</a:t>
                      </a:r>
                      <a:r>
                        <a:rPr lang="fr-FR" dirty="0"/>
                        <a:t> of </a:t>
                      </a:r>
                      <a:r>
                        <a:rPr lang="fr-FR" dirty="0" err="1"/>
                        <a:t>visitors</a:t>
                      </a:r>
                      <a:endParaRPr lang="fr-FR" dirty="0"/>
                    </a:p>
                  </a:txBody>
                  <a:tcPr anchor="ctr"/>
                </a:tc>
                <a:extLst>
                  <a:ext uri="{0D108BD9-81ED-4DB2-BD59-A6C34878D82A}">
                    <a16:rowId xmlns:a16="http://schemas.microsoft.com/office/drawing/2014/main" val="1283284218"/>
                  </a:ext>
                </a:extLst>
              </a:tr>
              <a:tr h="297323">
                <a:tc>
                  <a:txBody>
                    <a:bodyPr/>
                    <a:lstStyle/>
                    <a:p>
                      <a:pPr algn="ctr"/>
                      <a:r>
                        <a:rPr lang="fr-FR" dirty="0"/>
                        <a:t>&lt; 18</a:t>
                      </a:r>
                    </a:p>
                  </a:txBody>
                  <a:tcPr/>
                </a:tc>
                <a:tc>
                  <a:txBody>
                    <a:bodyPr/>
                    <a:lstStyle/>
                    <a:p>
                      <a:pPr algn="ctr"/>
                      <a:r>
                        <a:rPr lang="fr-FR" dirty="0"/>
                        <a:t>5</a:t>
                      </a:r>
                    </a:p>
                  </a:txBody>
                  <a:tcPr/>
                </a:tc>
                <a:extLst>
                  <a:ext uri="{0D108BD9-81ED-4DB2-BD59-A6C34878D82A}">
                    <a16:rowId xmlns:a16="http://schemas.microsoft.com/office/drawing/2014/main" val="882198753"/>
                  </a:ext>
                </a:extLst>
              </a:tr>
              <a:tr h="297323">
                <a:tc>
                  <a:txBody>
                    <a:bodyPr/>
                    <a:lstStyle/>
                    <a:p>
                      <a:pPr algn="ctr"/>
                      <a:r>
                        <a:rPr lang="fr-FR" dirty="0"/>
                        <a:t>[18 ; 20[</a:t>
                      </a:r>
                    </a:p>
                  </a:txBody>
                  <a:tcPr/>
                </a:tc>
                <a:tc>
                  <a:txBody>
                    <a:bodyPr/>
                    <a:lstStyle/>
                    <a:p>
                      <a:pPr algn="ctr"/>
                      <a:r>
                        <a:rPr lang="fr-FR" dirty="0"/>
                        <a:t>15</a:t>
                      </a:r>
                    </a:p>
                  </a:txBody>
                  <a:tcPr/>
                </a:tc>
                <a:extLst>
                  <a:ext uri="{0D108BD9-81ED-4DB2-BD59-A6C34878D82A}">
                    <a16:rowId xmlns:a16="http://schemas.microsoft.com/office/drawing/2014/main" val="1755262945"/>
                  </a:ext>
                </a:extLst>
              </a:tr>
              <a:tr h="297323">
                <a:tc>
                  <a:txBody>
                    <a:bodyPr/>
                    <a:lstStyle/>
                    <a:p>
                      <a:pPr algn="ctr"/>
                      <a:r>
                        <a:rPr lang="fr-FR" dirty="0"/>
                        <a:t>[20 ; 30[</a:t>
                      </a:r>
                    </a:p>
                  </a:txBody>
                  <a:tcPr/>
                </a:tc>
                <a:tc>
                  <a:txBody>
                    <a:bodyPr/>
                    <a:lstStyle/>
                    <a:p>
                      <a:pPr algn="ctr"/>
                      <a:r>
                        <a:rPr lang="fr-FR" dirty="0"/>
                        <a:t>20</a:t>
                      </a:r>
                    </a:p>
                  </a:txBody>
                  <a:tcPr/>
                </a:tc>
                <a:extLst>
                  <a:ext uri="{0D108BD9-81ED-4DB2-BD59-A6C34878D82A}">
                    <a16:rowId xmlns:a16="http://schemas.microsoft.com/office/drawing/2014/main" val="3070569742"/>
                  </a:ext>
                </a:extLst>
              </a:tr>
              <a:tr h="297323">
                <a:tc>
                  <a:txBody>
                    <a:bodyPr/>
                    <a:lstStyle/>
                    <a:p>
                      <a:pPr algn="ctr"/>
                      <a:r>
                        <a:rPr lang="fr-FR" dirty="0"/>
                        <a:t>[30 ; 35[</a:t>
                      </a:r>
                    </a:p>
                  </a:txBody>
                  <a:tcPr/>
                </a:tc>
                <a:tc>
                  <a:txBody>
                    <a:bodyPr/>
                    <a:lstStyle/>
                    <a:p>
                      <a:pPr algn="ctr"/>
                      <a:r>
                        <a:rPr lang="fr-FR" dirty="0"/>
                        <a:t>30</a:t>
                      </a:r>
                    </a:p>
                  </a:txBody>
                  <a:tcPr/>
                </a:tc>
                <a:extLst>
                  <a:ext uri="{0D108BD9-81ED-4DB2-BD59-A6C34878D82A}">
                    <a16:rowId xmlns:a16="http://schemas.microsoft.com/office/drawing/2014/main" val="3248883628"/>
                  </a:ext>
                </a:extLst>
              </a:tr>
              <a:tr h="297323">
                <a:tc>
                  <a:txBody>
                    <a:bodyPr/>
                    <a:lstStyle/>
                    <a:p>
                      <a:pPr algn="ctr"/>
                      <a:r>
                        <a:rPr lang="fr-FR" dirty="0"/>
                        <a:t>[35 ; 50[</a:t>
                      </a:r>
                    </a:p>
                  </a:txBody>
                  <a:tcPr/>
                </a:tc>
                <a:tc>
                  <a:txBody>
                    <a:bodyPr/>
                    <a:lstStyle/>
                    <a:p>
                      <a:pPr algn="ctr"/>
                      <a:r>
                        <a:rPr lang="fr-FR" dirty="0"/>
                        <a:t>23</a:t>
                      </a:r>
                    </a:p>
                  </a:txBody>
                  <a:tcPr/>
                </a:tc>
                <a:extLst>
                  <a:ext uri="{0D108BD9-81ED-4DB2-BD59-A6C34878D82A}">
                    <a16:rowId xmlns:a16="http://schemas.microsoft.com/office/drawing/2014/main" val="979531004"/>
                  </a:ext>
                </a:extLst>
              </a:tr>
              <a:tr h="297323">
                <a:tc>
                  <a:txBody>
                    <a:bodyPr/>
                    <a:lstStyle/>
                    <a:p>
                      <a:pPr algn="ctr"/>
                      <a:r>
                        <a:rPr lang="fr-FR" dirty="0"/>
                        <a:t>≥ 50</a:t>
                      </a:r>
                    </a:p>
                  </a:txBody>
                  <a:tcPr/>
                </a:tc>
                <a:tc>
                  <a:txBody>
                    <a:bodyPr/>
                    <a:lstStyle/>
                    <a:p>
                      <a:pPr algn="ctr"/>
                      <a:r>
                        <a:rPr lang="fr-FR" dirty="0"/>
                        <a:t>7</a:t>
                      </a:r>
                    </a:p>
                  </a:txBody>
                  <a:tcPr/>
                </a:tc>
                <a:extLst>
                  <a:ext uri="{0D108BD9-81ED-4DB2-BD59-A6C34878D82A}">
                    <a16:rowId xmlns:a16="http://schemas.microsoft.com/office/drawing/2014/main" val="517406404"/>
                  </a:ext>
                </a:extLst>
              </a:tr>
            </a:tbl>
          </a:graphicData>
        </a:graphic>
      </p:graphicFrame>
    </p:spTree>
    <p:extLst>
      <p:ext uri="{BB962C8B-B14F-4D97-AF65-F5344CB8AC3E}">
        <p14:creationId xmlns:p14="http://schemas.microsoft.com/office/powerpoint/2010/main" val="1596668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457200" y="49986"/>
            <a:ext cx="8229600" cy="1143000"/>
          </a:xfrm>
        </p:spPr>
        <p:txBody>
          <a:bodyPr/>
          <a:lstStyle/>
          <a:p>
            <a:r>
              <a:rPr lang="fr-FR" dirty="0" err="1">
                <a:latin typeface="Cambria" panose="02040503050406030204" pitchFamily="18" charset="0"/>
                <a:ea typeface="Cambria" panose="02040503050406030204" pitchFamily="18" charset="0"/>
              </a:rPr>
              <a:t>Exercise</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16977" y="666392"/>
            <a:ext cx="9115375" cy="5691982"/>
          </a:xfrm>
        </p:spPr>
        <p:txBody>
          <a:bodyPr>
            <a:normAutofit fontScale="85000" lnSpcReduction="20000"/>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data below represents the age of visitors to a website: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
Find the right proposal (among the four proposals below):
</a:t>
            </a: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The variable studied is discrete quantitative 
The bar chart is the right graphical tool to represent the data 
</a:t>
            </a:r>
            <a:r>
              <a:rPr lang="en-US" sz="2000" dirty="0">
                <a:solidFill>
                  <a:srgbClr val="FF0000"/>
                </a:solidFill>
                <a:latin typeface="Cambria" panose="02040503050406030204" pitchFamily="18" charset="0"/>
                <a:ea typeface="Cambria" panose="02040503050406030204" pitchFamily="18" charset="0"/>
              </a:rPr>
              <a:t>The curve of increasing cumulative frequencies is continuous</a:t>
            </a:r>
            <a:r>
              <a:rPr lang="en-US" sz="2000" dirty="0">
                <a:latin typeface="Cambria" panose="02040503050406030204" pitchFamily="18" charset="0"/>
                <a:ea typeface="Cambria" panose="02040503050406030204" pitchFamily="18" charset="0"/>
              </a:rPr>
              <a:t>
The last class can be replaced (by convention) by [50, 70[</a:t>
            </a: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graphicFrame>
        <p:nvGraphicFramePr>
          <p:cNvPr id="4" name="Tableau 5">
            <a:extLst>
              <a:ext uri="{FF2B5EF4-FFF2-40B4-BE49-F238E27FC236}">
                <a16:creationId xmlns:a16="http://schemas.microsoft.com/office/drawing/2014/main" id="{0F705BA6-628B-48F4-AD31-BBB7A843D82D}"/>
              </a:ext>
            </a:extLst>
          </p:cNvPr>
          <p:cNvGraphicFramePr>
            <a:graphicFrameLocks noGrp="1"/>
          </p:cNvGraphicFramePr>
          <p:nvPr/>
        </p:nvGraphicFramePr>
        <p:xfrm>
          <a:off x="3131840" y="1340768"/>
          <a:ext cx="3168352" cy="28346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644592904"/>
                    </a:ext>
                  </a:extLst>
                </a:gridCol>
                <a:gridCol w="1584176">
                  <a:extLst>
                    <a:ext uri="{9D8B030D-6E8A-4147-A177-3AD203B41FA5}">
                      <a16:colId xmlns:a16="http://schemas.microsoft.com/office/drawing/2014/main" val="382991047"/>
                    </a:ext>
                  </a:extLst>
                </a:gridCol>
              </a:tblGrid>
              <a:tr h="520316">
                <a:tc>
                  <a:txBody>
                    <a:bodyPr/>
                    <a:lstStyle/>
                    <a:p>
                      <a:pPr algn="ctr"/>
                      <a:r>
                        <a:rPr lang="fr-FR" dirty="0"/>
                        <a:t>Age</a:t>
                      </a:r>
                    </a:p>
                  </a:txBody>
                  <a:tcPr anchor="ctr"/>
                </a:tc>
                <a:tc>
                  <a:txBody>
                    <a:bodyPr/>
                    <a:lstStyle/>
                    <a:p>
                      <a:pPr algn="ctr"/>
                      <a:r>
                        <a:rPr lang="fr-FR" dirty="0" err="1"/>
                        <a:t>Number</a:t>
                      </a:r>
                      <a:r>
                        <a:rPr lang="fr-FR" dirty="0"/>
                        <a:t> of </a:t>
                      </a:r>
                      <a:r>
                        <a:rPr lang="fr-FR" dirty="0" err="1"/>
                        <a:t>visitors</a:t>
                      </a:r>
                      <a:endParaRPr lang="fr-FR" dirty="0"/>
                    </a:p>
                  </a:txBody>
                  <a:tcPr anchor="ctr"/>
                </a:tc>
                <a:extLst>
                  <a:ext uri="{0D108BD9-81ED-4DB2-BD59-A6C34878D82A}">
                    <a16:rowId xmlns:a16="http://schemas.microsoft.com/office/drawing/2014/main" val="1283284218"/>
                  </a:ext>
                </a:extLst>
              </a:tr>
              <a:tr h="297323">
                <a:tc>
                  <a:txBody>
                    <a:bodyPr/>
                    <a:lstStyle/>
                    <a:p>
                      <a:pPr algn="ctr"/>
                      <a:r>
                        <a:rPr lang="fr-FR" dirty="0"/>
                        <a:t>&lt; 18</a:t>
                      </a:r>
                    </a:p>
                  </a:txBody>
                  <a:tcPr/>
                </a:tc>
                <a:tc>
                  <a:txBody>
                    <a:bodyPr/>
                    <a:lstStyle/>
                    <a:p>
                      <a:pPr algn="ctr"/>
                      <a:r>
                        <a:rPr lang="fr-FR" dirty="0"/>
                        <a:t>5</a:t>
                      </a:r>
                    </a:p>
                  </a:txBody>
                  <a:tcPr/>
                </a:tc>
                <a:extLst>
                  <a:ext uri="{0D108BD9-81ED-4DB2-BD59-A6C34878D82A}">
                    <a16:rowId xmlns:a16="http://schemas.microsoft.com/office/drawing/2014/main" val="882198753"/>
                  </a:ext>
                </a:extLst>
              </a:tr>
              <a:tr h="297323">
                <a:tc>
                  <a:txBody>
                    <a:bodyPr/>
                    <a:lstStyle/>
                    <a:p>
                      <a:pPr algn="ctr"/>
                      <a:r>
                        <a:rPr lang="fr-FR" dirty="0"/>
                        <a:t>[18 ; 20[</a:t>
                      </a:r>
                    </a:p>
                  </a:txBody>
                  <a:tcPr/>
                </a:tc>
                <a:tc>
                  <a:txBody>
                    <a:bodyPr/>
                    <a:lstStyle/>
                    <a:p>
                      <a:pPr algn="ctr"/>
                      <a:r>
                        <a:rPr lang="fr-FR" dirty="0"/>
                        <a:t>15</a:t>
                      </a:r>
                    </a:p>
                  </a:txBody>
                  <a:tcPr/>
                </a:tc>
                <a:extLst>
                  <a:ext uri="{0D108BD9-81ED-4DB2-BD59-A6C34878D82A}">
                    <a16:rowId xmlns:a16="http://schemas.microsoft.com/office/drawing/2014/main" val="1755262945"/>
                  </a:ext>
                </a:extLst>
              </a:tr>
              <a:tr h="297323">
                <a:tc>
                  <a:txBody>
                    <a:bodyPr/>
                    <a:lstStyle/>
                    <a:p>
                      <a:pPr algn="ctr"/>
                      <a:r>
                        <a:rPr lang="fr-FR" dirty="0"/>
                        <a:t>[20 ; 30[</a:t>
                      </a:r>
                    </a:p>
                  </a:txBody>
                  <a:tcPr/>
                </a:tc>
                <a:tc>
                  <a:txBody>
                    <a:bodyPr/>
                    <a:lstStyle/>
                    <a:p>
                      <a:pPr algn="ctr"/>
                      <a:r>
                        <a:rPr lang="fr-FR" dirty="0"/>
                        <a:t>20</a:t>
                      </a:r>
                    </a:p>
                  </a:txBody>
                  <a:tcPr/>
                </a:tc>
                <a:extLst>
                  <a:ext uri="{0D108BD9-81ED-4DB2-BD59-A6C34878D82A}">
                    <a16:rowId xmlns:a16="http://schemas.microsoft.com/office/drawing/2014/main" val="3070569742"/>
                  </a:ext>
                </a:extLst>
              </a:tr>
              <a:tr h="297323">
                <a:tc>
                  <a:txBody>
                    <a:bodyPr/>
                    <a:lstStyle/>
                    <a:p>
                      <a:pPr algn="ctr"/>
                      <a:r>
                        <a:rPr lang="fr-FR" dirty="0"/>
                        <a:t>[30 ; 35[</a:t>
                      </a:r>
                    </a:p>
                  </a:txBody>
                  <a:tcPr/>
                </a:tc>
                <a:tc>
                  <a:txBody>
                    <a:bodyPr/>
                    <a:lstStyle/>
                    <a:p>
                      <a:pPr algn="ctr"/>
                      <a:r>
                        <a:rPr lang="fr-FR" dirty="0"/>
                        <a:t>30</a:t>
                      </a:r>
                    </a:p>
                  </a:txBody>
                  <a:tcPr/>
                </a:tc>
                <a:extLst>
                  <a:ext uri="{0D108BD9-81ED-4DB2-BD59-A6C34878D82A}">
                    <a16:rowId xmlns:a16="http://schemas.microsoft.com/office/drawing/2014/main" val="3248883628"/>
                  </a:ext>
                </a:extLst>
              </a:tr>
              <a:tr h="297323">
                <a:tc>
                  <a:txBody>
                    <a:bodyPr/>
                    <a:lstStyle/>
                    <a:p>
                      <a:pPr algn="ctr"/>
                      <a:r>
                        <a:rPr lang="fr-FR" dirty="0"/>
                        <a:t>[35 ; 50[</a:t>
                      </a:r>
                    </a:p>
                  </a:txBody>
                  <a:tcPr/>
                </a:tc>
                <a:tc>
                  <a:txBody>
                    <a:bodyPr/>
                    <a:lstStyle/>
                    <a:p>
                      <a:pPr algn="ctr"/>
                      <a:r>
                        <a:rPr lang="fr-FR" dirty="0"/>
                        <a:t>23</a:t>
                      </a:r>
                    </a:p>
                  </a:txBody>
                  <a:tcPr/>
                </a:tc>
                <a:extLst>
                  <a:ext uri="{0D108BD9-81ED-4DB2-BD59-A6C34878D82A}">
                    <a16:rowId xmlns:a16="http://schemas.microsoft.com/office/drawing/2014/main" val="979531004"/>
                  </a:ext>
                </a:extLst>
              </a:tr>
              <a:tr h="297323">
                <a:tc>
                  <a:txBody>
                    <a:bodyPr/>
                    <a:lstStyle/>
                    <a:p>
                      <a:pPr algn="ctr"/>
                      <a:r>
                        <a:rPr lang="fr-FR" dirty="0"/>
                        <a:t>≥ 50</a:t>
                      </a:r>
                    </a:p>
                  </a:txBody>
                  <a:tcPr/>
                </a:tc>
                <a:tc>
                  <a:txBody>
                    <a:bodyPr/>
                    <a:lstStyle/>
                    <a:p>
                      <a:pPr algn="ctr"/>
                      <a:r>
                        <a:rPr lang="fr-FR" dirty="0"/>
                        <a:t>7</a:t>
                      </a:r>
                    </a:p>
                  </a:txBody>
                  <a:tcPr/>
                </a:tc>
                <a:extLst>
                  <a:ext uri="{0D108BD9-81ED-4DB2-BD59-A6C34878D82A}">
                    <a16:rowId xmlns:a16="http://schemas.microsoft.com/office/drawing/2014/main" val="517406404"/>
                  </a:ext>
                </a:extLst>
              </a:tr>
            </a:tbl>
          </a:graphicData>
        </a:graphic>
      </p:graphicFrame>
    </p:spTree>
    <p:extLst>
      <p:ext uri="{BB962C8B-B14F-4D97-AF65-F5344CB8AC3E}">
        <p14:creationId xmlns:p14="http://schemas.microsoft.com/office/powerpoint/2010/main" val="1991513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457200" y="6648"/>
            <a:ext cx="8229600" cy="1143000"/>
          </a:xfrm>
        </p:spPr>
        <p:txBody>
          <a:bodyPr/>
          <a:lstStyle/>
          <a:p>
            <a:r>
              <a:rPr lang="fr-FR" dirty="0" err="1">
                <a:latin typeface="Cambria" panose="02040503050406030204" pitchFamily="18" charset="0"/>
                <a:ea typeface="Cambria" panose="02040503050406030204" pitchFamily="18" charset="0"/>
              </a:rPr>
              <a:t>Exercise</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28625" y="836712"/>
            <a:ext cx="9115375" cy="6014640"/>
          </a:xfrm>
        </p:spPr>
        <p:txBody>
          <a:bodyPr>
            <a:normAutofit fontScale="92500" lnSpcReduction="10000"/>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data below represents the number of products purchased during the visit of 100 visitors to a shopping center: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Find the right proposal (among the four proposals below):
</a:t>
            </a: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The variable studied is qualitative ordinal 
The bar chart is the right graphical tool to represent the data 
The curve of increasing cumulative frequencies is discontinuous</a:t>
            </a: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80% of visitors have a number of products purchased less than or equal to 2</a:t>
            </a: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graphicFrame>
        <p:nvGraphicFramePr>
          <p:cNvPr id="5" name="Tableau 5">
            <a:extLst>
              <a:ext uri="{FF2B5EF4-FFF2-40B4-BE49-F238E27FC236}">
                <a16:creationId xmlns:a16="http://schemas.microsoft.com/office/drawing/2014/main" id="{8BCD3DEE-DC7F-421E-840F-40D853695856}"/>
              </a:ext>
            </a:extLst>
          </p:cNvPr>
          <p:cNvGraphicFramePr>
            <a:graphicFrameLocks noGrp="1"/>
          </p:cNvGraphicFramePr>
          <p:nvPr>
            <p:extLst>
              <p:ext uri="{D42A27DB-BD31-4B8C-83A1-F6EECF244321}">
                <p14:modId xmlns:p14="http://schemas.microsoft.com/office/powerpoint/2010/main" val="224126870"/>
              </p:ext>
            </p:extLst>
          </p:nvPr>
        </p:nvGraphicFramePr>
        <p:xfrm>
          <a:off x="3779912" y="1700808"/>
          <a:ext cx="3168352" cy="274320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644592904"/>
                    </a:ext>
                  </a:extLst>
                </a:gridCol>
                <a:gridCol w="1584176">
                  <a:extLst>
                    <a:ext uri="{9D8B030D-6E8A-4147-A177-3AD203B41FA5}">
                      <a16:colId xmlns:a16="http://schemas.microsoft.com/office/drawing/2014/main" val="382991047"/>
                    </a:ext>
                  </a:extLst>
                </a:gridCol>
              </a:tblGrid>
              <a:tr h="520316">
                <a:tc>
                  <a:txBody>
                    <a:bodyPr/>
                    <a:lstStyle/>
                    <a:p>
                      <a:pPr algn="ctr"/>
                      <a:r>
                        <a:rPr lang="fr-FR" dirty="0"/>
                        <a:t>Nb of </a:t>
                      </a:r>
                      <a:r>
                        <a:rPr lang="fr-FR" dirty="0" err="1"/>
                        <a:t>products</a:t>
                      </a:r>
                      <a:r>
                        <a:rPr lang="fr-FR" dirty="0"/>
                        <a:t> </a:t>
                      </a:r>
                      <a:r>
                        <a:rPr lang="fr-FR" dirty="0" err="1"/>
                        <a:t>purchased</a:t>
                      </a:r>
                      <a:endParaRPr lang="fr-FR" dirty="0"/>
                    </a:p>
                  </a:txBody>
                  <a:tcPr anchor="ctr"/>
                </a:tc>
                <a:tc>
                  <a:txBody>
                    <a:bodyPr/>
                    <a:lstStyle/>
                    <a:p>
                      <a:pPr algn="ctr"/>
                      <a:r>
                        <a:rPr lang="fr-FR" dirty="0" err="1"/>
                        <a:t>Number</a:t>
                      </a:r>
                      <a:r>
                        <a:rPr lang="fr-FR" dirty="0"/>
                        <a:t> of </a:t>
                      </a:r>
                      <a:r>
                        <a:rPr lang="fr-FR" dirty="0" err="1"/>
                        <a:t>visitors</a:t>
                      </a:r>
                      <a:endParaRPr lang="fr-FR" dirty="0"/>
                    </a:p>
                  </a:txBody>
                  <a:tcPr anchor="ctr"/>
                </a:tc>
                <a:extLst>
                  <a:ext uri="{0D108BD9-81ED-4DB2-BD59-A6C34878D82A}">
                    <a16:rowId xmlns:a16="http://schemas.microsoft.com/office/drawing/2014/main" val="1283284218"/>
                  </a:ext>
                </a:extLst>
              </a:tr>
              <a:tr h="297323">
                <a:tc>
                  <a:txBody>
                    <a:bodyPr/>
                    <a:lstStyle/>
                    <a:p>
                      <a:pPr algn="ctr"/>
                      <a:r>
                        <a:rPr lang="fr-FR" dirty="0"/>
                        <a:t>0</a:t>
                      </a:r>
                    </a:p>
                  </a:txBody>
                  <a:tcPr/>
                </a:tc>
                <a:tc>
                  <a:txBody>
                    <a:bodyPr/>
                    <a:lstStyle/>
                    <a:p>
                      <a:pPr algn="ctr"/>
                      <a:r>
                        <a:rPr lang="fr-FR" dirty="0"/>
                        <a:t>20</a:t>
                      </a:r>
                    </a:p>
                  </a:txBody>
                  <a:tcPr/>
                </a:tc>
                <a:extLst>
                  <a:ext uri="{0D108BD9-81ED-4DB2-BD59-A6C34878D82A}">
                    <a16:rowId xmlns:a16="http://schemas.microsoft.com/office/drawing/2014/main" val="882198753"/>
                  </a:ext>
                </a:extLst>
              </a:tr>
              <a:tr h="297323">
                <a:tc>
                  <a:txBody>
                    <a:bodyPr/>
                    <a:lstStyle/>
                    <a:p>
                      <a:pPr algn="ctr"/>
                      <a:r>
                        <a:rPr lang="fr-FR" dirty="0"/>
                        <a:t>1</a:t>
                      </a:r>
                    </a:p>
                  </a:txBody>
                  <a:tcPr/>
                </a:tc>
                <a:tc>
                  <a:txBody>
                    <a:bodyPr/>
                    <a:lstStyle/>
                    <a:p>
                      <a:pPr algn="ctr"/>
                      <a:r>
                        <a:rPr lang="fr-FR" dirty="0"/>
                        <a:t>35</a:t>
                      </a:r>
                    </a:p>
                  </a:txBody>
                  <a:tcPr/>
                </a:tc>
                <a:extLst>
                  <a:ext uri="{0D108BD9-81ED-4DB2-BD59-A6C34878D82A}">
                    <a16:rowId xmlns:a16="http://schemas.microsoft.com/office/drawing/2014/main" val="1755262945"/>
                  </a:ext>
                </a:extLst>
              </a:tr>
              <a:tr h="297323">
                <a:tc>
                  <a:txBody>
                    <a:bodyPr/>
                    <a:lstStyle/>
                    <a:p>
                      <a:pPr algn="ctr"/>
                      <a:r>
                        <a:rPr lang="fr-FR" dirty="0"/>
                        <a:t>2</a:t>
                      </a:r>
                    </a:p>
                  </a:txBody>
                  <a:tcPr/>
                </a:tc>
                <a:tc>
                  <a:txBody>
                    <a:bodyPr/>
                    <a:lstStyle/>
                    <a:p>
                      <a:pPr algn="ctr"/>
                      <a:r>
                        <a:rPr lang="fr-FR" dirty="0"/>
                        <a:t>24</a:t>
                      </a:r>
                    </a:p>
                  </a:txBody>
                  <a:tcPr/>
                </a:tc>
                <a:extLst>
                  <a:ext uri="{0D108BD9-81ED-4DB2-BD59-A6C34878D82A}">
                    <a16:rowId xmlns:a16="http://schemas.microsoft.com/office/drawing/2014/main" val="3070569742"/>
                  </a:ext>
                </a:extLst>
              </a:tr>
              <a:tr h="297323">
                <a:tc>
                  <a:txBody>
                    <a:bodyPr/>
                    <a:lstStyle/>
                    <a:p>
                      <a:pPr algn="ctr"/>
                      <a:r>
                        <a:rPr lang="fr-FR" dirty="0"/>
                        <a:t>4</a:t>
                      </a:r>
                    </a:p>
                  </a:txBody>
                  <a:tcPr/>
                </a:tc>
                <a:tc>
                  <a:txBody>
                    <a:bodyPr/>
                    <a:lstStyle/>
                    <a:p>
                      <a:pPr algn="ctr"/>
                      <a:r>
                        <a:rPr lang="fr-FR" dirty="0"/>
                        <a:t>16</a:t>
                      </a:r>
                    </a:p>
                  </a:txBody>
                  <a:tcPr/>
                </a:tc>
                <a:extLst>
                  <a:ext uri="{0D108BD9-81ED-4DB2-BD59-A6C34878D82A}">
                    <a16:rowId xmlns:a16="http://schemas.microsoft.com/office/drawing/2014/main" val="3248883628"/>
                  </a:ext>
                </a:extLst>
              </a:tr>
              <a:tr h="297323">
                <a:tc>
                  <a:txBody>
                    <a:bodyPr/>
                    <a:lstStyle/>
                    <a:p>
                      <a:pPr algn="ctr"/>
                      <a:r>
                        <a:rPr lang="fr-FR" dirty="0"/>
                        <a:t>5</a:t>
                      </a:r>
                    </a:p>
                  </a:txBody>
                  <a:tcPr/>
                </a:tc>
                <a:tc>
                  <a:txBody>
                    <a:bodyPr/>
                    <a:lstStyle/>
                    <a:p>
                      <a:pPr algn="ctr"/>
                      <a:r>
                        <a:rPr lang="fr-FR" dirty="0"/>
                        <a:t>5</a:t>
                      </a:r>
                    </a:p>
                  </a:txBody>
                  <a:tcPr/>
                </a:tc>
                <a:extLst>
                  <a:ext uri="{0D108BD9-81ED-4DB2-BD59-A6C34878D82A}">
                    <a16:rowId xmlns:a16="http://schemas.microsoft.com/office/drawing/2014/main" val="979531004"/>
                  </a:ext>
                </a:extLst>
              </a:tr>
            </a:tbl>
          </a:graphicData>
        </a:graphic>
      </p:graphicFrame>
    </p:spTree>
    <p:extLst>
      <p:ext uri="{BB962C8B-B14F-4D97-AF65-F5344CB8AC3E}">
        <p14:creationId xmlns:p14="http://schemas.microsoft.com/office/powerpoint/2010/main" val="3804648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457200" y="6648"/>
            <a:ext cx="8229600" cy="1143000"/>
          </a:xfrm>
        </p:spPr>
        <p:txBody>
          <a:bodyPr/>
          <a:lstStyle/>
          <a:p>
            <a:r>
              <a:rPr lang="fr-FR" dirty="0" err="1">
                <a:latin typeface="Cambria" panose="02040503050406030204" pitchFamily="18" charset="0"/>
                <a:ea typeface="Cambria" panose="02040503050406030204" pitchFamily="18" charset="0"/>
              </a:rPr>
              <a:t>Exercise</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28625" y="836712"/>
            <a:ext cx="9115375" cy="6014640"/>
          </a:xfrm>
        </p:spPr>
        <p:txBody>
          <a:bodyPr>
            <a:normAutofit fontScale="92500" lnSpcReduction="10000"/>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data below represents the number of products purchased during the visit of 100 visitors to a shopping center: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Find the right proposal (among the four proposals below):
</a:t>
            </a: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The variable studied is qualitative ordinal 
The bar chart is the right graphical tool to represent the data 
</a:t>
            </a:r>
            <a:r>
              <a:rPr lang="en-US" sz="2000" dirty="0">
                <a:solidFill>
                  <a:srgbClr val="FF0000"/>
                </a:solidFill>
                <a:latin typeface="Cambria" panose="02040503050406030204" pitchFamily="18" charset="0"/>
                <a:ea typeface="Cambria" panose="02040503050406030204" pitchFamily="18" charset="0"/>
              </a:rPr>
              <a:t>The curve of increasing cumulative frequencies is discontinuous</a:t>
            </a:r>
            <a:endParaRPr lang="fr-FR" sz="2000" dirty="0">
              <a:solidFill>
                <a:srgbClr val="FF0000"/>
              </a:solidFill>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80% of visitors have a number of products purchased less than or equal to 2</a:t>
            </a: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graphicFrame>
        <p:nvGraphicFramePr>
          <p:cNvPr id="5" name="Tableau 5">
            <a:extLst>
              <a:ext uri="{FF2B5EF4-FFF2-40B4-BE49-F238E27FC236}">
                <a16:creationId xmlns:a16="http://schemas.microsoft.com/office/drawing/2014/main" id="{8BCD3DEE-DC7F-421E-840F-40D853695856}"/>
              </a:ext>
            </a:extLst>
          </p:cNvPr>
          <p:cNvGraphicFramePr>
            <a:graphicFrameLocks noGrp="1"/>
          </p:cNvGraphicFramePr>
          <p:nvPr/>
        </p:nvGraphicFramePr>
        <p:xfrm>
          <a:off x="3779912" y="1700808"/>
          <a:ext cx="3168352" cy="274320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644592904"/>
                    </a:ext>
                  </a:extLst>
                </a:gridCol>
                <a:gridCol w="1584176">
                  <a:extLst>
                    <a:ext uri="{9D8B030D-6E8A-4147-A177-3AD203B41FA5}">
                      <a16:colId xmlns:a16="http://schemas.microsoft.com/office/drawing/2014/main" val="382991047"/>
                    </a:ext>
                  </a:extLst>
                </a:gridCol>
              </a:tblGrid>
              <a:tr h="520316">
                <a:tc>
                  <a:txBody>
                    <a:bodyPr/>
                    <a:lstStyle/>
                    <a:p>
                      <a:pPr algn="ctr"/>
                      <a:r>
                        <a:rPr lang="fr-FR" dirty="0"/>
                        <a:t>Nb of </a:t>
                      </a:r>
                      <a:r>
                        <a:rPr lang="fr-FR" dirty="0" err="1"/>
                        <a:t>products</a:t>
                      </a:r>
                      <a:r>
                        <a:rPr lang="fr-FR" dirty="0"/>
                        <a:t> </a:t>
                      </a:r>
                      <a:r>
                        <a:rPr lang="fr-FR" dirty="0" err="1"/>
                        <a:t>purchased</a:t>
                      </a:r>
                      <a:endParaRPr lang="fr-FR" dirty="0"/>
                    </a:p>
                  </a:txBody>
                  <a:tcPr anchor="ctr"/>
                </a:tc>
                <a:tc>
                  <a:txBody>
                    <a:bodyPr/>
                    <a:lstStyle/>
                    <a:p>
                      <a:pPr algn="ctr"/>
                      <a:r>
                        <a:rPr lang="fr-FR" dirty="0" err="1"/>
                        <a:t>Number</a:t>
                      </a:r>
                      <a:r>
                        <a:rPr lang="fr-FR" dirty="0"/>
                        <a:t> of </a:t>
                      </a:r>
                      <a:r>
                        <a:rPr lang="fr-FR" dirty="0" err="1"/>
                        <a:t>visitors</a:t>
                      </a:r>
                      <a:endParaRPr lang="fr-FR" dirty="0"/>
                    </a:p>
                  </a:txBody>
                  <a:tcPr anchor="ctr"/>
                </a:tc>
                <a:extLst>
                  <a:ext uri="{0D108BD9-81ED-4DB2-BD59-A6C34878D82A}">
                    <a16:rowId xmlns:a16="http://schemas.microsoft.com/office/drawing/2014/main" val="1283284218"/>
                  </a:ext>
                </a:extLst>
              </a:tr>
              <a:tr h="297323">
                <a:tc>
                  <a:txBody>
                    <a:bodyPr/>
                    <a:lstStyle/>
                    <a:p>
                      <a:pPr algn="ctr"/>
                      <a:r>
                        <a:rPr lang="fr-FR" dirty="0"/>
                        <a:t>0</a:t>
                      </a:r>
                    </a:p>
                  </a:txBody>
                  <a:tcPr/>
                </a:tc>
                <a:tc>
                  <a:txBody>
                    <a:bodyPr/>
                    <a:lstStyle/>
                    <a:p>
                      <a:pPr algn="ctr"/>
                      <a:r>
                        <a:rPr lang="fr-FR" dirty="0"/>
                        <a:t>20</a:t>
                      </a:r>
                    </a:p>
                  </a:txBody>
                  <a:tcPr/>
                </a:tc>
                <a:extLst>
                  <a:ext uri="{0D108BD9-81ED-4DB2-BD59-A6C34878D82A}">
                    <a16:rowId xmlns:a16="http://schemas.microsoft.com/office/drawing/2014/main" val="882198753"/>
                  </a:ext>
                </a:extLst>
              </a:tr>
              <a:tr h="297323">
                <a:tc>
                  <a:txBody>
                    <a:bodyPr/>
                    <a:lstStyle/>
                    <a:p>
                      <a:pPr algn="ctr"/>
                      <a:r>
                        <a:rPr lang="fr-FR" dirty="0"/>
                        <a:t>1</a:t>
                      </a:r>
                    </a:p>
                  </a:txBody>
                  <a:tcPr/>
                </a:tc>
                <a:tc>
                  <a:txBody>
                    <a:bodyPr/>
                    <a:lstStyle/>
                    <a:p>
                      <a:pPr algn="ctr"/>
                      <a:r>
                        <a:rPr lang="fr-FR" dirty="0"/>
                        <a:t>35</a:t>
                      </a:r>
                    </a:p>
                  </a:txBody>
                  <a:tcPr/>
                </a:tc>
                <a:extLst>
                  <a:ext uri="{0D108BD9-81ED-4DB2-BD59-A6C34878D82A}">
                    <a16:rowId xmlns:a16="http://schemas.microsoft.com/office/drawing/2014/main" val="1755262945"/>
                  </a:ext>
                </a:extLst>
              </a:tr>
              <a:tr h="297323">
                <a:tc>
                  <a:txBody>
                    <a:bodyPr/>
                    <a:lstStyle/>
                    <a:p>
                      <a:pPr algn="ctr"/>
                      <a:r>
                        <a:rPr lang="fr-FR" dirty="0"/>
                        <a:t>2</a:t>
                      </a:r>
                    </a:p>
                  </a:txBody>
                  <a:tcPr/>
                </a:tc>
                <a:tc>
                  <a:txBody>
                    <a:bodyPr/>
                    <a:lstStyle/>
                    <a:p>
                      <a:pPr algn="ctr"/>
                      <a:r>
                        <a:rPr lang="fr-FR" dirty="0"/>
                        <a:t>24</a:t>
                      </a:r>
                    </a:p>
                  </a:txBody>
                  <a:tcPr/>
                </a:tc>
                <a:extLst>
                  <a:ext uri="{0D108BD9-81ED-4DB2-BD59-A6C34878D82A}">
                    <a16:rowId xmlns:a16="http://schemas.microsoft.com/office/drawing/2014/main" val="3070569742"/>
                  </a:ext>
                </a:extLst>
              </a:tr>
              <a:tr h="297323">
                <a:tc>
                  <a:txBody>
                    <a:bodyPr/>
                    <a:lstStyle/>
                    <a:p>
                      <a:pPr algn="ctr"/>
                      <a:r>
                        <a:rPr lang="fr-FR" dirty="0"/>
                        <a:t>4</a:t>
                      </a:r>
                    </a:p>
                  </a:txBody>
                  <a:tcPr/>
                </a:tc>
                <a:tc>
                  <a:txBody>
                    <a:bodyPr/>
                    <a:lstStyle/>
                    <a:p>
                      <a:pPr algn="ctr"/>
                      <a:r>
                        <a:rPr lang="fr-FR" dirty="0"/>
                        <a:t>16</a:t>
                      </a:r>
                    </a:p>
                  </a:txBody>
                  <a:tcPr/>
                </a:tc>
                <a:extLst>
                  <a:ext uri="{0D108BD9-81ED-4DB2-BD59-A6C34878D82A}">
                    <a16:rowId xmlns:a16="http://schemas.microsoft.com/office/drawing/2014/main" val="3248883628"/>
                  </a:ext>
                </a:extLst>
              </a:tr>
              <a:tr h="297323">
                <a:tc>
                  <a:txBody>
                    <a:bodyPr/>
                    <a:lstStyle/>
                    <a:p>
                      <a:pPr algn="ctr"/>
                      <a:r>
                        <a:rPr lang="fr-FR" dirty="0"/>
                        <a:t>5</a:t>
                      </a:r>
                    </a:p>
                  </a:txBody>
                  <a:tcPr/>
                </a:tc>
                <a:tc>
                  <a:txBody>
                    <a:bodyPr/>
                    <a:lstStyle/>
                    <a:p>
                      <a:pPr algn="ctr"/>
                      <a:r>
                        <a:rPr lang="fr-FR" dirty="0"/>
                        <a:t>5</a:t>
                      </a:r>
                    </a:p>
                  </a:txBody>
                  <a:tcPr/>
                </a:tc>
                <a:extLst>
                  <a:ext uri="{0D108BD9-81ED-4DB2-BD59-A6C34878D82A}">
                    <a16:rowId xmlns:a16="http://schemas.microsoft.com/office/drawing/2014/main" val="979531004"/>
                  </a:ext>
                </a:extLst>
              </a:tr>
            </a:tbl>
          </a:graphicData>
        </a:graphic>
      </p:graphicFrame>
    </p:spTree>
    <p:extLst>
      <p:ext uri="{BB962C8B-B14F-4D97-AF65-F5344CB8AC3E}">
        <p14:creationId xmlns:p14="http://schemas.microsoft.com/office/powerpoint/2010/main" val="20343752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CBBB177BCECA4BA07D6B8F331069E6" ma:contentTypeVersion="8" ma:contentTypeDescription="Crée un document." ma:contentTypeScope="" ma:versionID="a1792ed5d19ee5ab252c33350085386f">
  <xsd:schema xmlns:xsd="http://www.w3.org/2001/XMLSchema" xmlns:xs="http://www.w3.org/2001/XMLSchema" xmlns:p="http://schemas.microsoft.com/office/2006/metadata/properties" xmlns:ns2="9e182b23-170a-47e8-a965-13b876d21b7d" targetNamespace="http://schemas.microsoft.com/office/2006/metadata/properties" ma:root="true" ma:fieldsID="f2f4ce115f52bc9505b5498e049d5905" ns2:_="">
    <xsd:import namespace="9e182b23-170a-47e8-a965-13b876d21b7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2b23-170a-47e8-a965-13b876d21b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24DAEB6-EAD5-4579-98FF-0534BDF948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82b23-170a-47e8-a965-13b876d21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5BCDA5-BE8C-4408-8722-20FDB8CD0C94}">
  <ds:schemaRefs>
    <ds:schemaRef ds:uri="http://schemas.microsoft.com/sharepoint/v3/contenttype/forms"/>
  </ds:schemaRefs>
</ds:datastoreItem>
</file>

<file path=customXml/itemProps3.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322</TotalTime>
  <Words>874</Words>
  <Application>Microsoft Office PowerPoint</Application>
  <PresentationFormat>Affichage à l'écran (4:3)</PresentationFormat>
  <Paragraphs>224</Paragraphs>
  <Slides>21</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21</vt:i4>
      </vt:variant>
    </vt:vector>
  </HeadingPairs>
  <TitlesOfParts>
    <vt:vector size="28" baseType="lpstr">
      <vt:lpstr>Arial</vt:lpstr>
      <vt:lpstr>Calibri</vt:lpstr>
      <vt:lpstr>Cambria</vt:lpstr>
      <vt:lpstr>Cambria Math</vt:lpstr>
      <vt:lpstr>F17</vt:lpstr>
      <vt:lpstr>Wingdings</vt:lpstr>
      <vt:lpstr>Thème Office</vt:lpstr>
      <vt:lpstr>Data Description </vt:lpstr>
      <vt:lpstr>Graphical representation of data
</vt:lpstr>
      <vt:lpstr>Example </vt:lpstr>
      <vt:lpstr>Example </vt:lpstr>
      <vt:lpstr>Example </vt:lpstr>
      <vt:lpstr>Graphical representation of data
</vt:lpstr>
      <vt:lpstr>Example </vt:lpstr>
      <vt:lpstr>Présentation PowerPoint</vt:lpstr>
      <vt:lpstr>Présentation PowerPoint</vt:lpstr>
      <vt:lpstr>Graphical representation of data
</vt:lpstr>
      <vt:lpstr>Graphical representation of data
</vt:lpstr>
      <vt:lpstr>Example</vt:lpstr>
      <vt:lpstr>Présentation PowerPoint</vt:lpstr>
      <vt:lpstr>Graphical representation of data
</vt:lpstr>
      <vt:lpstr>The case of open classes</vt:lpstr>
      <vt:lpstr>Example – First open class</vt:lpstr>
      <vt:lpstr>Example – Last open class</vt:lpstr>
      <vt:lpstr>Exercise</vt:lpstr>
      <vt:lpstr>Exercise</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17</cp:revision>
  <dcterms:created xsi:type="dcterms:W3CDTF">2021-02-02T16:40:54Z</dcterms:created>
  <dcterms:modified xsi:type="dcterms:W3CDTF">2021-10-14T13:58:27Z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0x01010082CBBB177BCECA4BA07D6B8F331069E6</vt:lpwstr>
  </property>
</Properties>
</file>