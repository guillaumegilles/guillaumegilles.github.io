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82" r:id="rId6"/>
    <p:sldId id="308" r:id="rId7"/>
    <p:sldId id="283" r:id="rId8"/>
    <p:sldId id="309" r:id="rId9"/>
    <p:sldId id="293" r:id="rId10"/>
    <p:sldId id="310" r:id="rId11"/>
    <p:sldId id="295" r:id="rId12"/>
    <p:sldId id="311" r:id="rId13"/>
    <p:sldId id="296" r:id="rId14"/>
    <p:sldId id="312" r:id="rId15"/>
    <p:sldId id="313" r:id="rId16"/>
    <p:sldId id="299" r:id="rId17"/>
    <p:sldId id="314" r:id="rId18"/>
    <p:sldId id="300" r:id="rId19"/>
    <p:sldId id="315" r:id="rId20"/>
    <p:sldId id="298" r:id="rId21"/>
    <p:sldId id="316" r:id="rId22"/>
    <p:sldId id="297" r:id="rId23"/>
    <p:sldId id="317" r:id="rId24"/>
    <p:sldId id="301" r:id="rId25"/>
    <p:sldId id="318" r:id="rId26"/>
    <p:sldId id="307" r:id="rId27"/>
    <p:sldId id="319" r:id="rId28"/>
    <p:sldId id="302" r:id="rId29"/>
    <p:sldId id="320" r:id="rId30"/>
    <p:sldId id="303" r:id="rId31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6E2FD1-095E-4B86-8C05-39CB089D3D50}" v="1" dt="2021-10-14T15:35:41.875"/>
    <p1510:client id="{844AB409-75DC-4FAC-A4DF-8B85F913556A}" v="2" dt="2021-10-14T15:26:28.41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>
      <p:cViewPr varScale="1">
        <p:scale>
          <a:sx n="67" d="100"/>
          <a:sy n="67" d="100"/>
        </p:scale>
        <p:origin x="1284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CHOUR Maher" userId="09775c39-7739-40bf-ba04-c8ef3ab24a94" providerId="ADAL" clId="{2C6E2FD1-095E-4B86-8C05-39CB089D3D50}"/>
    <pc:docChg chg="custSel addSld delSld modSld sldOrd">
      <pc:chgData name="KACHOUR Maher" userId="09775c39-7739-40bf-ba04-c8ef3ab24a94" providerId="ADAL" clId="{2C6E2FD1-095E-4B86-8C05-39CB089D3D50}" dt="2021-10-14T15:37:04.933" v="45"/>
      <pc:docMkLst>
        <pc:docMk/>
      </pc:docMkLst>
      <pc:sldChg chg="del">
        <pc:chgData name="KACHOUR Maher" userId="09775c39-7739-40bf-ba04-c8ef3ab24a94" providerId="ADAL" clId="{2C6E2FD1-095E-4B86-8C05-39CB089D3D50}" dt="2021-10-14T15:36:03.382" v="14" actId="47"/>
        <pc:sldMkLst>
          <pc:docMk/>
          <pc:sldMk cId="2463768159" sldId="294"/>
        </pc:sldMkLst>
      </pc:sldChg>
      <pc:sldChg chg="del">
        <pc:chgData name="KACHOUR Maher" userId="09775c39-7739-40bf-ba04-c8ef3ab24a94" providerId="ADAL" clId="{2C6E2FD1-095E-4B86-8C05-39CB089D3D50}" dt="2021-10-14T15:36:10.773" v="18" actId="47"/>
        <pc:sldMkLst>
          <pc:docMk/>
          <pc:sldMk cId="4144632654" sldId="304"/>
        </pc:sldMkLst>
      </pc:sldChg>
      <pc:sldChg chg="del">
        <pc:chgData name="KACHOUR Maher" userId="09775c39-7739-40bf-ba04-c8ef3ab24a94" providerId="ADAL" clId="{2C6E2FD1-095E-4B86-8C05-39CB089D3D50}" dt="2021-10-14T15:36:18.371" v="22" actId="47"/>
        <pc:sldMkLst>
          <pc:docMk/>
          <pc:sldMk cId="599287697" sldId="305"/>
        </pc:sldMkLst>
      </pc:sldChg>
      <pc:sldChg chg="del">
        <pc:chgData name="KACHOUR Maher" userId="09775c39-7739-40bf-ba04-c8ef3ab24a94" providerId="ADAL" clId="{2C6E2FD1-095E-4B86-8C05-39CB089D3D50}" dt="2021-10-14T15:36:20.199" v="23" actId="47"/>
        <pc:sldMkLst>
          <pc:docMk/>
          <pc:sldMk cId="3633304103" sldId="306"/>
        </pc:sldMkLst>
      </pc:sldChg>
      <pc:sldChg chg="addSp delSp modSp new mod">
        <pc:chgData name="KACHOUR Maher" userId="09775c39-7739-40bf-ba04-c8ef3ab24a94" providerId="ADAL" clId="{2C6E2FD1-095E-4B86-8C05-39CB089D3D50}" dt="2021-10-14T15:35:46.065" v="7" actId="208"/>
        <pc:sldMkLst>
          <pc:docMk/>
          <pc:sldMk cId="1230155953" sldId="308"/>
        </pc:sldMkLst>
        <pc:spChg chg="mod">
          <ac:chgData name="KACHOUR Maher" userId="09775c39-7739-40bf-ba04-c8ef3ab24a94" providerId="ADAL" clId="{2C6E2FD1-095E-4B86-8C05-39CB089D3D50}" dt="2021-10-14T15:35:31.091" v="4" actId="20577"/>
          <ac:spMkLst>
            <pc:docMk/>
            <pc:sldMk cId="1230155953" sldId="308"/>
            <ac:spMk id="2" creationId="{F0FE701F-CE85-45E6-BA57-2E03FD74354D}"/>
          </ac:spMkLst>
        </pc:spChg>
        <pc:spChg chg="del">
          <ac:chgData name="KACHOUR Maher" userId="09775c39-7739-40bf-ba04-c8ef3ab24a94" providerId="ADAL" clId="{2C6E2FD1-095E-4B86-8C05-39CB089D3D50}" dt="2021-10-14T15:35:34.020" v="5" actId="478"/>
          <ac:spMkLst>
            <pc:docMk/>
            <pc:sldMk cId="1230155953" sldId="308"/>
            <ac:spMk id="3" creationId="{2C1A963E-6E06-4B8B-8E4F-725BB4C280A7}"/>
          </ac:spMkLst>
        </pc:spChg>
        <pc:spChg chg="add mod">
          <ac:chgData name="KACHOUR Maher" userId="09775c39-7739-40bf-ba04-c8ef3ab24a94" providerId="ADAL" clId="{2C6E2FD1-095E-4B86-8C05-39CB089D3D50}" dt="2021-10-14T15:35:46.065" v="7" actId="208"/>
          <ac:spMkLst>
            <pc:docMk/>
            <pc:sldMk cId="1230155953" sldId="308"/>
            <ac:spMk id="4" creationId="{5B9B3082-CC4A-4018-8B72-10CF67B79AD8}"/>
          </ac:spMkLst>
        </pc:spChg>
      </pc:sldChg>
      <pc:sldChg chg="add ord">
        <pc:chgData name="KACHOUR Maher" userId="09775c39-7739-40bf-ba04-c8ef3ab24a94" providerId="ADAL" clId="{2C6E2FD1-095E-4B86-8C05-39CB089D3D50}" dt="2021-10-14T15:35:54.752" v="10"/>
        <pc:sldMkLst>
          <pc:docMk/>
          <pc:sldMk cId="3200709987" sldId="309"/>
        </pc:sldMkLst>
      </pc:sldChg>
      <pc:sldChg chg="add ord">
        <pc:chgData name="KACHOUR Maher" userId="09775c39-7739-40bf-ba04-c8ef3ab24a94" providerId="ADAL" clId="{2C6E2FD1-095E-4B86-8C05-39CB089D3D50}" dt="2021-10-14T15:36:00.876" v="13"/>
        <pc:sldMkLst>
          <pc:docMk/>
          <pc:sldMk cId="429899139" sldId="310"/>
        </pc:sldMkLst>
      </pc:sldChg>
      <pc:sldChg chg="add ord">
        <pc:chgData name="KACHOUR Maher" userId="09775c39-7739-40bf-ba04-c8ef3ab24a94" providerId="ADAL" clId="{2C6E2FD1-095E-4B86-8C05-39CB089D3D50}" dt="2021-10-14T15:36:08.265" v="17"/>
        <pc:sldMkLst>
          <pc:docMk/>
          <pc:sldMk cId="2107202" sldId="311"/>
        </pc:sldMkLst>
      </pc:sldChg>
      <pc:sldChg chg="add ord">
        <pc:chgData name="KACHOUR Maher" userId="09775c39-7739-40bf-ba04-c8ef3ab24a94" providerId="ADAL" clId="{2C6E2FD1-095E-4B86-8C05-39CB089D3D50}" dt="2021-10-14T15:36:15.904" v="21"/>
        <pc:sldMkLst>
          <pc:docMk/>
          <pc:sldMk cId="1483401438" sldId="312"/>
        </pc:sldMkLst>
      </pc:sldChg>
      <pc:sldChg chg="add">
        <pc:chgData name="KACHOUR Maher" userId="09775c39-7739-40bf-ba04-c8ef3ab24a94" providerId="ADAL" clId="{2C6E2FD1-095E-4B86-8C05-39CB089D3D50}" dt="2021-10-14T15:36:23.476" v="24" actId="2890"/>
        <pc:sldMkLst>
          <pc:docMk/>
          <pc:sldMk cId="875432146" sldId="313"/>
        </pc:sldMkLst>
      </pc:sldChg>
      <pc:sldChg chg="add ord">
        <pc:chgData name="KACHOUR Maher" userId="09775c39-7739-40bf-ba04-c8ef3ab24a94" providerId="ADAL" clId="{2C6E2FD1-095E-4B86-8C05-39CB089D3D50}" dt="2021-10-14T15:36:28.053" v="27"/>
        <pc:sldMkLst>
          <pc:docMk/>
          <pc:sldMk cId="3243742148" sldId="314"/>
        </pc:sldMkLst>
      </pc:sldChg>
      <pc:sldChg chg="add ord">
        <pc:chgData name="KACHOUR Maher" userId="09775c39-7739-40bf-ba04-c8ef3ab24a94" providerId="ADAL" clId="{2C6E2FD1-095E-4B86-8C05-39CB089D3D50}" dt="2021-10-14T15:36:32.816" v="30"/>
        <pc:sldMkLst>
          <pc:docMk/>
          <pc:sldMk cId="2351355827" sldId="315"/>
        </pc:sldMkLst>
      </pc:sldChg>
      <pc:sldChg chg="add ord">
        <pc:chgData name="KACHOUR Maher" userId="09775c39-7739-40bf-ba04-c8ef3ab24a94" providerId="ADAL" clId="{2C6E2FD1-095E-4B86-8C05-39CB089D3D50}" dt="2021-10-14T15:36:37.583" v="33"/>
        <pc:sldMkLst>
          <pc:docMk/>
          <pc:sldMk cId="1315839694" sldId="316"/>
        </pc:sldMkLst>
      </pc:sldChg>
      <pc:sldChg chg="add ord">
        <pc:chgData name="KACHOUR Maher" userId="09775c39-7739-40bf-ba04-c8ef3ab24a94" providerId="ADAL" clId="{2C6E2FD1-095E-4B86-8C05-39CB089D3D50}" dt="2021-10-14T15:36:42.868" v="36"/>
        <pc:sldMkLst>
          <pc:docMk/>
          <pc:sldMk cId="1821917760" sldId="317"/>
        </pc:sldMkLst>
      </pc:sldChg>
      <pc:sldChg chg="add ord">
        <pc:chgData name="KACHOUR Maher" userId="09775c39-7739-40bf-ba04-c8ef3ab24a94" providerId="ADAL" clId="{2C6E2FD1-095E-4B86-8C05-39CB089D3D50}" dt="2021-10-14T15:36:47.821" v="39"/>
        <pc:sldMkLst>
          <pc:docMk/>
          <pc:sldMk cId="3133338470" sldId="318"/>
        </pc:sldMkLst>
      </pc:sldChg>
      <pc:sldChg chg="add ord">
        <pc:chgData name="KACHOUR Maher" userId="09775c39-7739-40bf-ba04-c8ef3ab24a94" providerId="ADAL" clId="{2C6E2FD1-095E-4B86-8C05-39CB089D3D50}" dt="2021-10-14T15:36:57.691" v="42"/>
        <pc:sldMkLst>
          <pc:docMk/>
          <pc:sldMk cId="3440166566" sldId="319"/>
        </pc:sldMkLst>
      </pc:sldChg>
      <pc:sldChg chg="add ord">
        <pc:chgData name="KACHOUR Maher" userId="09775c39-7739-40bf-ba04-c8ef3ab24a94" providerId="ADAL" clId="{2C6E2FD1-095E-4B86-8C05-39CB089D3D50}" dt="2021-10-14T15:37:04.933" v="45"/>
        <pc:sldMkLst>
          <pc:docMk/>
          <pc:sldMk cId="670345799" sldId="320"/>
        </pc:sldMkLst>
      </pc:sldChg>
    </pc:docChg>
  </pc:docChgLst>
  <pc:docChgLst>
    <pc:chgData name="KACHOUR Maher" userId="09775c39-7739-40bf-ba04-c8ef3ab24a94" providerId="ADAL" clId="{844AB409-75DC-4FAC-A4DF-8B85F913556A}"/>
    <pc:docChg chg="custSel addSld modSld">
      <pc:chgData name="KACHOUR Maher" userId="09775c39-7739-40bf-ba04-c8ef3ab24a94" providerId="ADAL" clId="{844AB409-75DC-4FAC-A4DF-8B85F913556A}" dt="2021-10-14T15:29:46.682" v="185" actId="14100"/>
      <pc:docMkLst>
        <pc:docMk/>
      </pc:docMkLst>
      <pc:sldChg chg="delSp modSp mod">
        <pc:chgData name="KACHOUR Maher" userId="09775c39-7739-40bf-ba04-c8ef3ab24a94" providerId="ADAL" clId="{844AB409-75DC-4FAC-A4DF-8B85F913556A}" dt="2021-10-14T15:17:55.183" v="83" actId="20577"/>
        <pc:sldMkLst>
          <pc:docMk/>
          <pc:sldMk cId="162450746" sldId="295"/>
        </pc:sldMkLst>
        <pc:spChg chg="mod">
          <ac:chgData name="KACHOUR Maher" userId="09775c39-7739-40bf-ba04-c8ef3ab24a94" providerId="ADAL" clId="{844AB409-75DC-4FAC-A4DF-8B85F913556A}" dt="2021-10-14T15:17:55.183" v="83" actId="20577"/>
          <ac:spMkLst>
            <pc:docMk/>
            <pc:sldMk cId="162450746" sldId="295"/>
            <ac:spMk id="3" creationId="{63461B6D-BA36-413D-9F6C-B467BA334FDF}"/>
          </ac:spMkLst>
        </pc:spChg>
        <pc:picChg chg="mod">
          <ac:chgData name="KACHOUR Maher" userId="09775c39-7739-40bf-ba04-c8ef3ab24a94" providerId="ADAL" clId="{844AB409-75DC-4FAC-A4DF-8B85F913556A}" dt="2021-10-14T15:14:46.706" v="25" actId="1076"/>
          <ac:picMkLst>
            <pc:docMk/>
            <pc:sldMk cId="162450746" sldId="295"/>
            <ac:picMk id="6" creationId="{7D763DB1-30AE-447E-92CA-AEF5A03003A0}"/>
          </ac:picMkLst>
        </pc:picChg>
        <pc:picChg chg="del">
          <ac:chgData name="KACHOUR Maher" userId="09775c39-7739-40bf-ba04-c8ef3ab24a94" providerId="ADAL" clId="{844AB409-75DC-4FAC-A4DF-8B85F913556A}" dt="2021-10-14T15:14:44.399" v="24" actId="478"/>
          <ac:picMkLst>
            <pc:docMk/>
            <pc:sldMk cId="162450746" sldId="295"/>
            <ac:picMk id="9" creationId="{B309F6AE-80CC-4357-AA91-5E0AA5F73491}"/>
          </ac:picMkLst>
        </pc:picChg>
      </pc:sldChg>
      <pc:sldChg chg="addSp delSp modSp mod">
        <pc:chgData name="KACHOUR Maher" userId="09775c39-7739-40bf-ba04-c8ef3ab24a94" providerId="ADAL" clId="{844AB409-75DC-4FAC-A4DF-8B85F913556A}" dt="2021-10-14T15:26:38.716" v="173" actId="1076"/>
        <pc:sldMkLst>
          <pc:docMk/>
          <pc:sldMk cId="4230637915" sldId="296"/>
        </pc:sldMkLst>
        <pc:spChg chg="mod">
          <ac:chgData name="KACHOUR Maher" userId="09775c39-7739-40bf-ba04-c8ef3ab24a94" providerId="ADAL" clId="{844AB409-75DC-4FAC-A4DF-8B85F913556A}" dt="2021-10-14T15:26:36.307" v="172" actId="20577"/>
          <ac:spMkLst>
            <pc:docMk/>
            <pc:sldMk cId="4230637915" sldId="296"/>
            <ac:spMk id="3" creationId="{C80DDF4C-28B2-4CE1-8156-6C6941DB8D01}"/>
          </ac:spMkLst>
        </pc:spChg>
        <pc:picChg chg="del">
          <ac:chgData name="KACHOUR Maher" userId="09775c39-7739-40bf-ba04-c8ef3ab24a94" providerId="ADAL" clId="{844AB409-75DC-4FAC-A4DF-8B85F913556A}" dt="2021-10-14T15:26:27.478" v="168" actId="478"/>
          <ac:picMkLst>
            <pc:docMk/>
            <pc:sldMk cId="4230637915" sldId="296"/>
            <ac:picMk id="6" creationId="{0860D7A9-281B-4BB4-B90D-517EDDE64281}"/>
          </ac:picMkLst>
        </pc:picChg>
        <pc:picChg chg="add mod">
          <ac:chgData name="KACHOUR Maher" userId="09775c39-7739-40bf-ba04-c8ef3ab24a94" providerId="ADAL" clId="{844AB409-75DC-4FAC-A4DF-8B85F913556A}" dt="2021-10-14T15:26:38.716" v="173" actId="1076"/>
          <ac:picMkLst>
            <pc:docMk/>
            <pc:sldMk cId="4230637915" sldId="296"/>
            <ac:picMk id="7" creationId="{2A173E0E-E5A3-4481-A5B9-76D2C0A8BB68}"/>
          </ac:picMkLst>
        </pc:picChg>
        <pc:picChg chg="del">
          <ac:chgData name="KACHOUR Maher" userId="09775c39-7739-40bf-ba04-c8ef3ab24a94" providerId="ADAL" clId="{844AB409-75DC-4FAC-A4DF-8B85F913556A}" dt="2021-10-14T15:25:38.820" v="116" actId="478"/>
          <ac:picMkLst>
            <pc:docMk/>
            <pc:sldMk cId="4230637915" sldId="296"/>
            <ac:picMk id="10" creationId="{3D70233D-9D09-4BCC-89DC-2BAE5D395353}"/>
          </ac:picMkLst>
        </pc:picChg>
        <pc:picChg chg="del">
          <ac:chgData name="KACHOUR Maher" userId="09775c39-7739-40bf-ba04-c8ef3ab24a94" providerId="ADAL" clId="{844AB409-75DC-4FAC-A4DF-8B85F913556A}" dt="2021-10-14T15:25:41.110" v="117" actId="478"/>
          <ac:picMkLst>
            <pc:docMk/>
            <pc:sldMk cId="4230637915" sldId="296"/>
            <ac:picMk id="12" creationId="{2DEB0F6A-6692-4E33-AE13-11EEFD5E4343}"/>
          </ac:picMkLst>
        </pc:picChg>
      </pc:sldChg>
      <pc:sldChg chg="delSp modSp mod">
        <pc:chgData name="KACHOUR Maher" userId="09775c39-7739-40bf-ba04-c8ef3ab24a94" providerId="ADAL" clId="{844AB409-75DC-4FAC-A4DF-8B85F913556A}" dt="2021-10-14T15:29:46.682" v="185" actId="14100"/>
        <pc:sldMkLst>
          <pc:docMk/>
          <pc:sldMk cId="1919202102" sldId="301"/>
        </pc:sldMkLst>
        <pc:picChg chg="mod">
          <ac:chgData name="KACHOUR Maher" userId="09775c39-7739-40bf-ba04-c8ef3ab24a94" providerId="ADAL" clId="{844AB409-75DC-4FAC-A4DF-8B85F913556A}" dt="2021-10-14T15:29:46.682" v="185" actId="14100"/>
          <ac:picMkLst>
            <pc:docMk/>
            <pc:sldMk cId="1919202102" sldId="301"/>
            <ac:picMk id="4" creationId="{C16214FE-653A-46AA-994C-A05B503D93A4}"/>
          </ac:picMkLst>
        </pc:picChg>
        <pc:picChg chg="del">
          <ac:chgData name="KACHOUR Maher" userId="09775c39-7739-40bf-ba04-c8ef3ab24a94" providerId="ADAL" clId="{844AB409-75DC-4FAC-A4DF-8B85F913556A}" dt="2021-10-14T15:29:34.567" v="180" actId="478"/>
          <ac:picMkLst>
            <pc:docMk/>
            <pc:sldMk cId="1919202102" sldId="301"/>
            <ac:picMk id="8" creationId="{557F5BD3-9A59-4763-A5BA-78B60E86B58A}"/>
          </ac:picMkLst>
        </pc:picChg>
      </pc:sldChg>
      <pc:sldChg chg="addSp delSp modSp add mod">
        <pc:chgData name="KACHOUR Maher" userId="09775c39-7739-40bf-ba04-c8ef3ab24a94" providerId="ADAL" clId="{844AB409-75DC-4FAC-A4DF-8B85F913556A}" dt="2021-10-14T15:19:47.239" v="100" actId="1076"/>
        <pc:sldMkLst>
          <pc:docMk/>
          <pc:sldMk cId="4144632654" sldId="304"/>
        </pc:sldMkLst>
        <pc:spChg chg="mod">
          <ac:chgData name="KACHOUR Maher" userId="09775c39-7739-40bf-ba04-c8ef3ab24a94" providerId="ADAL" clId="{844AB409-75DC-4FAC-A4DF-8B85F913556A}" dt="2021-10-14T15:14:23.411" v="19" actId="20577"/>
          <ac:spMkLst>
            <pc:docMk/>
            <pc:sldMk cId="4144632654" sldId="304"/>
            <ac:spMk id="3" creationId="{63461B6D-BA36-413D-9F6C-B467BA334FDF}"/>
          </ac:spMkLst>
        </pc:spChg>
        <pc:picChg chg="add mod">
          <ac:chgData name="KACHOUR Maher" userId="09775c39-7739-40bf-ba04-c8ef3ab24a94" providerId="ADAL" clId="{844AB409-75DC-4FAC-A4DF-8B85F913556A}" dt="2021-10-14T15:19:47.239" v="100" actId="1076"/>
          <ac:picMkLst>
            <pc:docMk/>
            <pc:sldMk cId="4144632654" sldId="304"/>
            <ac:picMk id="5" creationId="{1EE5FCE5-671E-4F4D-835B-51A7300D52B5}"/>
          </ac:picMkLst>
        </pc:picChg>
        <pc:picChg chg="del">
          <ac:chgData name="KACHOUR Maher" userId="09775c39-7739-40bf-ba04-c8ef3ab24a94" providerId="ADAL" clId="{844AB409-75DC-4FAC-A4DF-8B85F913556A}" dt="2021-10-14T15:14:12.553" v="1" actId="478"/>
          <ac:picMkLst>
            <pc:docMk/>
            <pc:sldMk cId="4144632654" sldId="304"/>
            <ac:picMk id="6" creationId="{7D763DB1-30AE-447E-92CA-AEF5A03003A0}"/>
          </ac:picMkLst>
        </pc:picChg>
        <pc:picChg chg="add mod">
          <ac:chgData name="KACHOUR Maher" userId="09775c39-7739-40bf-ba04-c8ef3ab24a94" providerId="ADAL" clId="{844AB409-75DC-4FAC-A4DF-8B85F913556A}" dt="2021-10-14T15:19:22.255" v="96" actId="1076"/>
          <ac:picMkLst>
            <pc:docMk/>
            <pc:sldMk cId="4144632654" sldId="304"/>
            <ac:picMk id="7" creationId="{4B181DEE-1FB9-4431-B261-A35AF1A77074}"/>
          </ac:picMkLst>
        </pc:picChg>
        <pc:picChg chg="mod">
          <ac:chgData name="KACHOUR Maher" userId="09775c39-7739-40bf-ba04-c8ef3ab24a94" providerId="ADAL" clId="{844AB409-75DC-4FAC-A4DF-8B85F913556A}" dt="2021-10-14T15:18:20.874" v="88" actId="14100"/>
          <ac:picMkLst>
            <pc:docMk/>
            <pc:sldMk cId="4144632654" sldId="304"/>
            <ac:picMk id="9" creationId="{B309F6AE-80CC-4357-AA91-5E0AA5F73491}"/>
          </ac:picMkLst>
        </pc:picChg>
      </pc:sldChg>
      <pc:sldChg chg="delSp modSp add mod">
        <pc:chgData name="KACHOUR Maher" userId="09775c39-7739-40bf-ba04-c8ef3ab24a94" providerId="ADAL" clId="{844AB409-75DC-4FAC-A4DF-8B85F913556A}" dt="2021-10-14T15:25:18.594" v="113" actId="1076"/>
        <pc:sldMkLst>
          <pc:docMk/>
          <pc:sldMk cId="599287697" sldId="305"/>
        </pc:sldMkLst>
        <pc:spChg chg="mod">
          <ac:chgData name="KACHOUR Maher" userId="09775c39-7739-40bf-ba04-c8ef3ab24a94" providerId="ADAL" clId="{844AB409-75DC-4FAC-A4DF-8B85F913556A}" dt="2021-10-14T15:25:05.328" v="110" actId="6549"/>
          <ac:spMkLst>
            <pc:docMk/>
            <pc:sldMk cId="599287697" sldId="305"/>
            <ac:spMk id="3" creationId="{C80DDF4C-28B2-4CE1-8156-6C6941DB8D01}"/>
          </ac:spMkLst>
        </pc:spChg>
        <pc:picChg chg="mod">
          <ac:chgData name="KACHOUR Maher" userId="09775c39-7739-40bf-ba04-c8ef3ab24a94" providerId="ADAL" clId="{844AB409-75DC-4FAC-A4DF-8B85F913556A}" dt="2021-10-14T15:25:18.594" v="113" actId="1076"/>
          <ac:picMkLst>
            <pc:docMk/>
            <pc:sldMk cId="599287697" sldId="305"/>
            <ac:picMk id="10" creationId="{3D70233D-9D09-4BCC-89DC-2BAE5D395353}"/>
          </ac:picMkLst>
        </pc:picChg>
        <pc:picChg chg="del">
          <ac:chgData name="KACHOUR Maher" userId="09775c39-7739-40bf-ba04-c8ef3ab24a94" providerId="ADAL" clId="{844AB409-75DC-4FAC-A4DF-8B85F913556A}" dt="2021-10-14T15:25:15.540" v="112" actId="478"/>
          <ac:picMkLst>
            <pc:docMk/>
            <pc:sldMk cId="599287697" sldId="305"/>
            <ac:picMk id="12" creationId="{2DEB0F6A-6692-4E33-AE13-11EEFD5E4343}"/>
          </ac:picMkLst>
        </pc:picChg>
      </pc:sldChg>
      <pc:sldChg chg="delSp modSp add mod">
        <pc:chgData name="KACHOUR Maher" userId="09775c39-7739-40bf-ba04-c8ef3ab24a94" providerId="ADAL" clId="{844AB409-75DC-4FAC-A4DF-8B85F913556A}" dt="2021-10-14T15:25:24.341" v="115" actId="1076"/>
        <pc:sldMkLst>
          <pc:docMk/>
          <pc:sldMk cId="3633304103" sldId="306"/>
        </pc:sldMkLst>
        <pc:picChg chg="del">
          <ac:chgData name="KACHOUR Maher" userId="09775c39-7739-40bf-ba04-c8ef3ab24a94" providerId="ADAL" clId="{844AB409-75DC-4FAC-A4DF-8B85F913556A}" dt="2021-10-14T15:25:21.997" v="114" actId="478"/>
          <ac:picMkLst>
            <pc:docMk/>
            <pc:sldMk cId="3633304103" sldId="306"/>
            <ac:picMk id="10" creationId="{3D70233D-9D09-4BCC-89DC-2BAE5D395353}"/>
          </ac:picMkLst>
        </pc:picChg>
        <pc:picChg chg="mod">
          <ac:chgData name="KACHOUR Maher" userId="09775c39-7739-40bf-ba04-c8ef3ab24a94" providerId="ADAL" clId="{844AB409-75DC-4FAC-A4DF-8B85F913556A}" dt="2021-10-14T15:25:24.341" v="115" actId="1076"/>
          <ac:picMkLst>
            <pc:docMk/>
            <pc:sldMk cId="3633304103" sldId="306"/>
            <ac:picMk id="12" creationId="{2DEB0F6A-6692-4E33-AE13-11EEFD5E4343}"/>
          </ac:picMkLst>
        </pc:picChg>
      </pc:sldChg>
      <pc:sldChg chg="delSp modSp add mod">
        <pc:chgData name="KACHOUR Maher" userId="09775c39-7739-40bf-ba04-c8ef3ab24a94" providerId="ADAL" clId="{844AB409-75DC-4FAC-A4DF-8B85F913556A}" dt="2021-10-14T15:29:31.425" v="179" actId="14100"/>
        <pc:sldMkLst>
          <pc:docMk/>
          <pc:sldMk cId="934473900" sldId="307"/>
        </pc:sldMkLst>
        <pc:picChg chg="del">
          <ac:chgData name="KACHOUR Maher" userId="09775c39-7739-40bf-ba04-c8ef3ab24a94" providerId="ADAL" clId="{844AB409-75DC-4FAC-A4DF-8B85F913556A}" dt="2021-10-14T15:29:21.843" v="175" actId="478"/>
          <ac:picMkLst>
            <pc:docMk/>
            <pc:sldMk cId="934473900" sldId="307"/>
            <ac:picMk id="4" creationId="{C16214FE-653A-46AA-994C-A05B503D93A4}"/>
          </ac:picMkLst>
        </pc:picChg>
        <pc:picChg chg="mod">
          <ac:chgData name="KACHOUR Maher" userId="09775c39-7739-40bf-ba04-c8ef3ab24a94" providerId="ADAL" clId="{844AB409-75DC-4FAC-A4DF-8B85F913556A}" dt="2021-10-14T15:29:31.425" v="179" actId="14100"/>
          <ac:picMkLst>
            <pc:docMk/>
            <pc:sldMk cId="934473900" sldId="307"/>
            <ac:picMk id="8" creationId="{557F5BD3-9A59-4763-A5BA-78B60E86B58A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14/10/2021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14/10/2021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14/10/2021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14/10/2021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14/10/2021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14/10/2021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14/10/2021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14/10/2021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14/10/2021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14/10/2021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14/10/2021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302334-7E8B-4320-A1E2-4B05AC15A670}" type="datetimeFigureOut">
              <a:rPr lang="fr-FR" smtClean="0"/>
              <a:pPr/>
              <a:t>14/10/2021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10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8" name="Picture 414" descr="C:\Users\Tom\AppData\Local\Microsoft\Windows\Temporary Internet Files\Content.IE5\54P6HUVA\MPj04385580000[1]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Session 4</a:t>
            </a:r>
          </a:p>
          <a:p>
            <a:r>
              <a:rPr lang="fr-FR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M. Kachour</a:t>
            </a:r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>
                <a:latin typeface="Cambria" panose="02040503050406030204" pitchFamily="18" charset="0"/>
                <a:ea typeface="Cambria" panose="02040503050406030204" pitchFamily="18" charset="0"/>
              </a:rPr>
              <a:t>Data Description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778A98-30B3-468F-BFD6-C3388BB64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Numerical summaries of a variable
</a:t>
            </a:r>
            <a:endParaRPr lang="fr-FR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23373FE-F419-458C-B663-2DCE89F925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There are several indicators that summarize the data of a variable:
</a:t>
            </a:r>
            <a:endParaRPr lang="fr-FR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Tx/>
              <a:buChar char="-"/>
            </a:pP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Position </a:t>
            </a:r>
            <a:r>
              <a:rPr lang="fr-FR" dirty="0" err="1">
                <a:latin typeface="Cambria" panose="02040503050406030204" pitchFamily="18" charset="0"/>
                <a:ea typeface="Cambria" panose="02040503050406030204" pitchFamily="18" charset="0"/>
              </a:rPr>
              <a:t>indicators</a:t>
            </a: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 
Dispersion </a:t>
            </a:r>
            <a:r>
              <a:rPr lang="fr-FR" dirty="0" err="1">
                <a:latin typeface="Cambria" panose="02040503050406030204" pitchFamily="18" charset="0"/>
                <a:ea typeface="Cambria" panose="02040503050406030204" pitchFamily="18" charset="0"/>
              </a:rPr>
              <a:t>indicators</a:t>
            </a: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 
</a:t>
            </a:r>
            <a:r>
              <a:rPr lang="fr-FR" dirty="0" err="1">
                <a:latin typeface="Cambria" panose="02040503050406030204" pitchFamily="18" charset="0"/>
                <a:ea typeface="Cambria" panose="02040503050406030204" pitchFamily="18" charset="0"/>
              </a:rPr>
              <a:t>Form</a:t>
            </a: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fr-FR" dirty="0" err="1">
                <a:latin typeface="Cambria" panose="02040503050406030204" pitchFamily="18" charset="0"/>
                <a:ea typeface="Cambria" panose="02040503050406030204" pitchFamily="18" charset="0"/>
              </a:rPr>
              <a:t>indicators</a:t>
            </a: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474451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0FE701F-CE85-45E6-BA57-2E03FD743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5B9B3082-CC4A-4018-8B72-10CF67B79AD8}"/>
              </a:ext>
            </a:extLst>
          </p:cNvPr>
          <p:cNvSpPr txBox="1"/>
          <p:nvPr/>
        </p:nvSpPr>
        <p:spPr>
          <a:xfrm>
            <a:off x="611560" y="1772816"/>
            <a:ext cx="8075240" cy="46805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301559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E66E722-1B8B-4CBA-86B2-2205DC102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Position </a:t>
            </a:r>
            <a:r>
              <a:rPr lang="fr-FR" dirty="0" err="1">
                <a:latin typeface="Cambria" panose="02040503050406030204" pitchFamily="18" charset="0"/>
                <a:ea typeface="Cambria" panose="02040503050406030204" pitchFamily="18" charset="0"/>
              </a:rPr>
              <a:t>indicators</a:t>
            </a: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BCC3693-CF4A-4558-A44D-9D7CF1BED48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3150" t="45800" r="9051" b="29000"/>
          <a:stretch/>
        </p:blipFill>
        <p:spPr>
          <a:xfrm>
            <a:off x="428992" y="1988840"/>
            <a:ext cx="8448939" cy="3168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7105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0FE701F-CE85-45E6-BA57-2E03FD743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5B9B3082-CC4A-4018-8B72-10CF67B79AD8}"/>
              </a:ext>
            </a:extLst>
          </p:cNvPr>
          <p:cNvSpPr txBox="1"/>
          <p:nvPr/>
        </p:nvSpPr>
        <p:spPr>
          <a:xfrm>
            <a:off x="611560" y="1772816"/>
            <a:ext cx="8075240" cy="46805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007099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ulle narrative : ronde 8">
            <a:extLst>
              <a:ext uri="{FF2B5EF4-FFF2-40B4-BE49-F238E27FC236}">
                <a16:creationId xmlns:a16="http://schemas.microsoft.com/office/drawing/2014/main" id="{0B86B280-FCBC-46BA-BF9C-EB2F474F380E}"/>
              </a:ext>
            </a:extLst>
          </p:cNvPr>
          <p:cNvSpPr/>
          <p:nvPr/>
        </p:nvSpPr>
        <p:spPr>
          <a:xfrm>
            <a:off x="6358855" y="1389088"/>
            <a:ext cx="2677641" cy="1262249"/>
          </a:xfrm>
          <a:prstGeom prst="wedgeEllipseCallout">
            <a:avLst>
              <a:gd name="adj1" fmla="val -63946"/>
              <a:gd name="adj2" fmla="val 78347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38433B6-F441-42D4-A9D0-5E6073414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Position indicators – values relating to a percentage</a:t>
            </a:r>
            <a:endParaRPr lang="fr-FR" sz="2800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FB7A5BF8-E26D-4098-8639-13D1B4A2C041}"/>
              </a:ext>
            </a:extLst>
          </p:cNvPr>
          <p:cNvSpPr txBox="1"/>
          <p:nvPr/>
        </p:nvSpPr>
        <p:spPr>
          <a:xfrm>
            <a:off x="6806555" y="1534632"/>
            <a:ext cx="187220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Cambria" panose="02040503050406030204" pitchFamily="18" charset="0"/>
                <a:ea typeface="Cambria" panose="02040503050406030204" pitchFamily="18" charset="0"/>
              </a:rPr>
              <a:t>These values can be calculated (using the same technique) when the data are ordinal qualitative variable.
</a:t>
            </a:r>
            <a:endParaRPr lang="fr-FR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0DD284F9-DE1D-4E10-A7E4-DA9ED398B2B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3937" t="34881" r="9860" b="17800"/>
          <a:stretch/>
        </p:blipFill>
        <p:spPr>
          <a:xfrm>
            <a:off x="175523" y="1534632"/>
            <a:ext cx="5836637" cy="4291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1594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0FE701F-CE85-45E6-BA57-2E03FD743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5B9B3082-CC4A-4018-8B72-10CF67B79AD8}"/>
              </a:ext>
            </a:extLst>
          </p:cNvPr>
          <p:cNvSpPr txBox="1"/>
          <p:nvPr/>
        </p:nvSpPr>
        <p:spPr>
          <a:xfrm>
            <a:off x="611560" y="1772816"/>
            <a:ext cx="8075240" cy="46805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98991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B63A2FC-E2F5-4C2C-966F-0F27856A6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 err="1">
                <a:latin typeface="Cambria" panose="02040503050406030204" pitchFamily="18" charset="0"/>
                <a:ea typeface="Cambria" panose="02040503050406030204" pitchFamily="18" charset="0"/>
              </a:rPr>
              <a:t>Examples</a:t>
            </a: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 – </a:t>
            </a:r>
            <a:r>
              <a:rPr lang="fr-FR" dirty="0" err="1">
                <a:latin typeface="Cambria" panose="02040503050406030204" pitchFamily="18" charset="0"/>
                <a:ea typeface="Cambria" panose="02040503050406030204" pitchFamily="18" charset="0"/>
              </a:rPr>
              <a:t>Calculating</a:t>
            </a: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 Quartiles 
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3461B6D-BA36-413D-9F6C-B467BA334F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96752"/>
            <a:ext cx="9144000" cy="56612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Example 1: The data below represent the distribution of 70 families in a village by number of children (under 18 years of age)</a:t>
            </a:r>
          </a:p>
          <a:p>
            <a:pPr marL="0" indent="0">
              <a:buNone/>
            </a:pP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Calculate quartiles associated with the data.
</a:t>
            </a:r>
            <a:endParaRPr lang="fr-FR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7D763DB1-30AE-447E-92CA-AEF5A03003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3937" t="51400" r="20075" b="29000"/>
          <a:stretch/>
        </p:blipFill>
        <p:spPr>
          <a:xfrm>
            <a:off x="2411760" y="2132856"/>
            <a:ext cx="4045614" cy="1716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507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0FE701F-CE85-45E6-BA57-2E03FD743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5B9B3082-CC4A-4018-8B72-10CF67B79AD8}"/>
              </a:ext>
            </a:extLst>
          </p:cNvPr>
          <p:cNvSpPr txBox="1"/>
          <p:nvPr/>
        </p:nvSpPr>
        <p:spPr>
          <a:xfrm>
            <a:off x="611560" y="1772816"/>
            <a:ext cx="8075240" cy="46805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072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5309BAF-B63E-4849-8818-0500285AC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>
                <a:latin typeface="Cambria" panose="02040503050406030204" pitchFamily="18" charset="0"/>
                <a:ea typeface="Cambria" panose="02040503050406030204" pitchFamily="18" charset="0"/>
              </a:rPr>
              <a:t>Examples</a:t>
            </a: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 – </a:t>
            </a:r>
            <a:r>
              <a:rPr lang="fr-FR" dirty="0" err="1">
                <a:latin typeface="Cambria" panose="02040503050406030204" pitchFamily="18" charset="0"/>
                <a:ea typeface="Cambria" panose="02040503050406030204" pitchFamily="18" charset="0"/>
              </a:rPr>
              <a:t>Calculating</a:t>
            </a: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 Quartiles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80DDF4C-28B2-4CE1-8156-6C6941DB8D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66018"/>
            <a:ext cx="9144000" cy="5691982"/>
          </a:xfrm>
        </p:spPr>
        <p:txBody>
          <a:bodyPr/>
          <a:lstStyle/>
          <a:p>
            <a:pPr marL="0" indent="0">
              <a:buNone/>
            </a:pP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Example 2: The data below represents the height of 100 students/sports club members</a:t>
            </a:r>
          </a:p>
          <a:p>
            <a:pPr marL="0" indent="0">
              <a:buNone/>
            </a:pP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Calculate quartiles associated with data.
</a:t>
            </a:r>
            <a:endParaRPr lang="fr-FR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2A173E0E-E5A3-4481-A5B9-76D2C0A8BB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7824" y="2309018"/>
            <a:ext cx="2667000" cy="1581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6379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0FE701F-CE85-45E6-BA57-2E03FD743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5B9B3082-CC4A-4018-8B72-10CF67B79AD8}"/>
              </a:ext>
            </a:extLst>
          </p:cNvPr>
          <p:cNvSpPr txBox="1"/>
          <p:nvPr/>
        </p:nvSpPr>
        <p:spPr>
          <a:xfrm>
            <a:off x="611560" y="1772816"/>
            <a:ext cx="8075240" cy="46805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834014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0FE701F-CE85-45E6-BA57-2E03FD743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5B9B3082-CC4A-4018-8B72-10CF67B79AD8}"/>
              </a:ext>
            </a:extLst>
          </p:cNvPr>
          <p:cNvSpPr txBox="1"/>
          <p:nvPr/>
        </p:nvSpPr>
        <p:spPr>
          <a:xfrm>
            <a:off x="611560" y="1772816"/>
            <a:ext cx="8075240" cy="46805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754321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F234C3A-3796-4D00-97B5-F5E1AB025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Values relating to a percentage</a:t>
            </a:r>
            <a:r>
              <a:rPr lang="fr-FR" sz="3600" dirty="0">
                <a:latin typeface="Cambria" panose="02040503050406030204" pitchFamily="18" charset="0"/>
                <a:ea typeface="Cambria" panose="02040503050406030204" pitchFamily="18" charset="0"/>
              </a:rPr>
              <a:t>– </a:t>
            </a:r>
            <a:r>
              <a:rPr lang="fr-FR" sz="3600" dirty="0" err="1">
                <a:latin typeface="Cambria" panose="02040503050406030204" pitchFamily="18" charset="0"/>
                <a:ea typeface="Cambria" panose="02040503050406030204" pitchFamily="18" charset="0"/>
              </a:rPr>
              <a:t>Graphically</a:t>
            </a:r>
            <a:r>
              <a:rPr lang="fr-FR" sz="3600" dirty="0">
                <a:latin typeface="Cambria" panose="02040503050406030204" pitchFamily="18" charset="0"/>
                <a:ea typeface="Cambria" panose="02040503050406030204" pitchFamily="18" charset="0"/>
              </a:rPr>
              <a:t> 
</a:t>
            </a:r>
            <a:endParaRPr lang="fr-FR" sz="3600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05143769-CA83-45E4-BCF4-80A5665401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950" y="1417638"/>
            <a:ext cx="3898776" cy="5251722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FF2E0BCC-4E90-454A-8F49-A84AD9B98A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8024" y="1517552"/>
            <a:ext cx="4010026" cy="5151808"/>
          </a:xfrm>
          <a:prstGeom prst="rect">
            <a:avLst/>
          </a:prstGeom>
        </p:spPr>
      </p:pic>
      <p:sp>
        <p:nvSpPr>
          <p:cNvPr id="7" name="Bulle narrative : ronde 6">
            <a:extLst>
              <a:ext uri="{FF2B5EF4-FFF2-40B4-BE49-F238E27FC236}">
                <a16:creationId xmlns:a16="http://schemas.microsoft.com/office/drawing/2014/main" id="{AA32D4D2-D860-4B91-A6B6-F04DB63A4E58}"/>
              </a:ext>
            </a:extLst>
          </p:cNvPr>
          <p:cNvSpPr/>
          <p:nvPr/>
        </p:nvSpPr>
        <p:spPr>
          <a:xfrm>
            <a:off x="5652120" y="2996952"/>
            <a:ext cx="1224136" cy="864096"/>
          </a:xfrm>
          <a:prstGeom prst="wedgeEllipseCallout">
            <a:avLst>
              <a:gd name="adj1" fmla="val 68994"/>
              <a:gd name="adj2" fmla="val 99758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8EEB5EFF-A88B-43E0-82B3-27BEA8CBDDE0}"/>
              </a:ext>
            </a:extLst>
          </p:cNvPr>
          <p:cNvSpPr txBox="1"/>
          <p:nvPr/>
        </p:nvSpPr>
        <p:spPr>
          <a:xfrm>
            <a:off x="5746204" y="3259723"/>
            <a:ext cx="11521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Median</a:t>
            </a:r>
            <a:endParaRPr lang="fr-FR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87749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0FE701F-CE85-45E6-BA57-2E03FD743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5B9B3082-CC4A-4018-8B72-10CF67B79AD8}"/>
              </a:ext>
            </a:extLst>
          </p:cNvPr>
          <p:cNvSpPr txBox="1"/>
          <p:nvPr/>
        </p:nvSpPr>
        <p:spPr>
          <a:xfrm>
            <a:off x="611560" y="1772816"/>
            <a:ext cx="8075240" cy="46805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437421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F234C3A-3796-4D00-97B5-F5E1AB025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Values relating to a percentage</a:t>
            </a:r>
            <a:r>
              <a:rPr lang="fr-FR" sz="3600" dirty="0">
                <a:latin typeface="Cambria" panose="02040503050406030204" pitchFamily="18" charset="0"/>
                <a:ea typeface="Cambria" panose="02040503050406030204" pitchFamily="18" charset="0"/>
              </a:rPr>
              <a:t>– </a:t>
            </a:r>
            <a:r>
              <a:rPr lang="fr-FR" sz="3600" dirty="0" err="1">
                <a:latin typeface="Cambria" panose="02040503050406030204" pitchFamily="18" charset="0"/>
                <a:ea typeface="Cambria" panose="02040503050406030204" pitchFamily="18" charset="0"/>
              </a:rPr>
              <a:t>Graphically</a:t>
            </a:r>
            <a:endParaRPr lang="fr-FR" sz="3600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0BE7825-F2B4-4723-A08B-DBE736A07E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1556793"/>
            <a:ext cx="8064895" cy="4752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13872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0FE701F-CE85-45E6-BA57-2E03FD743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5B9B3082-CC4A-4018-8B72-10CF67B79AD8}"/>
              </a:ext>
            </a:extLst>
          </p:cNvPr>
          <p:cNvSpPr txBox="1"/>
          <p:nvPr/>
        </p:nvSpPr>
        <p:spPr>
          <a:xfrm>
            <a:off x="611560" y="1772816"/>
            <a:ext cx="8075240" cy="46805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513558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F234C3A-3796-4D00-97B5-F5E1AB025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Values relating to a percentage</a:t>
            </a:r>
            <a:r>
              <a:rPr lang="fr-FR" sz="3600" dirty="0">
                <a:latin typeface="Cambria" panose="02040503050406030204" pitchFamily="18" charset="0"/>
                <a:ea typeface="Cambria" panose="02040503050406030204" pitchFamily="18" charset="0"/>
              </a:rPr>
              <a:t>– </a:t>
            </a:r>
            <a:r>
              <a:rPr lang="fr-FR" sz="3600" dirty="0" err="1">
                <a:latin typeface="Cambria" panose="02040503050406030204" pitchFamily="18" charset="0"/>
                <a:ea typeface="Cambria" panose="02040503050406030204" pitchFamily="18" charset="0"/>
              </a:rPr>
              <a:t>Graphically</a:t>
            </a:r>
            <a:endParaRPr lang="fr-FR" sz="3600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3B67AB2A-B679-4D16-8BF9-BE0AF584B2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7638"/>
            <a:ext cx="9036496" cy="568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1945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0FE701F-CE85-45E6-BA57-2E03FD743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5B9B3082-CC4A-4018-8B72-10CF67B79AD8}"/>
              </a:ext>
            </a:extLst>
          </p:cNvPr>
          <p:cNvSpPr txBox="1"/>
          <p:nvPr/>
        </p:nvSpPr>
        <p:spPr>
          <a:xfrm>
            <a:off x="611560" y="1772816"/>
            <a:ext cx="8075240" cy="46805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158396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37EA1F4-0D63-4AEF-B357-FEA5AC376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The box plot – detection of the existence of extreme values 
</a:t>
            </a:r>
            <a:endParaRPr lang="fr-FR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Bulle narrative : ronde 9">
            <a:extLst>
              <a:ext uri="{FF2B5EF4-FFF2-40B4-BE49-F238E27FC236}">
                <a16:creationId xmlns:a16="http://schemas.microsoft.com/office/drawing/2014/main" id="{AF870070-00FF-4974-9840-A6A5B3693D60}"/>
              </a:ext>
            </a:extLst>
          </p:cNvPr>
          <p:cNvSpPr/>
          <p:nvPr/>
        </p:nvSpPr>
        <p:spPr>
          <a:xfrm>
            <a:off x="5268850" y="5973961"/>
            <a:ext cx="2664296" cy="850106"/>
          </a:xfrm>
          <a:prstGeom prst="wedgeEllipseCallout">
            <a:avLst>
              <a:gd name="adj1" fmla="val -71760"/>
              <a:gd name="adj2" fmla="val -109460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80C87052-A8C2-4C0E-8BD4-0762D38E4A9B}"/>
              </a:ext>
            </a:extLst>
          </p:cNvPr>
          <p:cNvSpPr txBox="1"/>
          <p:nvPr/>
        </p:nvSpPr>
        <p:spPr>
          <a:xfrm>
            <a:off x="6084168" y="6045071"/>
            <a:ext cx="14401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Cambria" panose="02040503050406030204" pitchFamily="18" charset="0"/>
                <a:ea typeface="Cambria" panose="02040503050406030204" pitchFamily="18" charset="0"/>
              </a:rPr>
              <a:t>This tool is not possible if the data are from a qualitative variable </a:t>
            </a:r>
            <a:endParaRPr lang="fr-FR" sz="1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D055E3AD-1F41-4B9B-B50B-AED28017AF0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3151" t="43000" r="12200" b="29001"/>
          <a:stretch/>
        </p:blipFill>
        <p:spPr>
          <a:xfrm>
            <a:off x="1272064" y="1252552"/>
            <a:ext cx="6252264" cy="2841938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A57A212F-44C5-476A-A637-6E62B9EB547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6951" t="48261" r="9838" b="37061"/>
          <a:stretch/>
        </p:blipFill>
        <p:spPr>
          <a:xfrm>
            <a:off x="1519935" y="4077072"/>
            <a:ext cx="4924273" cy="1224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1318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0FE701F-CE85-45E6-BA57-2E03FD743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5B9B3082-CC4A-4018-8B72-10CF67B79AD8}"/>
              </a:ext>
            </a:extLst>
          </p:cNvPr>
          <p:cNvSpPr txBox="1"/>
          <p:nvPr/>
        </p:nvSpPr>
        <p:spPr>
          <a:xfrm>
            <a:off x="611560" y="1772816"/>
            <a:ext cx="8075240" cy="46805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219177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99ED5833-B85B-4103-8A3B-CAB0308E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992ABE3-1EE4-4612-A616-19661284F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8635" y="560881"/>
            <a:ext cx="7346729" cy="1114380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fr-FR" sz="3500" dirty="0">
                <a:latin typeface="Cambria" panose="02040503050406030204" pitchFamily="18" charset="0"/>
                <a:ea typeface="Cambria" panose="02040503050406030204" pitchFamily="18" charset="0"/>
              </a:rPr>
              <a:t>The box plot – construction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16214FE-653A-46AA-994C-A05B503D93A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3150" t="38800" r="9828" b="23400"/>
          <a:stretch/>
        </p:blipFill>
        <p:spPr>
          <a:xfrm>
            <a:off x="611560" y="2060848"/>
            <a:ext cx="7776864" cy="4320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2021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0FE701F-CE85-45E6-BA57-2E03FD743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5B9B3082-CC4A-4018-8B72-10CF67B79AD8}"/>
              </a:ext>
            </a:extLst>
          </p:cNvPr>
          <p:cNvSpPr txBox="1"/>
          <p:nvPr/>
        </p:nvSpPr>
        <p:spPr>
          <a:xfrm>
            <a:off x="611560" y="1772816"/>
            <a:ext cx="8075240" cy="46805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333384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99ED5833-B85B-4103-8A3B-CAB0308E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992ABE3-1EE4-4612-A616-19661284F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8635" y="560881"/>
            <a:ext cx="7346729" cy="1114380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fr-FR" sz="3500" dirty="0">
                <a:latin typeface="Cambria" panose="02040503050406030204" pitchFamily="18" charset="0"/>
                <a:ea typeface="Cambria" panose="02040503050406030204" pitchFamily="18" charset="0"/>
              </a:rPr>
              <a:t>The box plot – construction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557F5BD3-9A59-4763-A5BA-78B60E86B58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3150" t="43000" r="9828" b="30401"/>
          <a:stretch/>
        </p:blipFill>
        <p:spPr>
          <a:xfrm>
            <a:off x="655348" y="1772816"/>
            <a:ext cx="8165124" cy="4346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4739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0FE701F-CE85-45E6-BA57-2E03FD743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5B9B3082-CC4A-4018-8B72-10CF67B79AD8}"/>
              </a:ext>
            </a:extLst>
          </p:cNvPr>
          <p:cNvSpPr txBox="1"/>
          <p:nvPr/>
        </p:nvSpPr>
        <p:spPr>
          <a:xfrm>
            <a:off x="611560" y="1772816"/>
            <a:ext cx="8075240" cy="46805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401665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99ED5833-B85B-4103-8A3B-CAB0308E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992ABE3-1EE4-4612-A616-19661284F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8635" y="560881"/>
            <a:ext cx="7346729" cy="1114380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fr-FR" sz="3500" dirty="0">
                <a:latin typeface="Cambria" panose="02040503050406030204" pitchFamily="18" charset="0"/>
                <a:ea typeface="Cambria" panose="02040503050406030204" pitchFamily="18" charset="0"/>
              </a:rPr>
              <a:t>The box plot – construction
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ADA1F126-5179-4300-A3E9-86B64BF0E3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174" y="2132856"/>
            <a:ext cx="8245364" cy="3834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5784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0FE701F-CE85-45E6-BA57-2E03FD743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5B9B3082-CC4A-4018-8B72-10CF67B79AD8}"/>
              </a:ext>
            </a:extLst>
          </p:cNvPr>
          <p:cNvSpPr txBox="1"/>
          <p:nvPr/>
        </p:nvSpPr>
        <p:spPr>
          <a:xfrm>
            <a:off x="611560" y="1772816"/>
            <a:ext cx="8075240" cy="46805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703457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E1A6547-570A-4238-BFB7-790DAE80F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84805"/>
            <a:ext cx="7886700" cy="150588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4500" dirty="0">
                <a:latin typeface="Cambria" panose="02040503050406030204" pitchFamily="18" charset="0"/>
                <a:ea typeface="Cambria" panose="02040503050406030204" pitchFamily="18" charset="0"/>
              </a:rPr>
              <a:t>Remark
</a:t>
            </a:r>
            <a:endParaRPr lang="en-US" sz="4500" kern="12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9A524445-ED39-4786-9430-EF322CF827B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3150" t="41600" r="9838" b="26200"/>
          <a:stretch/>
        </p:blipFill>
        <p:spPr>
          <a:xfrm>
            <a:off x="451890" y="1556792"/>
            <a:ext cx="8240220" cy="4032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35236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2CBBB177BCECA4BA07D6B8F331069E6" ma:contentTypeVersion="8" ma:contentTypeDescription="Crée un document." ma:contentTypeScope="" ma:versionID="a1792ed5d19ee5ab252c33350085386f">
  <xsd:schema xmlns:xsd="http://www.w3.org/2001/XMLSchema" xmlns:xs="http://www.w3.org/2001/XMLSchema" xmlns:p="http://schemas.microsoft.com/office/2006/metadata/properties" xmlns:ns2="9e182b23-170a-47e8-a965-13b876d21b7d" targetNamespace="http://schemas.microsoft.com/office/2006/metadata/properties" ma:root="true" ma:fieldsID="f2f4ce115f52bc9505b5498e049d5905" ns2:_="">
    <xsd:import namespace="9e182b23-170a-47e8-a965-13b876d21b7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182b23-170a-47e8-a965-13b876d21b7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B9045A2-3489-46EE-BFED-59AEF9ED33A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ADB3F03-72BF-43AE-B3AC-44937171889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e182b23-170a-47e8-a965-13b876d21b7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1AC1EBE-977F-480B-B90F-A9F24D28C013}">
  <ds:schemaRefs>
    <ds:schemaRef ds:uri="64acb2c5-0a2b-4bda-bd34-58e36cbb80d2"/>
    <ds:schemaRef ds:uri="http://schemas.microsoft.com/office/2006/documentManagement/types"/>
    <ds:schemaRef ds:uri="http://purl.org/dc/elements/1.1/"/>
    <ds:schemaRef ds:uri="http://schemas.microsoft.com/office/2006/metadata/properties"/>
    <ds:schemaRef ds:uri="6d93d202-47fc-4405-873a-cab67cc5f1b2"/>
    <ds:schemaRef ds:uri="http://schemas.microsoft.com/office/infopath/2007/PartnerControls"/>
    <ds:schemaRef ds:uri="http://purl.org/dc/terms/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209</Words>
  <Application>Microsoft Office PowerPoint</Application>
  <PresentationFormat>Affichage à l'écran (4:3)</PresentationFormat>
  <Paragraphs>54</Paragraphs>
  <Slides>27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27</vt:i4>
      </vt:variant>
    </vt:vector>
  </HeadingPairs>
  <TitlesOfParts>
    <vt:vector size="31" baseType="lpstr">
      <vt:lpstr>Arial</vt:lpstr>
      <vt:lpstr>Calibri</vt:lpstr>
      <vt:lpstr>Cambria</vt:lpstr>
      <vt:lpstr>Thème Office</vt:lpstr>
      <vt:lpstr>Data Description</vt:lpstr>
      <vt:lpstr>Numerical summaries of a variable
</vt:lpstr>
      <vt:lpstr>Note</vt:lpstr>
      <vt:lpstr>Position indicators </vt:lpstr>
      <vt:lpstr>Note</vt:lpstr>
      <vt:lpstr>Position indicators – values relating to a percentage</vt:lpstr>
      <vt:lpstr>Note</vt:lpstr>
      <vt:lpstr>Examples – Calculating Quartiles 
</vt:lpstr>
      <vt:lpstr>Note</vt:lpstr>
      <vt:lpstr>Examples – Calculating Quartiles</vt:lpstr>
      <vt:lpstr>Note</vt:lpstr>
      <vt:lpstr>Note</vt:lpstr>
      <vt:lpstr>Values relating to a percentage– Graphically 
</vt:lpstr>
      <vt:lpstr>Note</vt:lpstr>
      <vt:lpstr>Values relating to a percentage– Graphically</vt:lpstr>
      <vt:lpstr>Note</vt:lpstr>
      <vt:lpstr>Values relating to a percentage– Graphically</vt:lpstr>
      <vt:lpstr>Note</vt:lpstr>
      <vt:lpstr>The box plot – detection of the existence of extreme values 
</vt:lpstr>
      <vt:lpstr>Note</vt:lpstr>
      <vt:lpstr>The box plot – construction</vt:lpstr>
      <vt:lpstr>Note</vt:lpstr>
      <vt:lpstr>The box plot – construction</vt:lpstr>
      <vt:lpstr>Note</vt:lpstr>
      <vt:lpstr>The box plot – construction
</vt:lpstr>
      <vt:lpstr>Note</vt:lpstr>
      <vt:lpstr>Remark
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Analytics </dc:title>
  <dc:creator>KACHOUR Maher</dc:creator>
  <cp:lastModifiedBy>KACHOUR Maher</cp:lastModifiedBy>
  <cp:revision>7</cp:revision>
  <dcterms:created xsi:type="dcterms:W3CDTF">2021-02-02T16:40:54Z</dcterms:created>
  <dcterms:modified xsi:type="dcterms:W3CDTF">2021-10-14T15:37:10Z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0x01010082CBBB177BCECA4BA07D6B8F331069E6</vt:lpwstr>
  </property>
</Properties>
</file>