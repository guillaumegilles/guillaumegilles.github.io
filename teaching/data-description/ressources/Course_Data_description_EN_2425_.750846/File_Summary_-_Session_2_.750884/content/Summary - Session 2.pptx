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77" r:id="rId6"/>
    <p:sldId id="301" r:id="rId7"/>
    <p:sldId id="292" r:id="rId8"/>
    <p:sldId id="302" r:id="rId9"/>
    <p:sldId id="303" r:id="rId10"/>
    <p:sldId id="278" r:id="rId11"/>
    <p:sldId id="304" r:id="rId12"/>
    <p:sldId id="294" r:id="rId13"/>
    <p:sldId id="305" r:id="rId14"/>
    <p:sldId id="306" r:id="rId15"/>
    <p:sldId id="279" r:id="rId16"/>
    <p:sldId id="307" r:id="rId17"/>
    <p:sldId id="300" r:id="rId18"/>
    <p:sldId id="308" r:id="rId19"/>
    <p:sldId id="299" r:id="rId20"/>
    <p:sldId id="309" r:id="rId21"/>
    <p:sldId id="310" r:id="rId22"/>
    <p:sldId id="281" r:id="rId23"/>
    <p:sldId id="311" r:id="rId24"/>
    <p:sldId id="312" r:id="rId25"/>
    <p:sldId id="284" r:id="rId26"/>
    <p:sldId id="313" r:id="rId27"/>
    <p:sldId id="286" r:id="rId28"/>
    <p:sldId id="314" r:id="rId2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A78C8E-088D-42D6-A319-D2B885105629}" v="1" dt="2021-10-14T14:04:56.286"/>
    <p1510:client id="{BEAA4BC1-7FAE-4519-B624-8E6554632EBD}" v="30" dt="2021-10-14T13:56:01.926"/>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67" d="100"/>
          <a:sy n="67" d="100"/>
        </p:scale>
        <p:origin x="1284"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CHOUR Maher" userId="09775c39-7739-40bf-ba04-c8ef3ab24a94" providerId="ADAL" clId="{BEAA4BC1-7FAE-4519-B624-8E6554632EBD}"/>
    <pc:docChg chg="undo custSel addSld delSld modSld">
      <pc:chgData name="KACHOUR Maher" userId="09775c39-7739-40bf-ba04-c8ef3ab24a94" providerId="ADAL" clId="{BEAA4BC1-7FAE-4519-B624-8E6554632EBD}" dt="2021-10-14T13:58:07.536" v="413" actId="20577"/>
      <pc:docMkLst>
        <pc:docMk/>
      </pc:docMkLst>
      <pc:sldChg chg="addSp delSp modSp mod">
        <pc:chgData name="KACHOUR Maher" userId="09775c39-7739-40bf-ba04-c8ef3ab24a94" providerId="ADAL" clId="{BEAA4BC1-7FAE-4519-B624-8E6554632EBD}" dt="2021-10-14T10:55:21.632" v="28" actId="790"/>
        <pc:sldMkLst>
          <pc:docMk/>
          <pc:sldMk cId="1875685949" sldId="277"/>
        </pc:sldMkLst>
        <pc:spChg chg="mod">
          <ac:chgData name="KACHOUR Maher" userId="09775c39-7739-40bf-ba04-c8ef3ab24a94" providerId="ADAL" clId="{BEAA4BC1-7FAE-4519-B624-8E6554632EBD}" dt="2021-10-14T10:55:21.632" v="28" actId="790"/>
          <ac:spMkLst>
            <pc:docMk/>
            <pc:sldMk cId="1875685949" sldId="277"/>
            <ac:spMk id="2" creationId="{A8897A50-0854-4ACC-9469-1C4B787E3B1C}"/>
          </ac:spMkLst>
        </pc:spChg>
        <pc:spChg chg="add mod">
          <ac:chgData name="KACHOUR Maher" userId="09775c39-7739-40bf-ba04-c8ef3ab24a94" providerId="ADAL" clId="{BEAA4BC1-7FAE-4519-B624-8E6554632EBD}" dt="2021-10-14T10:54:56.740" v="27" actId="208"/>
          <ac:spMkLst>
            <pc:docMk/>
            <pc:sldMk cId="1875685949" sldId="277"/>
            <ac:spMk id="4" creationId="{6A4A0999-DAF1-4594-95CA-B3FD48C6BA9F}"/>
          </ac:spMkLst>
        </pc:spChg>
        <pc:picChg chg="del">
          <ac:chgData name="KACHOUR Maher" userId="09775c39-7739-40bf-ba04-c8ef3ab24a94" providerId="ADAL" clId="{BEAA4BC1-7FAE-4519-B624-8E6554632EBD}" dt="2021-10-14T10:52:55.145" v="10" actId="478"/>
          <ac:picMkLst>
            <pc:docMk/>
            <pc:sldMk cId="1875685949" sldId="277"/>
            <ac:picMk id="9" creationId="{6230F255-AB83-4962-99DA-5D02B6036447}"/>
          </ac:picMkLst>
        </pc:picChg>
        <pc:picChg chg="del">
          <ac:chgData name="KACHOUR Maher" userId="09775c39-7739-40bf-ba04-c8ef3ab24a94" providerId="ADAL" clId="{BEAA4BC1-7FAE-4519-B624-8E6554632EBD}" dt="2021-10-14T10:53:24.658" v="17" actId="478"/>
          <ac:picMkLst>
            <pc:docMk/>
            <pc:sldMk cId="1875685949" sldId="277"/>
            <ac:picMk id="11" creationId="{8898157E-8498-4BA5-AC4E-B107060F5443}"/>
          </ac:picMkLst>
        </pc:picChg>
        <pc:picChg chg="add mod">
          <ac:chgData name="KACHOUR Maher" userId="09775c39-7739-40bf-ba04-c8ef3ab24a94" providerId="ADAL" clId="{BEAA4BC1-7FAE-4519-B624-8E6554632EBD}" dt="2021-10-14T10:54:50.216" v="26" actId="1076"/>
          <ac:picMkLst>
            <pc:docMk/>
            <pc:sldMk cId="1875685949" sldId="277"/>
            <ac:picMk id="14" creationId="{C2F1EF1A-C087-491A-B1A9-9455B3872CC5}"/>
          </ac:picMkLst>
        </pc:picChg>
      </pc:sldChg>
      <pc:sldChg chg="addSp delSp modSp mod">
        <pc:chgData name="KACHOUR Maher" userId="09775c39-7739-40bf-ba04-c8ef3ab24a94" providerId="ADAL" clId="{BEAA4BC1-7FAE-4519-B624-8E6554632EBD}" dt="2021-10-14T13:34:36.014" v="272" actId="1076"/>
        <pc:sldMkLst>
          <pc:docMk/>
          <pc:sldMk cId="638055602" sldId="278"/>
        </pc:sldMkLst>
        <pc:spChg chg="mod">
          <ac:chgData name="KACHOUR Maher" userId="09775c39-7739-40bf-ba04-c8ef3ab24a94" providerId="ADAL" clId="{BEAA4BC1-7FAE-4519-B624-8E6554632EBD}" dt="2021-10-14T10:55:52.399" v="29" actId="790"/>
          <ac:spMkLst>
            <pc:docMk/>
            <pc:sldMk cId="638055602" sldId="278"/>
            <ac:spMk id="2" creationId="{DCCB118A-A31E-488A-B655-E144CC01BD62}"/>
          </ac:spMkLst>
        </pc:spChg>
        <pc:spChg chg="mod">
          <ac:chgData name="KACHOUR Maher" userId="09775c39-7739-40bf-ba04-c8ef3ab24a94" providerId="ADAL" clId="{BEAA4BC1-7FAE-4519-B624-8E6554632EBD}" dt="2021-10-14T10:55:58.218" v="35" actId="20577"/>
          <ac:spMkLst>
            <pc:docMk/>
            <pc:sldMk cId="638055602" sldId="278"/>
            <ac:spMk id="3" creationId="{CD23C7A6-D9A0-4598-B56E-17701BC7DD01}"/>
          </ac:spMkLst>
        </pc:spChg>
        <pc:spChg chg="add mod">
          <ac:chgData name="KACHOUR Maher" userId="09775c39-7739-40bf-ba04-c8ef3ab24a94" providerId="ADAL" clId="{BEAA4BC1-7FAE-4519-B624-8E6554632EBD}" dt="2021-10-14T13:34:31.855" v="271" actId="14100"/>
          <ac:spMkLst>
            <pc:docMk/>
            <pc:sldMk cId="638055602" sldId="278"/>
            <ac:spMk id="4" creationId="{502F3BA2-C7B5-43BD-B8B0-F1B47A7D2AC5}"/>
          </ac:spMkLst>
        </pc:spChg>
        <pc:spChg chg="del">
          <ac:chgData name="KACHOUR Maher" userId="09775c39-7739-40bf-ba04-c8ef3ab24a94" providerId="ADAL" clId="{BEAA4BC1-7FAE-4519-B624-8E6554632EBD}" dt="2021-10-14T11:25:23.546" v="88" actId="478"/>
          <ac:spMkLst>
            <pc:docMk/>
            <pc:sldMk cId="638055602" sldId="278"/>
            <ac:spMk id="12" creationId="{552BD454-25B0-4323-B975-BF609E21EFD6}"/>
          </ac:spMkLst>
        </pc:spChg>
        <pc:picChg chg="mod">
          <ac:chgData name="KACHOUR Maher" userId="09775c39-7739-40bf-ba04-c8ef3ab24a94" providerId="ADAL" clId="{BEAA4BC1-7FAE-4519-B624-8E6554632EBD}" dt="2021-10-14T13:31:42.790" v="249" actId="14100"/>
          <ac:picMkLst>
            <pc:docMk/>
            <pc:sldMk cId="638055602" sldId="278"/>
            <ac:picMk id="6" creationId="{284117BE-71E2-4257-81AB-59477DE0DE5C}"/>
          </ac:picMkLst>
        </pc:picChg>
        <pc:picChg chg="add mod">
          <ac:chgData name="KACHOUR Maher" userId="09775c39-7739-40bf-ba04-c8ef3ab24a94" providerId="ADAL" clId="{BEAA4BC1-7FAE-4519-B624-8E6554632EBD}" dt="2021-10-14T13:34:36.014" v="272" actId="1076"/>
          <ac:picMkLst>
            <pc:docMk/>
            <pc:sldMk cId="638055602" sldId="278"/>
            <ac:picMk id="7" creationId="{AAA2770C-5CCA-41F9-B675-1C45BD89ED06}"/>
          </ac:picMkLst>
        </pc:picChg>
        <pc:picChg chg="del">
          <ac:chgData name="KACHOUR Maher" userId="09775c39-7739-40bf-ba04-c8ef3ab24a94" providerId="ADAL" clId="{BEAA4BC1-7FAE-4519-B624-8E6554632EBD}" dt="2021-10-14T13:25:04.385" v="218" actId="478"/>
          <ac:picMkLst>
            <pc:docMk/>
            <pc:sldMk cId="638055602" sldId="278"/>
            <ac:picMk id="9" creationId="{41BD6177-C3C3-48AA-8B0C-FE1C32F33428}"/>
          </ac:picMkLst>
        </pc:picChg>
        <pc:picChg chg="del">
          <ac:chgData name="KACHOUR Maher" userId="09775c39-7739-40bf-ba04-c8ef3ab24a94" providerId="ADAL" clId="{BEAA4BC1-7FAE-4519-B624-8E6554632EBD}" dt="2021-10-14T11:26:04.375" v="97" actId="478"/>
          <ac:picMkLst>
            <pc:docMk/>
            <pc:sldMk cId="638055602" sldId="278"/>
            <ac:picMk id="10" creationId="{0EFE0853-C93A-4ADF-BF32-52A48DBE1168}"/>
          </ac:picMkLst>
        </pc:picChg>
        <pc:picChg chg="del">
          <ac:chgData name="KACHOUR Maher" userId="09775c39-7739-40bf-ba04-c8ef3ab24a94" providerId="ADAL" clId="{BEAA4BC1-7FAE-4519-B624-8E6554632EBD}" dt="2021-10-14T13:25:25.814" v="222" actId="478"/>
          <ac:picMkLst>
            <pc:docMk/>
            <pc:sldMk cId="638055602" sldId="278"/>
            <ac:picMk id="11" creationId="{166F5A58-0BBC-4DFC-A2D0-D7B46767BDC1}"/>
          </ac:picMkLst>
        </pc:picChg>
      </pc:sldChg>
      <pc:sldChg chg="delSp modSp mod">
        <pc:chgData name="KACHOUR Maher" userId="09775c39-7739-40bf-ba04-c8ef3ab24a94" providerId="ADAL" clId="{BEAA4BC1-7FAE-4519-B624-8E6554632EBD}" dt="2021-10-14T13:46:16.081" v="298" actId="790"/>
        <pc:sldMkLst>
          <pc:docMk/>
          <pc:sldMk cId="2572892666" sldId="279"/>
        </pc:sldMkLst>
        <pc:spChg chg="mod">
          <ac:chgData name="KACHOUR Maher" userId="09775c39-7739-40bf-ba04-c8ef3ab24a94" providerId="ADAL" clId="{BEAA4BC1-7FAE-4519-B624-8E6554632EBD}" dt="2021-10-14T13:46:16.081" v="298" actId="790"/>
          <ac:spMkLst>
            <pc:docMk/>
            <pc:sldMk cId="2572892666" sldId="279"/>
            <ac:spMk id="2" creationId="{092E4D78-736E-41D4-A374-11724A9472B2}"/>
          </ac:spMkLst>
        </pc:spChg>
        <pc:spChg chg="del">
          <ac:chgData name="KACHOUR Maher" userId="09775c39-7739-40bf-ba04-c8ef3ab24a94" providerId="ADAL" clId="{BEAA4BC1-7FAE-4519-B624-8E6554632EBD}" dt="2021-10-14T13:44:15.591" v="275" actId="478"/>
          <ac:spMkLst>
            <pc:docMk/>
            <pc:sldMk cId="2572892666" sldId="279"/>
            <ac:spMk id="10" creationId="{44271A5B-B482-4F75-B536-9EDC8D55E708}"/>
          </ac:spMkLst>
        </pc:spChg>
        <pc:picChg chg="mod">
          <ac:chgData name="KACHOUR Maher" userId="09775c39-7739-40bf-ba04-c8ef3ab24a94" providerId="ADAL" clId="{BEAA4BC1-7FAE-4519-B624-8E6554632EBD}" dt="2021-10-14T13:45:38.084" v="292" actId="14100"/>
          <ac:picMkLst>
            <pc:docMk/>
            <pc:sldMk cId="2572892666" sldId="279"/>
            <ac:picMk id="6" creationId="{9584B911-4480-4EFF-B420-4791E5E0EC50}"/>
          </ac:picMkLst>
        </pc:picChg>
        <pc:picChg chg="del">
          <ac:chgData name="KACHOUR Maher" userId="09775c39-7739-40bf-ba04-c8ef3ab24a94" providerId="ADAL" clId="{BEAA4BC1-7FAE-4519-B624-8E6554632EBD}" dt="2021-10-14T13:45:28.962" v="290" actId="478"/>
          <ac:picMkLst>
            <pc:docMk/>
            <pc:sldMk cId="2572892666" sldId="279"/>
            <ac:picMk id="7" creationId="{F64BBED4-F2DF-4500-AB53-E397F191999C}"/>
          </ac:picMkLst>
        </pc:picChg>
        <pc:picChg chg="del">
          <ac:chgData name="KACHOUR Maher" userId="09775c39-7739-40bf-ba04-c8ef3ab24a94" providerId="ADAL" clId="{BEAA4BC1-7FAE-4519-B624-8E6554632EBD}" dt="2021-10-14T13:45:34.374" v="291" actId="478"/>
          <ac:picMkLst>
            <pc:docMk/>
            <pc:sldMk cId="2572892666" sldId="279"/>
            <ac:picMk id="9" creationId="{06505C06-3495-4F1C-BCE0-0CF2A2E2DB36}"/>
          </ac:picMkLst>
        </pc:picChg>
      </pc:sldChg>
      <pc:sldChg chg="modSp mod">
        <pc:chgData name="KACHOUR Maher" userId="09775c39-7739-40bf-ba04-c8ef3ab24a94" providerId="ADAL" clId="{BEAA4BC1-7FAE-4519-B624-8E6554632EBD}" dt="2021-10-14T13:57:22.162" v="411" actId="790"/>
        <pc:sldMkLst>
          <pc:docMk/>
          <pc:sldMk cId="1005798455" sldId="280"/>
        </pc:sldMkLst>
        <pc:spChg chg="mod">
          <ac:chgData name="KACHOUR Maher" userId="09775c39-7739-40bf-ba04-c8ef3ab24a94" providerId="ADAL" clId="{BEAA4BC1-7FAE-4519-B624-8E6554632EBD}" dt="2021-10-14T13:57:22.162" v="411" actId="790"/>
          <ac:spMkLst>
            <pc:docMk/>
            <pc:sldMk cId="1005798455" sldId="280"/>
            <ac:spMk id="2" creationId="{406BB69C-5EE9-4AC7-8429-B47C935B139C}"/>
          </ac:spMkLst>
        </pc:spChg>
        <pc:spChg chg="mod">
          <ac:chgData name="KACHOUR Maher" userId="09775c39-7739-40bf-ba04-c8ef3ab24a94" providerId="ADAL" clId="{BEAA4BC1-7FAE-4519-B624-8E6554632EBD}" dt="2021-10-14T13:57:10" v="410" actId="20577"/>
          <ac:spMkLst>
            <pc:docMk/>
            <pc:sldMk cId="1005798455" sldId="280"/>
            <ac:spMk id="3" creationId="{E117A3D3-E460-4DCA-B869-6DC8B3101EE8}"/>
          </ac:spMkLst>
        </pc:spChg>
        <pc:picChg chg="mod">
          <ac:chgData name="KACHOUR Maher" userId="09775c39-7739-40bf-ba04-c8ef3ab24a94" providerId="ADAL" clId="{BEAA4BC1-7FAE-4519-B624-8E6554632EBD}" dt="2021-10-14T13:56:47.834" v="378" actId="1076"/>
          <ac:picMkLst>
            <pc:docMk/>
            <pc:sldMk cId="1005798455" sldId="280"/>
            <ac:picMk id="5" creationId="{66F56ADE-8884-4B51-9059-3AC55DB96A14}"/>
          </ac:picMkLst>
        </pc:picChg>
      </pc:sldChg>
      <pc:sldChg chg="modSp mod">
        <pc:chgData name="KACHOUR Maher" userId="09775c39-7739-40bf-ba04-c8ef3ab24a94" providerId="ADAL" clId="{BEAA4BC1-7FAE-4519-B624-8E6554632EBD}" dt="2021-10-14T13:58:07.536" v="413" actId="20577"/>
        <pc:sldMkLst>
          <pc:docMk/>
          <pc:sldMk cId="828950354" sldId="281"/>
        </pc:sldMkLst>
        <pc:spChg chg="mod">
          <ac:chgData name="KACHOUR Maher" userId="09775c39-7739-40bf-ba04-c8ef3ab24a94" providerId="ADAL" clId="{BEAA4BC1-7FAE-4519-B624-8E6554632EBD}" dt="2021-10-14T13:58:07.536" v="413" actId="20577"/>
          <ac:spMkLst>
            <pc:docMk/>
            <pc:sldMk cId="828950354" sldId="281"/>
            <ac:spMk id="7" creationId="{9C09214D-5F81-44F5-8EB6-D951A6F015A3}"/>
          </ac:spMkLst>
        </pc:spChg>
      </pc:sldChg>
      <pc:sldChg chg="addSp delSp modSp new add del mod setBg">
        <pc:chgData name="KACHOUR Maher" userId="09775c39-7739-40bf-ba04-c8ef3ab24a94" providerId="ADAL" clId="{BEAA4BC1-7FAE-4519-B624-8E6554632EBD}" dt="2021-10-14T10:53:10.027" v="14" actId="2696"/>
        <pc:sldMkLst>
          <pc:docMk/>
          <pc:sldMk cId="3230167694" sldId="290"/>
        </pc:sldMkLst>
        <pc:spChg chg="mod">
          <ac:chgData name="KACHOUR Maher" userId="09775c39-7739-40bf-ba04-c8ef3ab24a94" providerId="ADAL" clId="{BEAA4BC1-7FAE-4519-B624-8E6554632EBD}" dt="2021-10-14T10:52:59.795" v="12" actId="26606"/>
          <ac:spMkLst>
            <pc:docMk/>
            <pc:sldMk cId="3230167694" sldId="290"/>
            <ac:spMk id="2" creationId="{82B764C1-7757-441E-B06B-03D21584827E}"/>
          </ac:spMkLst>
        </pc:spChg>
        <pc:spChg chg="del">
          <ac:chgData name="KACHOUR Maher" userId="09775c39-7739-40bf-ba04-c8ef3ab24a94" providerId="ADAL" clId="{BEAA4BC1-7FAE-4519-B624-8E6554632EBD}" dt="2021-10-14T10:52:50.798" v="9" actId="478"/>
          <ac:spMkLst>
            <pc:docMk/>
            <pc:sldMk cId="3230167694" sldId="290"/>
            <ac:spMk id="3" creationId="{B5D92666-AE30-499B-86CD-DE2D6500C298}"/>
          </ac:spMkLst>
        </pc:spChg>
        <pc:picChg chg="add mod">
          <ac:chgData name="KACHOUR Maher" userId="09775c39-7739-40bf-ba04-c8ef3ab24a94" providerId="ADAL" clId="{BEAA4BC1-7FAE-4519-B624-8E6554632EBD}" dt="2021-10-14T10:52:59.795" v="12" actId="26606"/>
          <ac:picMkLst>
            <pc:docMk/>
            <pc:sldMk cId="3230167694" sldId="290"/>
            <ac:picMk id="4" creationId="{589924F8-ECF6-4CBB-B139-2307DA43242A}"/>
          </ac:picMkLst>
        </pc:picChg>
      </pc:sldChg>
      <pc:sldChg chg="addSp delSp modSp add mod">
        <pc:chgData name="KACHOUR Maher" userId="09775c39-7739-40bf-ba04-c8ef3ab24a94" providerId="ADAL" clId="{BEAA4BC1-7FAE-4519-B624-8E6554632EBD}" dt="2021-10-14T10:53:29.505" v="19" actId="26606"/>
        <pc:sldMkLst>
          <pc:docMk/>
          <pc:sldMk cId="3172704546" sldId="291"/>
        </pc:sldMkLst>
        <pc:picChg chg="del">
          <ac:chgData name="KACHOUR Maher" userId="09775c39-7739-40bf-ba04-c8ef3ab24a94" providerId="ADAL" clId="{BEAA4BC1-7FAE-4519-B624-8E6554632EBD}" dt="2021-10-14T10:53:15.823" v="16" actId="478"/>
          <ac:picMkLst>
            <pc:docMk/>
            <pc:sldMk cId="3172704546" sldId="291"/>
            <ac:picMk id="4" creationId="{589924F8-ECF6-4CBB-B139-2307DA43242A}"/>
          </ac:picMkLst>
        </pc:picChg>
        <pc:picChg chg="add mod">
          <ac:chgData name="KACHOUR Maher" userId="09775c39-7739-40bf-ba04-c8ef3ab24a94" providerId="ADAL" clId="{BEAA4BC1-7FAE-4519-B624-8E6554632EBD}" dt="2021-10-14T10:53:29.505" v="19" actId="26606"/>
          <ac:picMkLst>
            <pc:docMk/>
            <pc:sldMk cId="3172704546" sldId="291"/>
            <ac:picMk id="5" creationId="{D80CFA26-EFED-4393-A9F6-85E52325821D}"/>
          </ac:picMkLst>
        </pc:picChg>
      </pc:sldChg>
      <pc:sldChg chg="modSp add mod setBg">
        <pc:chgData name="KACHOUR Maher" userId="09775c39-7739-40bf-ba04-c8ef3ab24a94" providerId="ADAL" clId="{BEAA4BC1-7FAE-4519-B624-8E6554632EBD}" dt="2021-10-14T11:10:33.028" v="45" actId="20577"/>
        <pc:sldMkLst>
          <pc:docMk/>
          <pc:sldMk cId="3707336201" sldId="292"/>
        </pc:sldMkLst>
        <pc:spChg chg="mod">
          <ac:chgData name="KACHOUR Maher" userId="09775c39-7739-40bf-ba04-c8ef3ab24a94" providerId="ADAL" clId="{BEAA4BC1-7FAE-4519-B624-8E6554632EBD}" dt="2021-10-14T11:08:16.066" v="38" actId="20577"/>
          <ac:spMkLst>
            <pc:docMk/>
            <pc:sldMk cId="3707336201" sldId="292"/>
            <ac:spMk id="2" creationId="{8411F764-5DB7-4B94-AC77-9A64DC794E06}"/>
          </ac:spMkLst>
        </pc:spChg>
        <pc:graphicFrameChg chg="mod modGraphic">
          <ac:chgData name="KACHOUR Maher" userId="09775c39-7739-40bf-ba04-c8ef3ab24a94" providerId="ADAL" clId="{BEAA4BC1-7FAE-4519-B624-8E6554632EBD}" dt="2021-10-14T11:10:33.028" v="45" actId="20577"/>
          <ac:graphicFrameMkLst>
            <pc:docMk/>
            <pc:sldMk cId="3707336201" sldId="292"/>
            <ac:graphicFrameMk id="7" creationId="{1E8665D7-E1A3-4D0B-8409-16A5912FDDBC}"/>
          </ac:graphicFrameMkLst>
        </pc:graphicFrameChg>
      </pc:sldChg>
      <pc:sldChg chg="new del">
        <pc:chgData name="KACHOUR Maher" userId="09775c39-7739-40bf-ba04-c8ef3ab24a94" providerId="ADAL" clId="{BEAA4BC1-7FAE-4519-B624-8E6554632EBD}" dt="2021-10-14T11:22:34.753" v="48" actId="47"/>
        <pc:sldMkLst>
          <pc:docMk/>
          <pc:sldMk cId="2706366947" sldId="293"/>
        </pc:sldMkLst>
      </pc:sldChg>
      <pc:sldChg chg="modSp add mod">
        <pc:chgData name="KACHOUR Maher" userId="09775c39-7739-40bf-ba04-c8ef3ab24a94" providerId="ADAL" clId="{BEAA4BC1-7FAE-4519-B624-8E6554632EBD}" dt="2021-10-14T13:25:43.265" v="226" actId="20577"/>
        <pc:sldMkLst>
          <pc:docMk/>
          <pc:sldMk cId="81781345" sldId="294"/>
        </pc:sldMkLst>
        <pc:spChg chg="mod">
          <ac:chgData name="KACHOUR Maher" userId="09775c39-7739-40bf-ba04-c8ef3ab24a94" providerId="ADAL" clId="{BEAA4BC1-7FAE-4519-B624-8E6554632EBD}" dt="2021-10-14T11:22:38.718" v="50" actId="20577"/>
          <ac:spMkLst>
            <pc:docMk/>
            <pc:sldMk cId="81781345" sldId="294"/>
            <ac:spMk id="2" creationId="{F64BF0DD-FFC4-4682-9A3D-7B4B235439A5}"/>
          </ac:spMkLst>
        </pc:spChg>
        <pc:spChg chg="mod">
          <ac:chgData name="KACHOUR Maher" userId="09775c39-7739-40bf-ba04-c8ef3ab24a94" providerId="ADAL" clId="{BEAA4BC1-7FAE-4519-B624-8E6554632EBD}" dt="2021-10-14T13:25:43.265" v="226" actId="20577"/>
          <ac:spMkLst>
            <pc:docMk/>
            <pc:sldMk cId="81781345" sldId="294"/>
            <ac:spMk id="3" creationId="{145B38BC-A63B-42B9-AB9C-772C30ACA228}"/>
          </ac:spMkLst>
        </pc:spChg>
        <pc:graphicFrameChg chg="mod modGraphic">
          <ac:chgData name="KACHOUR Maher" userId="09775c39-7739-40bf-ba04-c8ef3ab24a94" providerId="ADAL" clId="{BEAA4BC1-7FAE-4519-B624-8E6554632EBD}" dt="2021-10-14T13:24:11.357" v="209" actId="20577"/>
          <ac:graphicFrameMkLst>
            <pc:docMk/>
            <pc:sldMk cId="81781345" sldId="294"/>
            <ac:graphicFrameMk id="4" creationId="{611E66A5-294F-4D20-BCBB-2ACE900D43D4}"/>
          </ac:graphicFrameMkLst>
        </pc:graphicFrameChg>
      </pc:sldChg>
      <pc:sldChg chg="addSp delSp modSp new mod">
        <pc:chgData name="KACHOUR Maher" userId="09775c39-7739-40bf-ba04-c8ef3ab24a94" providerId="ADAL" clId="{BEAA4BC1-7FAE-4519-B624-8E6554632EBD}" dt="2021-10-14T13:24:43.134" v="217" actId="1076"/>
        <pc:sldMkLst>
          <pc:docMk/>
          <pc:sldMk cId="2124052879" sldId="295"/>
        </pc:sldMkLst>
        <pc:spChg chg="del">
          <ac:chgData name="KACHOUR Maher" userId="09775c39-7739-40bf-ba04-c8ef3ab24a94" providerId="ADAL" clId="{BEAA4BC1-7FAE-4519-B624-8E6554632EBD}" dt="2021-10-14T11:25:31.815" v="90" actId="478"/>
          <ac:spMkLst>
            <pc:docMk/>
            <pc:sldMk cId="2124052879" sldId="295"/>
            <ac:spMk id="2" creationId="{0F058FC4-7D21-493F-B1C6-22B087403FCF}"/>
          </ac:spMkLst>
        </pc:spChg>
        <pc:spChg chg="del">
          <ac:chgData name="KACHOUR Maher" userId="09775c39-7739-40bf-ba04-c8ef3ab24a94" providerId="ADAL" clId="{BEAA4BC1-7FAE-4519-B624-8E6554632EBD}" dt="2021-10-14T11:25:34.793" v="91" actId="478"/>
          <ac:spMkLst>
            <pc:docMk/>
            <pc:sldMk cId="2124052879" sldId="295"/>
            <ac:spMk id="3" creationId="{75BC1C8D-9453-4837-BEBC-FE6C1F4D78CB}"/>
          </ac:spMkLst>
        </pc:spChg>
        <pc:spChg chg="add mod">
          <ac:chgData name="KACHOUR Maher" userId="09775c39-7739-40bf-ba04-c8ef3ab24a94" providerId="ADAL" clId="{BEAA4BC1-7FAE-4519-B624-8E6554632EBD}" dt="2021-10-14T11:25:56.733" v="96" actId="1076"/>
          <ac:spMkLst>
            <pc:docMk/>
            <pc:sldMk cId="2124052879" sldId="295"/>
            <ac:spMk id="4" creationId="{7C3387F6-B0BE-4FCD-B734-C535B5AF7819}"/>
          </ac:spMkLst>
        </pc:spChg>
        <pc:spChg chg="add del mod">
          <ac:chgData name="KACHOUR Maher" userId="09775c39-7739-40bf-ba04-c8ef3ab24a94" providerId="ADAL" clId="{BEAA4BC1-7FAE-4519-B624-8E6554632EBD}" dt="2021-10-14T13:24:20.422" v="211" actId="478"/>
          <ac:spMkLst>
            <pc:docMk/>
            <pc:sldMk cId="2124052879" sldId="295"/>
            <ac:spMk id="6" creationId="{29B5047B-0190-41D8-846F-9AACAB62E14F}"/>
          </ac:spMkLst>
        </pc:spChg>
        <pc:spChg chg="add del mod">
          <ac:chgData name="KACHOUR Maher" userId="09775c39-7739-40bf-ba04-c8ef3ab24a94" providerId="ADAL" clId="{BEAA4BC1-7FAE-4519-B624-8E6554632EBD}" dt="2021-10-14T11:28:13.617" v="135" actId="478"/>
          <ac:spMkLst>
            <pc:docMk/>
            <pc:sldMk cId="2124052879" sldId="295"/>
            <ac:spMk id="7" creationId="{7FB162CA-3529-4C96-92E7-A8DB547E3FA3}"/>
          </ac:spMkLst>
        </pc:spChg>
        <pc:picChg chg="add mod">
          <ac:chgData name="KACHOUR Maher" userId="09775c39-7739-40bf-ba04-c8ef3ab24a94" providerId="ADAL" clId="{BEAA4BC1-7FAE-4519-B624-8E6554632EBD}" dt="2021-10-14T13:24:24.970" v="212" actId="1076"/>
          <ac:picMkLst>
            <pc:docMk/>
            <pc:sldMk cId="2124052879" sldId="295"/>
            <ac:picMk id="5" creationId="{74F018CD-E332-47B5-B5F1-014A51B449F1}"/>
          </ac:picMkLst>
        </pc:picChg>
        <pc:picChg chg="add mod">
          <ac:chgData name="KACHOUR Maher" userId="09775c39-7739-40bf-ba04-c8ef3ab24a94" providerId="ADAL" clId="{BEAA4BC1-7FAE-4519-B624-8E6554632EBD}" dt="2021-10-14T13:24:43.134" v="217" actId="1076"/>
          <ac:picMkLst>
            <pc:docMk/>
            <pc:sldMk cId="2124052879" sldId="295"/>
            <ac:picMk id="8" creationId="{716207A5-39BD-4DC0-9B6E-9C67B8A8DEA9}"/>
          </ac:picMkLst>
        </pc:picChg>
      </pc:sldChg>
      <pc:sldChg chg="addSp delSp modSp add mod">
        <pc:chgData name="KACHOUR Maher" userId="09775c39-7739-40bf-ba04-c8ef3ab24a94" providerId="ADAL" clId="{BEAA4BC1-7FAE-4519-B624-8E6554632EBD}" dt="2021-10-14T13:30:56.116" v="245" actId="207"/>
        <pc:sldMkLst>
          <pc:docMk/>
          <pc:sldMk cId="3573732356" sldId="296"/>
        </pc:sldMkLst>
        <pc:spChg chg="mod">
          <ac:chgData name="KACHOUR Maher" userId="09775c39-7739-40bf-ba04-c8ef3ab24a94" providerId="ADAL" clId="{BEAA4BC1-7FAE-4519-B624-8E6554632EBD}" dt="2021-10-14T13:30:56.116" v="245" actId="207"/>
          <ac:spMkLst>
            <pc:docMk/>
            <pc:sldMk cId="3573732356" sldId="296"/>
            <ac:spMk id="4" creationId="{7C3387F6-B0BE-4FCD-B734-C535B5AF7819}"/>
          </ac:spMkLst>
        </pc:spChg>
        <pc:picChg chg="add mod">
          <ac:chgData name="KACHOUR Maher" userId="09775c39-7739-40bf-ba04-c8ef3ab24a94" providerId="ADAL" clId="{BEAA4BC1-7FAE-4519-B624-8E6554632EBD}" dt="2021-10-14T13:27:18.157" v="228" actId="1076"/>
          <ac:picMkLst>
            <pc:docMk/>
            <pc:sldMk cId="3573732356" sldId="296"/>
            <ac:picMk id="3" creationId="{BA305F69-2614-4837-B72A-E4B96D23BFA2}"/>
          </ac:picMkLst>
        </pc:picChg>
        <pc:picChg chg="del">
          <ac:chgData name="KACHOUR Maher" userId="09775c39-7739-40bf-ba04-c8ef3ab24a94" providerId="ADAL" clId="{BEAA4BC1-7FAE-4519-B624-8E6554632EBD}" dt="2021-10-14T13:25:16.956" v="220" actId="478"/>
          <ac:picMkLst>
            <pc:docMk/>
            <pc:sldMk cId="3573732356" sldId="296"/>
            <ac:picMk id="5" creationId="{74F018CD-E332-47B5-B5F1-014A51B449F1}"/>
          </ac:picMkLst>
        </pc:picChg>
        <pc:picChg chg="del">
          <ac:chgData name="KACHOUR Maher" userId="09775c39-7739-40bf-ba04-c8ef3ab24a94" providerId="ADAL" clId="{BEAA4BC1-7FAE-4519-B624-8E6554632EBD}" dt="2021-10-14T13:25:19.042" v="221" actId="478"/>
          <ac:picMkLst>
            <pc:docMk/>
            <pc:sldMk cId="3573732356" sldId="296"/>
            <ac:picMk id="8" creationId="{716207A5-39BD-4DC0-9B6E-9C67B8A8DEA9}"/>
          </ac:picMkLst>
        </pc:picChg>
      </pc:sldChg>
      <pc:sldChg chg="new del">
        <pc:chgData name="KACHOUR Maher" userId="09775c39-7739-40bf-ba04-c8ef3ab24a94" providerId="ADAL" clId="{BEAA4BC1-7FAE-4519-B624-8E6554632EBD}" dt="2021-10-14T13:46:03.382" v="297" actId="47"/>
        <pc:sldMkLst>
          <pc:docMk/>
          <pc:sldMk cId="1309226118" sldId="297"/>
        </pc:sldMkLst>
      </pc:sldChg>
      <pc:sldChg chg="addSp delSp modSp new mod">
        <pc:chgData name="KACHOUR Maher" userId="09775c39-7739-40bf-ba04-c8ef3ab24a94" providerId="ADAL" clId="{BEAA4BC1-7FAE-4519-B624-8E6554632EBD}" dt="2021-10-14T13:45:49.277" v="296" actId="14100"/>
        <pc:sldMkLst>
          <pc:docMk/>
          <pc:sldMk cId="4267137901" sldId="298"/>
        </pc:sldMkLst>
        <pc:spChg chg="del">
          <ac:chgData name="KACHOUR Maher" userId="09775c39-7739-40bf-ba04-c8ef3ab24a94" providerId="ADAL" clId="{BEAA4BC1-7FAE-4519-B624-8E6554632EBD}" dt="2021-10-14T13:44:20.489" v="276" actId="478"/>
          <ac:spMkLst>
            <pc:docMk/>
            <pc:sldMk cId="4267137901" sldId="298"/>
            <ac:spMk id="2" creationId="{890787E1-E442-401A-ACEC-7E0DFDCC9A7E}"/>
          </ac:spMkLst>
        </pc:spChg>
        <pc:spChg chg="del">
          <ac:chgData name="KACHOUR Maher" userId="09775c39-7739-40bf-ba04-c8ef3ab24a94" providerId="ADAL" clId="{BEAA4BC1-7FAE-4519-B624-8E6554632EBD}" dt="2021-10-14T13:44:24.085" v="277" actId="478"/>
          <ac:spMkLst>
            <pc:docMk/>
            <pc:sldMk cId="4267137901" sldId="298"/>
            <ac:spMk id="3" creationId="{89581B14-077F-400D-8F4B-FE826C9A1D4D}"/>
          </ac:spMkLst>
        </pc:spChg>
        <pc:spChg chg="add mod">
          <ac:chgData name="KACHOUR Maher" userId="09775c39-7739-40bf-ba04-c8ef3ab24a94" providerId="ADAL" clId="{BEAA4BC1-7FAE-4519-B624-8E6554632EBD}" dt="2021-10-14T13:44:49.931" v="282" actId="790"/>
          <ac:spMkLst>
            <pc:docMk/>
            <pc:sldMk cId="4267137901" sldId="298"/>
            <ac:spMk id="4" creationId="{438FFB6A-8ED5-4CFA-A61F-9EEEEA2B8C93}"/>
          </ac:spMkLst>
        </pc:spChg>
        <pc:picChg chg="add mod">
          <ac:chgData name="KACHOUR Maher" userId="09775c39-7739-40bf-ba04-c8ef3ab24a94" providerId="ADAL" clId="{BEAA4BC1-7FAE-4519-B624-8E6554632EBD}" dt="2021-10-14T13:45:24.947" v="289" actId="1076"/>
          <ac:picMkLst>
            <pc:docMk/>
            <pc:sldMk cId="4267137901" sldId="298"/>
            <ac:picMk id="5" creationId="{F4882396-1AA4-43EB-A30D-42BCC50131A3}"/>
          </ac:picMkLst>
        </pc:picChg>
        <pc:picChg chg="add mod">
          <ac:chgData name="KACHOUR Maher" userId="09775c39-7739-40bf-ba04-c8ef3ab24a94" providerId="ADAL" clId="{BEAA4BC1-7FAE-4519-B624-8E6554632EBD}" dt="2021-10-14T13:45:49.277" v="296" actId="14100"/>
          <ac:picMkLst>
            <pc:docMk/>
            <pc:sldMk cId="4267137901" sldId="298"/>
            <ac:picMk id="6" creationId="{D9F875F3-1E8A-4E2C-871E-AB881101D362}"/>
          </ac:picMkLst>
        </pc:picChg>
      </pc:sldChg>
      <pc:sldChg chg="modSp add mod">
        <pc:chgData name="KACHOUR Maher" userId="09775c39-7739-40bf-ba04-c8ef3ab24a94" providerId="ADAL" clId="{BEAA4BC1-7FAE-4519-B624-8E6554632EBD}" dt="2021-10-14T13:49:05.350" v="368"/>
        <pc:sldMkLst>
          <pc:docMk/>
          <pc:sldMk cId="3150269305" sldId="299"/>
        </pc:sldMkLst>
        <pc:spChg chg="mod">
          <ac:chgData name="KACHOUR Maher" userId="09775c39-7739-40bf-ba04-c8ef3ab24a94" providerId="ADAL" clId="{BEAA4BC1-7FAE-4519-B624-8E6554632EBD}" dt="2021-10-14T13:47:13.463" v="302" actId="790"/>
          <ac:spMkLst>
            <pc:docMk/>
            <pc:sldMk cId="3150269305" sldId="299"/>
            <ac:spMk id="2" creationId="{FA41B47A-EB61-4D5C-864F-D1A46B853A92}"/>
          </ac:spMkLst>
        </pc:spChg>
        <pc:spChg chg="mod">
          <ac:chgData name="KACHOUR Maher" userId="09775c39-7739-40bf-ba04-c8ef3ab24a94" providerId="ADAL" clId="{BEAA4BC1-7FAE-4519-B624-8E6554632EBD}" dt="2021-10-14T13:49:05.350" v="368"/>
          <ac:spMkLst>
            <pc:docMk/>
            <pc:sldMk cId="3150269305" sldId="299"/>
            <ac:spMk id="3" creationId="{5B3F578E-58E2-4F8D-B15B-FE1473B5FFFC}"/>
          </ac:spMkLst>
        </pc:spChg>
        <pc:graphicFrameChg chg="mod modGraphic">
          <ac:chgData name="KACHOUR Maher" userId="09775c39-7739-40bf-ba04-c8ef3ab24a94" providerId="ADAL" clId="{BEAA4BC1-7FAE-4519-B624-8E6554632EBD}" dt="2021-10-14T13:47:55.533" v="314" actId="1076"/>
          <ac:graphicFrameMkLst>
            <pc:docMk/>
            <pc:sldMk cId="3150269305" sldId="299"/>
            <ac:graphicFrameMk id="4" creationId="{9BFD17B1-4CF9-46F2-8F3B-77E550FEA4BD}"/>
          </ac:graphicFrameMkLst>
        </pc:graphicFrameChg>
      </pc:sldChg>
      <pc:sldChg chg="addSp delSp modSp add mod">
        <pc:chgData name="KACHOUR Maher" userId="09775c39-7739-40bf-ba04-c8ef3ab24a94" providerId="ADAL" clId="{BEAA4BC1-7FAE-4519-B624-8E6554632EBD}" dt="2021-10-14T13:56:32.641" v="374" actId="14100"/>
        <pc:sldMkLst>
          <pc:docMk/>
          <pc:sldMk cId="4273408305" sldId="300"/>
        </pc:sldMkLst>
        <pc:spChg chg="mod">
          <ac:chgData name="KACHOUR Maher" userId="09775c39-7739-40bf-ba04-c8ef3ab24a94" providerId="ADAL" clId="{BEAA4BC1-7FAE-4519-B624-8E6554632EBD}" dt="2021-10-14T13:55:49.681" v="371"/>
          <ac:spMkLst>
            <pc:docMk/>
            <pc:sldMk cId="4273408305" sldId="300"/>
            <ac:spMk id="3" creationId="{F63BDC8B-3BBE-45AA-AA92-F1E6DF4DDD1A}"/>
          </ac:spMkLst>
        </pc:spChg>
        <pc:picChg chg="add mod">
          <ac:chgData name="KACHOUR Maher" userId="09775c39-7739-40bf-ba04-c8ef3ab24a94" providerId="ADAL" clId="{BEAA4BC1-7FAE-4519-B624-8E6554632EBD}" dt="2021-10-14T13:56:32.641" v="374" actId="14100"/>
          <ac:picMkLst>
            <pc:docMk/>
            <pc:sldMk cId="4273408305" sldId="300"/>
            <ac:picMk id="5" creationId="{FB335443-DCBE-4264-B6C4-C37BAD9C03F2}"/>
          </ac:picMkLst>
        </pc:picChg>
        <pc:picChg chg="del">
          <ac:chgData name="KACHOUR Maher" userId="09775c39-7739-40bf-ba04-c8ef3ab24a94" providerId="ADAL" clId="{BEAA4BC1-7FAE-4519-B624-8E6554632EBD}" dt="2021-10-14T13:54:58.792" v="370" actId="478"/>
          <ac:picMkLst>
            <pc:docMk/>
            <pc:sldMk cId="4273408305" sldId="300"/>
            <ac:picMk id="6" creationId="{9584B911-4480-4EFF-B420-4791E5E0EC50}"/>
          </ac:picMkLst>
        </pc:picChg>
      </pc:sldChg>
    </pc:docChg>
  </pc:docChgLst>
  <pc:docChgLst>
    <pc:chgData name="KACHOUR Maher" userId="09775c39-7739-40bf-ba04-c8ef3ab24a94" providerId="ADAL" clId="{62A78C8E-088D-42D6-A319-D2B885105629}"/>
    <pc:docChg chg="custSel addSld delSld modSld sldOrd">
      <pc:chgData name="KACHOUR Maher" userId="09775c39-7739-40bf-ba04-c8ef3ab24a94" providerId="ADAL" clId="{62A78C8E-088D-42D6-A319-D2B885105629}" dt="2021-10-14T14:06:45.985" v="48" actId="47"/>
      <pc:docMkLst>
        <pc:docMk/>
      </pc:docMkLst>
      <pc:sldChg chg="del">
        <pc:chgData name="KACHOUR Maher" userId="09775c39-7739-40bf-ba04-c8ef3ab24a94" providerId="ADAL" clId="{62A78C8E-088D-42D6-A319-D2B885105629}" dt="2021-10-14T14:06:01.938" v="30" actId="47"/>
        <pc:sldMkLst>
          <pc:docMk/>
          <pc:sldMk cId="1005798455" sldId="280"/>
        </pc:sldMkLst>
      </pc:sldChg>
      <pc:sldChg chg="del">
        <pc:chgData name="KACHOUR Maher" userId="09775c39-7739-40bf-ba04-c8ef3ab24a94" providerId="ADAL" clId="{62A78C8E-088D-42D6-A319-D2B885105629}" dt="2021-10-14T14:06:24.091" v="39" actId="47"/>
        <pc:sldMkLst>
          <pc:docMk/>
          <pc:sldMk cId="3162437538" sldId="282"/>
        </pc:sldMkLst>
      </pc:sldChg>
      <pc:sldChg chg="del">
        <pc:chgData name="KACHOUR Maher" userId="09775c39-7739-40bf-ba04-c8ef3ab24a94" providerId="ADAL" clId="{62A78C8E-088D-42D6-A319-D2B885105629}" dt="2021-10-14T14:06:26.482" v="40" actId="47"/>
        <pc:sldMkLst>
          <pc:docMk/>
          <pc:sldMk cId="34925008" sldId="283"/>
        </pc:sldMkLst>
      </pc:sldChg>
      <pc:sldChg chg="del">
        <pc:chgData name="KACHOUR Maher" userId="09775c39-7739-40bf-ba04-c8ef3ab24a94" providerId="ADAL" clId="{62A78C8E-088D-42D6-A319-D2B885105629}" dt="2021-10-14T14:06:36.057" v="44" actId="47"/>
        <pc:sldMkLst>
          <pc:docMk/>
          <pc:sldMk cId="1991513961" sldId="288"/>
        </pc:sldMkLst>
      </pc:sldChg>
      <pc:sldChg chg="del">
        <pc:chgData name="KACHOUR Maher" userId="09775c39-7739-40bf-ba04-c8ef3ab24a94" providerId="ADAL" clId="{62A78C8E-088D-42D6-A319-D2B885105629}" dt="2021-10-14T14:06:45.985" v="48" actId="47"/>
        <pc:sldMkLst>
          <pc:docMk/>
          <pc:sldMk cId="2034375299" sldId="289"/>
        </pc:sldMkLst>
      </pc:sldChg>
      <pc:sldChg chg="del">
        <pc:chgData name="KACHOUR Maher" userId="09775c39-7739-40bf-ba04-c8ef3ab24a94" providerId="ADAL" clId="{62A78C8E-088D-42D6-A319-D2B885105629}" dt="2021-10-14T14:05:11.921" v="11" actId="47"/>
        <pc:sldMkLst>
          <pc:docMk/>
          <pc:sldMk cId="3230167694" sldId="290"/>
        </pc:sldMkLst>
      </pc:sldChg>
      <pc:sldChg chg="del">
        <pc:chgData name="KACHOUR Maher" userId="09775c39-7739-40bf-ba04-c8ef3ab24a94" providerId="ADAL" clId="{62A78C8E-088D-42D6-A319-D2B885105629}" dt="2021-10-14T14:05:14.328" v="12" actId="47"/>
        <pc:sldMkLst>
          <pc:docMk/>
          <pc:sldMk cId="3172704546" sldId="291"/>
        </pc:sldMkLst>
      </pc:sldChg>
      <pc:sldChg chg="del">
        <pc:chgData name="KACHOUR Maher" userId="09775c39-7739-40bf-ba04-c8ef3ab24a94" providerId="ADAL" clId="{62A78C8E-088D-42D6-A319-D2B885105629}" dt="2021-10-14T14:05:37.405" v="20" actId="47"/>
        <pc:sldMkLst>
          <pc:docMk/>
          <pc:sldMk cId="2124052879" sldId="295"/>
        </pc:sldMkLst>
      </pc:sldChg>
      <pc:sldChg chg="del">
        <pc:chgData name="KACHOUR Maher" userId="09775c39-7739-40bf-ba04-c8ef3ab24a94" providerId="ADAL" clId="{62A78C8E-088D-42D6-A319-D2B885105629}" dt="2021-10-14T14:05:43.283" v="22" actId="47"/>
        <pc:sldMkLst>
          <pc:docMk/>
          <pc:sldMk cId="3573732356" sldId="296"/>
        </pc:sldMkLst>
      </pc:sldChg>
      <pc:sldChg chg="del">
        <pc:chgData name="KACHOUR Maher" userId="09775c39-7739-40bf-ba04-c8ef3ab24a94" providerId="ADAL" clId="{62A78C8E-088D-42D6-A319-D2B885105629}" dt="2021-10-14T14:06:01.038" v="29" actId="47"/>
        <pc:sldMkLst>
          <pc:docMk/>
          <pc:sldMk cId="4267137901" sldId="298"/>
        </pc:sldMkLst>
      </pc:sldChg>
      <pc:sldChg chg="addSp delSp modSp new mod">
        <pc:chgData name="KACHOUR Maher" userId="09775c39-7739-40bf-ba04-c8ef3ab24a94" providerId="ADAL" clId="{62A78C8E-088D-42D6-A319-D2B885105629}" dt="2021-10-14T14:05:00.262" v="7" actId="208"/>
        <pc:sldMkLst>
          <pc:docMk/>
          <pc:sldMk cId="1678193593" sldId="301"/>
        </pc:sldMkLst>
        <pc:spChg chg="mod">
          <ac:chgData name="KACHOUR Maher" userId="09775c39-7739-40bf-ba04-c8ef3ab24a94" providerId="ADAL" clId="{62A78C8E-088D-42D6-A319-D2B885105629}" dt="2021-10-14T14:04:42.100" v="4" actId="20577"/>
          <ac:spMkLst>
            <pc:docMk/>
            <pc:sldMk cId="1678193593" sldId="301"/>
            <ac:spMk id="2" creationId="{EB177E9E-3AF1-41BA-9DEF-F7C7ABBC075E}"/>
          </ac:spMkLst>
        </pc:spChg>
        <pc:spChg chg="del">
          <ac:chgData name="KACHOUR Maher" userId="09775c39-7739-40bf-ba04-c8ef3ab24a94" providerId="ADAL" clId="{62A78C8E-088D-42D6-A319-D2B885105629}" dt="2021-10-14T14:04:46.627" v="5" actId="478"/>
          <ac:spMkLst>
            <pc:docMk/>
            <pc:sldMk cId="1678193593" sldId="301"/>
            <ac:spMk id="3" creationId="{09457E34-EDF1-40E9-B369-D33A9F1A02B7}"/>
          </ac:spMkLst>
        </pc:spChg>
        <pc:spChg chg="add mod">
          <ac:chgData name="KACHOUR Maher" userId="09775c39-7739-40bf-ba04-c8ef3ab24a94" providerId="ADAL" clId="{62A78C8E-088D-42D6-A319-D2B885105629}" dt="2021-10-14T14:05:00.262" v="7" actId="208"/>
          <ac:spMkLst>
            <pc:docMk/>
            <pc:sldMk cId="1678193593" sldId="301"/>
            <ac:spMk id="4" creationId="{1371EEB3-1473-4160-BB7E-CF41C8A0B696}"/>
          </ac:spMkLst>
        </pc:spChg>
      </pc:sldChg>
      <pc:sldChg chg="add ord">
        <pc:chgData name="KACHOUR Maher" userId="09775c39-7739-40bf-ba04-c8ef3ab24a94" providerId="ADAL" clId="{62A78C8E-088D-42D6-A319-D2B885105629}" dt="2021-10-14T14:05:09.684" v="10"/>
        <pc:sldMkLst>
          <pc:docMk/>
          <pc:sldMk cId="4052938209" sldId="302"/>
        </pc:sldMkLst>
      </pc:sldChg>
      <pc:sldChg chg="add">
        <pc:chgData name="KACHOUR Maher" userId="09775c39-7739-40bf-ba04-c8ef3ab24a94" providerId="ADAL" clId="{62A78C8E-088D-42D6-A319-D2B885105629}" dt="2021-10-14T14:05:17.594" v="13" actId="2890"/>
        <pc:sldMkLst>
          <pc:docMk/>
          <pc:sldMk cId="2570732821" sldId="303"/>
        </pc:sldMkLst>
      </pc:sldChg>
      <pc:sldChg chg="add ord">
        <pc:chgData name="KACHOUR Maher" userId="09775c39-7739-40bf-ba04-c8ef3ab24a94" providerId="ADAL" clId="{62A78C8E-088D-42D6-A319-D2B885105629}" dt="2021-10-14T14:05:23.123" v="16"/>
        <pc:sldMkLst>
          <pc:docMk/>
          <pc:sldMk cId="382072036" sldId="304"/>
        </pc:sldMkLst>
      </pc:sldChg>
      <pc:sldChg chg="add ord">
        <pc:chgData name="KACHOUR Maher" userId="09775c39-7739-40bf-ba04-c8ef3ab24a94" providerId="ADAL" clId="{62A78C8E-088D-42D6-A319-D2B885105629}" dt="2021-10-14T14:05:35.744" v="19"/>
        <pc:sldMkLst>
          <pc:docMk/>
          <pc:sldMk cId="3385886869" sldId="305"/>
        </pc:sldMkLst>
      </pc:sldChg>
      <pc:sldChg chg="add">
        <pc:chgData name="KACHOUR Maher" userId="09775c39-7739-40bf-ba04-c8ef3ab24a94" providerId="ADAL" clId="{62A78C8E-088D-42D6-A319-D2B885105629}" dt="2021-10-14T14:05:41.375" v="21" actId="2890"/>
        <pc:sldMkLst>
          <pc:docMk/>
          <pc:sldMk cId="2892731072" sldId="306"/>
        </pc:sldMkLst>
      </pc:sldChg>
      <pc:sldChg chg="add ord">
        <pc:chgData name="KACHOUR Maher" userId="09775c39-7739-40bf-ba04-c8ef3ab24a94" providerId="ADAL" clId="{62A78C8E-088D-42D6-A319-D2B885105629}" dt="2021-10-14T14:05:51.207" v="25"/>
        <pc:sldMkLst>
          <pc:docMk/>
          <pc:sldMk cId="132767462" sldId="307"/>
        </pc:sldMkLst>
      </pc:sldChg>
      <pc:sldChg chg="add ord">
        <pc:chgData name="KACHOUR Maher" userId="09775c39-7739-40bf-ba04-c8ef3ab24a94" providerId="ADAL" clId="{62A78C8E-088D-42D6-A319-D2B885105629}" dt="2021-10-14T14:05:56.576" v="28"/>
        <pc:sldMkLst>
          <pc:docMk/>
          <pc:sldMk cId="1372255544" sldId="308"/>
        </pc:sldMkLst>
      </pc:sldChg>
      <pc:sldChg chg="add ord">
        <pc:chgData name="KACHOUR Maher" userId="09775c39-7739-40bf-ba04-c8ef3ab24a94" providerId="ADAL" clId="{62A78C8E-088D-42D6-A319-D2B885105629}" dt="2021-10-14T14:06:07.605" v="33"/>
        <pc:sldMkLst>
          <pc:docMk/>
          <pc:sldMk cId="2368958057" sldId="309"/>
        </pc:sldMkLst>
      </pc:sldChg>
      <pc:sldChg chg="add">
        <pc:chgData name="KACHOUR Maher" userId="09775c39-7739-40bf-ba04-c8ef3ab24a94" providerId="ADAL" clId="{62A78C8E-088D-42D6-A319-D2B885105629}" dt="2021-10-14T14:06:09.841" v="34" actId="2890"/>
        <pc:sldMkLst>
          <pc:docMk/>
          <pc:sldMk cId="1990609445" sldId="310"/>
        </pc:sldMkLst>
      </pc:sldChg>
      <pc:sldChg chg="add ord">
        <pc:chgData name="KACHOUR Maher" userId="09775c39-7739-40bf-ba04-c8ef3ab24a94" providerId="ADAL" clId="{62A78C8E-088D-42D6-A319-D2B885105629}" dt="2021-10-14T14:06:15.512" v="37"/>
        <pc:sldMkLst>
          <pc:docMk/>
          <pc:sldMk cId="1296806268" sldId="311"/>
        </pc:sldMkLst>
      </pc:sldChg>
      <pc:sldChg chg="add">
        <pc:chgData name="KACHOUR Maher" userId="09775c39-7739-40bf-ba04-c8ef3ab24a94" providerId="ADAL" clId="{62A78C8E-088D-42D6-A319-D2B885105629}" dt="2021-10-14T14:06:21.839" v="38" actId="2890"/>
        <pc:sldMkLst>
          <pc:docMk/>
          <pc:sldMk cId="377760979" sldId="312"/>
        </pc:sldMkLst>
      </pc:sldChg>
      <pc:sldChg chg="add ord">
        <pc:chgData name="KACHOUR Maher" userId="09775c39-7739-40bf-ba04-c8ef3ab24a94" providerId="ADAL" clId="{62A78C8E-088D-42D6-A319-D2B885105629}" dt="2021-10-14T14:06:33.921" v="43"/>
        <pc:sldMkLst>
          <pc:docMk/>
          <pc:sldMk cId="1810311830" sldId="313"/>
        </pc:sldMkLst>
      </pc:sldChg>
      <pc:sldChg chg="add ord">
        <pc:chgData name="KACHOUR Maher" userId="09775c39-7739-40bf-ba04-c8ef3ab24a94" providerId="ADAL" clId="{62A78C8E-088D-42D6-A319-D2B885105629}" dt="2021-10-14T14:06:43.902" v="47"/>
        <pc:sldMkLst>
          <pc:docMk/>
          <pc:sldMk cId="1971902809" sldId="31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8582E2-60D7-40E7-AECB-CED9E7320F8D}"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p:cNvGrpSpPr/>
        <p:nvPr/>
      </p:nvGrpSpPr>
      <p:grpSpPr>
        <a:xfrm>
          <a:off x="0" y="0"/>
          <a:ext cx="0" cy="0"/>
          <a:chOff x="0" y="0"/>
          <a:chExt cx="0" cy="0"/>
        </a:xfrm>
      </p:grpSpPr>
      <p:pic>
        <p:nvPicPr>
          <p:cNvPr id="1438" name="Picture 414" descr="C:\Users\Tom\AppData\Local\Microsoft\Windows\Temporary Internet Files\Content.IE5\54P6HUVA\MPj04385580000[1].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Sous-titre 2"/>
          <p:cNvSpPr>
            <a:spLocks noGrp="1"/>
          </p:cNvSpPr>
          <p:nvPr>
            <p:ph type="subTitle" idx="1"/>
          </p:nvPr>
        </p:nvSpPr>
        <p:spPr/>
        <p:txBody>
          <a:bodyPr/>
          <a:lstStyle/>
          <a:p>
            <a:r>
              <a:rPr lang="fr-FR" dirty="0">
                <a:solidFill>
                  <a:schemeClr val="tx1"/>
                </a:solidFill>
                <a:latin typeface="Cambria" panose="02040503050406030204" pitchFamily="18" charset="0"/>
                <a:ea typeface="Cambria" panose="02040503050406030204" pitchFamily="18" charset="0"/>
              </a:rPr>
              <a:t>Session 2 </a:t>
            </a:r>
          </a:p>
          <a:p>
            <a:r>
              <a:rPr lang="fr-FR" dirty="0">
                <a:solidFill>
                  <a:schemeClr val="tx1"/>
                </a:solidFill>
                <a:latin typeface="Cambria" panose="02040503050406030204" pitchFamily="18" charset="0"/>
                <a:ea typeface="Cambria" panose="02040503050406030204" pitchFamily="18" charset="0"/>
              </a:rPr>
              <a:t>M. Kachour</a:t>
            </a:r>
          </a:p>
        </p:txBody>
      </p:sp>
      <p:sp>
        <p:nvSpPr>
          <p:cNvPr id="2" name="Titre 1"/>
          <p:cNvSpPr>
            <a:spLocks noGrp="1"/>
          </p:cNvSpPr>
          <p:nvPr>
            <p:ph type="ctrTitle"/>
          </p:nvPr>
        </p:nvSpPr>
        <p:spPr/>
        <p:txBody>
          <a:bodyPr/>
          <a:lstStyle/>
          <a:p>
            <a:r>
              <a:rPr lang="en-AU" dirty="0">
                <a:latin typeface="Cambria" panose="02040503050406030204" pitchFamily="18" charset="0"/>
                <a:ea typeface="Cambria" panose="02040503050406030204" pitchFamily="18" charset="0"/>
              </a:rPr>
              <a:t>Data Description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897A50-0854-4ACC-9469-1C4B787E3B1C}"/>
              </a:ext>
            </a:extLst>
          </p:cNvPr>
          <p:cNvSpPr>
            <a:spLocks noGrp="1"/>
          </p:cNvSpPr>
          <p:nvPr>
            <p:ph type="title"/>
          </p:nvPr>
        </p:nvSpPr>
        <p:spPr/>
        <p:txBody>
          <a:bodyPr>
            <a:normAutofit fontScale="90000"/>
          </a:bodyPr>
          <a:lstStyle/>
          <a:p>
            <a:r>
              <a:rPr lang="en-ZA" dirty="0">
                <a:latin typeface="Cambria" panose="02040503050406030204" pitchFamily="18" charset="0"/>
                <a:ea typeface="Cambria" panose="02040503050406030204" pitchFamily="18" charset="0"/>
              </a:rPr>
              <a:t>Graphical representation of data</a:t>
            </a:r>
            <a:r>
              <a:rPr lang="fr-FR" dirty="0">
                <a:latin typeface="Cambria" panose="02040503050406030204" pitchFamily="18" charset="0"/>
                <a:ea typeface="Cambria" panose="02040503050406030204" pitchFamily="18" charset="0"/>
              </a:rPr>
              <a:t>
</a:t>
            </a:r>
          </a:p>
        </p:txBody>
      </p:sp>
      <p:sp>
        <p:nvSpPr>
          <p:cNvPr id="3" name="Espace réservé du contenu 2">
            <a:extLst>
              <a:ext uri="{FF2B5EF4-FFF2-40B4-BE49-F238E27FC236}">
                <a16:creationId xmlns:a16="http://schemas.microsoft.com/office/drawing/2014/main" id="{C79845DC-555F-44E1-9A4C-2B31A5F11871}"/>
              </a:ext>
            </a:extLst>
          </p:cNvPr>
          <p:cNvSpPr>
            <a:spLocks noGrp="1"/>
          </p:cNvSpPr>
          <p:nvPr>
            <p:ph idx="1"/>
          </p:nvPr>
        </p:nvSpPr>
        <p:spPr/>
        <p:txBody>
          <a:bodyPr>
            <a:normAutofit/>
          </a:bodyPr>
          <a:lstStyle/>
          <a:p>
            <a:pPr marL="0" indent="0">
              <a:buNone/>
            </a:pPr>
            <a:r>
              <a:rPr lang="en-US" sz="1800" dirty="0">
                <a:latin typeface="Cambria" panose="02040503050406030204" pitchFamily="18" charset="0"/>
                <a:ea typeface="Cambria" panose="02040503050406030204" pitchFamily="18" charset="0"/>
              </a:rPr>
              <a:t>The case of data from a qualitative variable </a:t>
            </a:r>
            <a:r>
              <a:rPr lang="fr-FR" sz="1800" dirty="0">
                <a:latin typeface="Cambria" panose="02040503050406030204" pitchFamily="18" charset="0"/>
                <a:ea typeface="Cambria" panose="02040503050406030204" pitchFamily="18" charset="0"/>
              </a:rPr>
              <a:t>:</a:t>
            </a:r>
          </a:p>
          <a:p>
            <a:pPr>
              <a:buFont typeface="Wingdings" panose="05000000000000000000" pitchFamily="2" charset="2"/>
              <a:buChar char="q"/>
            </a:pPr>
            <a:r>
              <a:rPr lang="fr-FR" sz="1800" dirty="0">
                <a:latin typeface="Cambria" panose="02040503050406030204" pitchFamily="18" charset="0"/>
                <a:ea typeface="Cambria" panose="02040503050406030204" pitchFamily="18" charset="0"/>
              </a:rPr>
              <a:t> The bar chart </a:t>
            </a:r>
          </a:p>
          <a:p>
            <a:pPr>
              <a:buFont typeface="Wingdings" panose="05000000000000000000" pitchFamily="2" charset="2"/>
              <a:buChar char="q"/>
            </a:pPr>
            <a:endParaRPr lang="fr-FR" sz="1800" dirty="0">
              <a:latin typeface="Cambria" panose="02040503050406030204" pitchFamily="18" charset="0"/>
              <a:ea typeface="Cambria" panose="02040503050406030204" pitchFamily="18" charset="0"/>
            </a:endParaRPr>
          </a:p>
          <a:p>
            <a:pPr marL="0" indent="0">
              <a:buNone/>
            </a:pPr>
            <a:endParaRPr lang="fr-FR" sz="1800" dirty="0">
              <a:latin typeface="Cambria" panose="02040503050406030204" pitchFamily="18" charset="0"/>
              <a:ea typeface="Cambria" panose="02040503050406030204" pitchFamily="18" charset="0"/>
            </a:endParaRPr>
          </a:p>
          <a:p>
            <a:pPr marL="0" indent="0">
              <a:buNone/>
            </a:pPr>
            <a:endParaRPr lang="fr-FR" sz="1800" dirty="0">
              <a:latin typeface="Cambria" panose="02040503050406030204" pitchFamily="18" charset="0"/>
              <a:ea typeface="Cambria" panose="02040503050406030204" pitchFamily="18" charset="0"/>
            </a:endParaRPr>
          </a:p>
          <a:p>
            <a:pPr marL="0" indent="0">
              <a:buNone/>
            </a:pPr>
            <a:endParaRPr lang="fr-FR" sz="1800" dirty="0">
              <a:latin typeface="Cambria" panose="02040503050406030204" pitchFamily="18" charset="0"/>
              <a:ea typeface="Cambria" panose="02040503050406030204" pitchFamily="18" charset="0"/>
            </a:endParaRPr>
          </a:p>
          <a:p>
            <a:pPr marL="0" indent="0">
              <a:buNone/>
            </a:pPr>
            <a:endParaRPr lang="fr-FR" sz="18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fr-FR" sz="1800" dirty="0">
                <a:latin typeface="Cambria" panose="02040503050406030204" pitchFamily="18" charset="0"/>
                <a:ea typeface="Cambria" panose="02040503050406030204" pitchFamily="18" charset="0"/>
              </a:rPr>
              <a:t>The pie chart</a:t>
            </a:r>
          </a:p>
        </p:txBody>
      </p:sp>
      <p:pic>
        <p:nvPicPr>
          <p:cNvPr id="6" name="Image 5">
            <a:extLst>
              <a:ext uri="{FF2B5EF4-FFF2-40B4-BE49-F238E27FC236}">
                <a16:creationId xmlns:a16="http://schemas.microsoft.com/office/drawing/2014/main" id="{4E82C18B-E4F9-4805-893B-AEA7099DBAAC}"/>
              </a:ext>
            </a:extLst>
          </p:cNvPr>
          <p:cNvPicPr>
            <a:picLocks noChangeAspect="1"/>
          </p:cNvPicPr>
          <p:nvPr/>
        </p:nvPicPr>
        <p:blipFill rotWithShape="1">
          <a:blip r:embed="rId2"/>
          <a:srcRect l="27237" t="30400" r="28738" b="45648"/>
          <a:stretch/>
        </p:blipFill>
        <p:spPr>
          <a:xfrm>
            <a:off x="755576" y="2390667"/>
            <a:ext cx="4025660" cy="1231963"/>
          </a:xfrm>
          <a:prstGeom prst="rect">
            <a:avLst/>
          </a:prstGeom>
        </p:spPr>
      </p:pic>
      <p:grpSp>
        <p:nvGrpSpPr>
          <p:cNvPr id="13" name="Groupe 12">
            <a:extLst>
              <a:ext uri="{FF2B5EF4-FFF2-40B4-BE49-F238E27FC236}">
                <a16:creationId xmlns:a16="http://schemas.microsoft.com/office/drawing/2014/main" id="{4C510CC2-D23D-4F71-88C1-04C065378B04}"/>
              </a:ext>
            </a:extLst>
          </p:cNvPr>
          <p:cNvGrpSpPr/>
          <p:nvPr/>
        </p:nvGrpSpPr>
        <p:grpSpPr>
          <a:xfrm>
            <a:off x="571440" y="4528637"/>
            <a:ext cx="4422539" cy="1000761"/>
            <a:chOff x="571440" y="4528637"/>
            <a:chExt cx="4422539" cy="1000761"/>
          </a:xfrm>
        </p:grpSpPr>
        <p:pic>
          <p:nvPicPr>
            <p:cNvPr id="10" name="Image 9">
              <a:extLst>
                <a:ext uri="{FF2B5EF4-FFF2-40B4-BE49-F238E27FC236}">
                  <a16:creationId xmlns:a16="http://schemas.microsoft.com/office/drawing/2014/main" id="{B35D7B94-60C5-4073-A5F2-75CDC17AE306}"/>
                </a:ext>
              </a:extLst>
            </p:cNvPr>
            <p:cNvPicPr>
              <a:picLocks noChangeAspect="1"/>
            </p:cNvPicPr>
            <p:nvPr/>
          </p:nvPicPr>
          <p:blipFill rotWithShape="1">
            <a:blip r:embed="rId2"/>
            <a:srcRect l="26450" t="69133" r="29525" b="17838"/>
            <a:stretch/>
          </p:blipFill>
          <p:spPr>
            <a:xfrm>
              <a:off x="571440" y="4528637"/>
              <a:ext cx="4380307" cy="729163"/>
            </a:xfrm>
            <a:prstGeom prst="rect">
              <a:avLst/>
            </a:prstGeom>
          </p:spPr>
        </p:pic>
        <p:sp>
          <p:nvSpPr>
            <p:cNvPr id="12" name="Rectangle 11">
              <a:extLst>
                <a:ext uri="{FF2B5EF4-FFF2-40B4-BE49-F238E27FC236}">
                  <a16:creationId xmlns:a16="http://schemas.microsoft.com/office/drawing/2014/main" id="{CF0E0C4A-772A-4C6F-8524-3B62F20513E6}"/>
                </a:ext>
              </a:extLst>
            </p:cNvPr>
            <p:cNvSpPr/>
            <p:nvPr/>
          </p:nvSpPr>
          <p:spPr>
            <a:xfrm>
              <a:off x="2555776" y="5092488"/>
              <a:ext cx="2438203" cy="4369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4" name="Bulle narrative : ronde 3">
            <a:extLst>
              <a:ext uri="{FF2B5EF4-FFF2-40B4-BE49-F238E27FC236}">
                <a16:creationId xmlns:a16="http://schemas.microsoft.com/office/drawing/2014/main" id="{6A4A0999-DAF1-4594-95CA-B3FD48C6BA9F}"/>
              </a:ext>
            </a:extLst>
          </p:cNvPr>
          <p:cNvSpPr/>
          <p:nvPr/>
        </p:nvSpPr>
        <p:spPr>
          <a:xfrm>
            <a:off x="5724128" y="3501008"/>
            <a:ext cx="2520280" cy="1591480"/>
          </a:xfrm>
          <a:prstGeom prst="wedgeEllipseCallout">
            <a:avLst>
              <a:gd name="adj1" fmla="val -83003"/>
              <a:gd name="adj2" fmla="val 59471"/>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Image 13">
            <a:extLst>
              <a:ext uri="{FF2B5EF4-FFF2-40B4-BE49-F238E27FC236}">
                <a16:creationId xmlns:a16="http://schemas.microsoft.com/office/drawing/2014/main" id="{C2F1EF1A-C087-491A-B1A9-9455B3872CC5}"/>
              </a:ext>
            </a:extLst>
          </p:cNvPr>
          <p:cNvPicPr>
            <a:picLocks noChangeAspect="1"/>
          </p:cNvPicPr>
          <p:nvPr/>
        </p:nvPicPr>
        <p:blipFill>
          <a:blip r:embed="rId3"/>
          <a:stretch>
            <a:fillRect/>
          </a:stretch>
        </p:blipFill>
        <p:spPr>
          <a:xfrm>
            <a:off x="5971640" y="3841453"/>
            <a:ext cx="2025255" cy="910590"/>
          </a:xfrm>
          <a:prstGeom prst="rect">
            <a:avLst/>
          </a:prstGeom>
        </p:spPr>
      </p:pic>
    </p:spTree>
    <p:extLst>
      <p:ext uri="{BB962C8B-B14F-4D97-AF65-F5344CB8AC3E}">
        <p14:creationId xmlns:p14="http://schemas.microsoft.com/office/powerpoint/2010/main" val="1875685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177E9E-3AF1-41BA-9DEF-F7C7ABBC075E}"/>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1371EEB3-1473-4160-BB7E-CF41C8A0B696}"/>
              </a:ext>
            </a:extLst>
          </p:cNvPr>
          <p:cNvSpPr txBox="1"/>
          <p:nvPr/>
        </p:nvSpPr>
        <p:spPr>
          <a:xfrm>
            <a:off x="323528" y="1628800"/>
            <a:ext cx="8568952" cy="4824536"/>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1678193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11F764-5DB7-4B94-AC77-9A64DC794E06}"/>
              </a:ext>
            </a:extLst>
          </p:cNvPr>
          <p:cNvSpPr>
            <a:spLocks noGrp="1"/>
          </p:cNvSpPr>
          <p:nvPr>
            <p:ph type="title"/>
          </p:nvPr>
        </p:nvSpPr>
        <p:spPr>
          <a:xfrm>
            <a:off x="628649" y="291090"/>
            <a:ext cx="7886699" cy="932688"/>
          </a:xfrm>
        </p:spPr>
        <p:txBody>
          <a:bodyPr vert="horz" lIns="91440" tIns="45720" rIns="91440" bIns="45720" rtlCol="0" anchor="b">
            <a:normAutofit/>
          </a:bodyPr>
          <a:lstStyle/>
          <a:p>
            <a:pPr algn="l">
              <a:lnSpc>
                <a:spcPct val="90000"/>
              </a:lnSpc>
            </a:pPr>
            <a:r>
              <a:rPr lang="en-US" sz="4700" kern="1200" dirty="0">
                <a:solidFill>
                  <a:schemeClr val="tx1"/>
                </a:solidFill>
                <a:latin typeface="+mj-lt"/>
                <a:ea typeface="+mj-ea"/>
                <a:cs typeface="+mj-cs"/>
              </a:rPr>
              <a:t>Example </a:t>
            </a:r>
          </a:p>
        </p:txBody>
      </p:sp>
      <p:sp>
        <p:nvSpPr>
          <p:cNvPr id="6" name="Espace réservé du contenu 5">
            <a:extLst>
              <a:ext uri="{FF2B5EF4-FFF2-40B4-BE49-F238E27FC236}">
                <a16:creationId xmlns:a16="http://schemas.microsoft.com/office/drawing/2014/main" id="{6066338B-C7F7-4DB5-978B-8C2BD6C7D5AE}"/>
              </a:ext>
            </a:extLst>
          </p:cNvPr>
          <p:cNvSpPr>
            <a:spLocks noGrp="1"/>
          </p:cNvSpPr>
          <p:nvPr>
            <p:ph idx="1"/>
          </p:nvPr>
        </p:nvSpPr>
        <p:spPr/>
        <p:txBody>
          <a:bodyPr/>
          <a:lstStyle/>
          <a:p>
            <a:pPr marL="0" indent="0">
              <a:buNone/>
            </a:pPr>
            <a:r>
              <a:rPr lang="en-US" dirty="0"/>
              <a:t>The table below shows a country's budget 
</a:t>
            </a:r>
            <a:endParaRPr lang="fr-FR" dirty="0"/>
          </a:p>
        </p:txBody>
      </p:sp>
      <p:graphicFrame>
        <p:nvGraphicFramePr>
          <p:cNvPr id="7" name="Tableau 7">
            <a:extLst>
              <a:ext uri="{FF2B5EF4-FFF2-40B4-BE49-F238E27FC236}">
                <a16:creationId xmlns:a16="http://schemas.microsoft.com/office/drawing/2014/main" id="{1E8665D7-E1A3-4D0B-8409-16A5912FDDBC}"/>
              </a:ext>
            </a:extLst>
          </p:cNvPr>
          <p:cNvGraphicFramePr>
            <a:graphicFrameLocks noGrp="1"/>
          </p:cNvGraphicFramePr>
          <p:nvPr>
            <p:extLst>
              <p:ext uri="{D42A27DB-BD31-4B8C-83A1-F6EECF244321}">
                <p14:modId xmlns:p14="http://schemas.microsoft.com/office/powerpoint/2010/main" val="317720631"/>
              </p:ext>
            </p:extLst>
          </p:nvPr>
        </p:nvGraphicFramePr>
        <p:xfrm>
          <a:off x="1187624" y="2420888"/>
          <a:ext cx="6096000" cy="4206240"/>
        </p:xfrm>
        <a:graphic>
          <a:graphicData uri="http://schemas.openxmlformats.org/drawingml/2006/table">
            <a:tbl>
              <a:tblPr firstRow="1" bandRow="1">
                <a:tableStyleId>{5C22544A-7EE6-4342-B048-85BDC9FD1C3A}</a:tableStyleId>
              </a:tblPr>
              <a:tblGrid>
                <a:gridCol w="3384376">
                  <a:extLst>
                    <a:ext uri="{9D8B030D-6E8A-4147-A177-3AD203B41FA5}">
                      <a16:colId xmlns:a16="http://schemas.microsoft.com/office/drawing/2014/main" val="3657663472"/>
                    </a:ext>
                  </a:extLst>
                </a:gridCol>
                <a:gridCol w="2711624">
                  <a:extLst>
                    <a:ext uri="{9D8B030D-6E8A-4147-A177-3AD203B41FA5}">
                      <a16:colId xmlns:a16="http://schemas.microsoft.com/office/drawing/2014/main" val="3871635214"/>
                    </a:ext>
                  </a:extLst>
                </a:gridCol>
              </a:tblGrid>
              <a:tr h="580060">
                <a:tc>
                  <a:txBody>
                    <a:bodyPr/>
                    <a:lstStyle/>
                    <a:p>
                      <a:r>
                        <a:rPr lang="en-US" noProof="0"/>
                        <a:t>Source </a:t>
                      </a:r>
                    </a:p>
                  </a:txBody>
                  <a:tcPr/>
                </a:tc>
                <a:tc>
                  <a:txBody>
                    <a:bodyPr/>
                    <a:lstStyle/>
                    <a:p>
                      <a:r>
                        <a:rPr lang="en-US" noProof="0"/>
                        <a:t>Amount (billion)
</a:t>
                      </a:r>
                    </a:p>
                  </a:txBody>
                  <a:tcPr/>
                </a:tc>
                <a:extLst>
                  <a:ext uri="{0D108BD9-81ED-4DB2-BD59-A6C34878D82A}">
                    <a16:rowId xmlns:a16="http://schemas.microsoft.com/office/drawing/2014/main" val="2307806059"/>
                  </a:ext>
                </a:extLst>
              </a:tr>
              <a:tr h="336066">
                <a:tc>
                  <a:txBody>
                    <a:bodyPr/>
                    <a:lstStyle/>
                    <a:p>
                      <a:r>
                        <a:rPr lang="en-US" noProof="0" dirty="0"/>
                        <a:t>VAT</a:t>
                      </a:r>
                    </a:p>
                  </a:txBody>
                  <a:tcPr/>
                </a:tc>
                <a:tc>
                  <a:txBody>
                    <a:bodyPr/>
                    <a:lstStyle/>
                    <a:p>
                      <a:r>
                        <a:rPr lang="en-US" noProof="0"/>
                        <a:t>348</a:t>
                      </a:r>
                    </a:p>
                  </a:txBody>
                  <a:tcPr/>
                </a:tc>
                <a:extLst>
                  <a:ext uri="{0D108BD9-81ED-4DB2-BD59-A6C34878D82A}">
                    <a16:rowId xmlns:a16="http://schemas.microsoft.com/office/drawing/2014/main" val="676979014"/>
                  </a:ext>
                </a:extLst>
              </a:tr>
              <a:tr h="580060">
                <a:tc>
                  <a:txBody>
                    <a:bodyPr/>
                    <a:lstStyle/>
                    <a:p>
                      <a:r>
                        <a:rPr lang="en-US" noProof="0"/>
                        <a:t>Income taxes
</a:t>
                      </a:r>
                    </a:p>
                  </a:txBody>
                  <a:tcPr/>
                </a:tc>
                <a:tc>
                  <a:txBody>
                    <a:bodyPr/>
                    <a:lstStyle/>
                    <a:p>
                      <a:r>
                        <a:rPr lang="en-US" noProof="0"/>
                        <a:t>163</a:t>
                      </a:r>
                    </a:p>
                  </a:txBody>
                  <a:tcPr/>
                </a:tc>
                <a:extLst>
                  <a:ext uri="{0D108BD9-81ED-4DB2-BD59-A6C34878D82A}">
                    <a16:rowId xmlns:a16="http://schemas.microsoft.com/office/drawing/2014/main" val="1030427312"/>
                  </a:ext>
                </a:extLst>
              </a:tr>
              <a:tr h="580060">
                <a:tc>
                  <a:txBody>
                    <a:bodyPr/>
                    <a:lstStyle/>
                    <a:p>
                      <a:r>
                        <a:rPr lang="en-US" noProof="0"/>
                        <a:t>Corporate taxes
</a:t>
                      </a:r>
                    </a:p>
                  </a:txBody>
                  <a:tcPr/>
                </a:tc>
                <a:tc>
                  <a:txBody>
                    <a:bodyPr/>
                    <a:lstStyle/>
                    <a:p>
                      <a:r>
                        <a:rPr lang="en-US" noProof="0"/>
                        <a:t>71</a:t>
                      </a:r>
                    </a:p>
                  </a:txBody>
                  <a:tcPr/>
                </a:tc>
                <a:extLst>
                  <a:ext uri="{0D108BD9-81ED-4DB2-BD59-A6C34878D82A}">
                    <a16:rowId xmlns:a16="http://schemas.microsoft.com/office/drawing/2014/main" val="796633670"/>
                  </a:ext>
                </a:extLst>
              </a:tr>
              <a:tr h="580060">
                <a:tc>
                  <a:txBody>
                    <a:bodyPr/>
                    <a:lstStyle/>
                    <a:p>
                      <a:r>
                        <a:rPr lang="en-US" noProof="0"/>
                        <a:t>Taxes on petroleum products
</a:t>
                      </a:r>
                    </a:p>
                  </a:txBody>
                  <a:tcPr/>
                </a:tc>
                <a:tc>
                  <a:txBody>
                    <a:bodyPr/>
                    <a:lstStyle/>
                    <a:p>
                      <a:r>
                        <a:rPr lang="en-US" noProof="0"/>
                        <a:t>54</a:t>
                      </a:r>
                    </a:p>
                  </a:txBody>
                  <a:tcPr/>
                </a:tc>
                <a:extLst>
                  <a:ext uri="{0D108BD9-81ED-4DB2-BD59-A6C34878D82A}">
                    <a16:rowId xmlns:a16="http://schemas.microsoft.com/office/drawing/2014/main" val="3147400882"/>
                  </a:ext>
                </a:extLst>
              </a:tr>
              <a:tr h="580060">
                <a:tc>
                  <a:txBody>
                    <a:bodyPr/>
                    <a:lstStyle/>
                    <a:p>
                      <a:r>
                        <a:rPr lang="en-US" noProof="0"/>
                        <a:t>Other taxes 
</a:t>
                      </a:r>
                    </a:p>
                  </a:txBody>
                  <a:tcPr/>
                </a:tc>
                <a:tc>
                  <a:txBody>
                    <a:bodyPr/>
                    <a:lstStyle/>
                    <a:p>
                      <a:r>
                        <a:rPr lang="en-US" noProof="0"/>
                        <a:t>161</a:t>
                      </a:r>
                    </a:p>
                  </a:txBody>
                  <a:tcPr/>
                </a:tc>
                <a:extLst>
                  <a:ext uri="{0D108BD9-81ED-4DB2-BD59-A6C34878D82A}">
                    <a16:rowId xmlns:a16="http://schemas.microsoft.com/office/drawing/2014/main" val="162645995"/>
                  </a:ext>
                </a:extLst>
              </a:tr>
              <a:tr h="580060">
                <a:tc>
                  <a:txBody>
                    <a:bodyPr/>
                    <a:lstStyle/>
                    <a:p>
                      <a:r>
                        <a:rPr lang="en-US" noProof="0"/>
                        <a:t>Non-tax revenue
</a:t>
                      </a:r>
                    </a:p>
                  </a:txBody>
                  <a:tcPr/>
                </a:tc>
                <a:tc>
                  <a:txBody>
                    <a:bodyPr/>
                    <a:lstStyle/>
                    <a:p>
                      <a:r>
                        <a:rPr lang="en-US" noProof="0" dirty="0"/>
                        <a:t>41</a:t>
                      </a:r>
                    </a:p>
                  </a:txBody>
                  <a:tcPr/>
                </a:tc>
                <a:extLst>
                  <a:ext uri="{0D108BD9-81ED-4DB2-BD59-A6C34878D82A}">
                    <a16:rowId xmlns:a16="http://schemas.microsoft.com/office/drawing/2014/main" val="3251609534"/>
                  </a:ext>
                </a:extLst>
              </a:tr>
            </a:tbl>
          </a:graphicData>
        </a:graphic>
      </p:graphicFrame>
    </p:spTree>
    <p:extLst>
      <p:ext uri="{BB962C8B-B14F-4D97-AF65-F5344CB8AC3E}">
        <p14:creationId xmlns:p14="http://schemas.microsoft.com/office/powerpoint/2010/main" val="3707336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177E9E-3AF1-41BA-9DEF-F7C7ABBC075E}"/>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1371EEB3-1473-4160-BB7E-CF41C8A0B696}"/>
              </a:ext>
            </a:extLst>
          </p:cNvPr>
          <p:cNvSpPr txBox="1"/>
          <p:nvPr/>
        </p:nvSpPr>
        <p:spPr>
          <a:xfrm>
            <a:off x="323528" y="1628800"/>
            <a:ext cx="8568952" cy="4824536"/>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4052938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177E9E-3AF1-41BA-9DEF-F7C7ABBC075E}"/>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1371EEB3-1473-4160-BB7E-CF41C8A0B696}"/>
              </a:ext>
            </a:extLst>
          </p:cNvPr>
          <p:cNvSpPr txBox="1"/>
          <p:nvPr/>
        </p:nvSpPr>
        <p:spPr>
          <a:xfrm>
            <a:off x="323528" y="1628800"/>
            <a:ext cx="8568952" cy="4824536"/>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2570732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CB118A-A31E-488A-B655-E144CC01BD62}"/>
              </a:ext>
            </a:extLst>
          </p:cNvPr>
          <p:cNvSpPr>
            <a:spLocks noGrp="1"/>
          </p:cNvSpPr>
          <p:nvPr>
            <p:ph type="title"/>
          </p:nvPr>
        </p:nvSpPr>
        <p:spPr/>
        <p:txBody>
          <a:bodyPr>
            <a:normAutofit fontScale="90000"/>
          </a:bodyPr>
          <a:lstStyle/>
          <a:p>
            <a:r>
              <a:rPr lang="en-ZA" dirty="0">
                <a:latin typeface="Cambria" panose="02040503050406030204" pitchFamily="18" charset="0"/>
                <a:ea typeface="Cambria" panose="02040503050406030204" pitchFamily="18" charset="0"/>
              </a:rPr>
              <a:t>Graphical representation of data</a:t>
            </a:r>
            <a:r>
              <a:rPr lang="fr-FR" dirty="0">
                <a:latin typeface="Cambria" panose="02040503050406030204" pitchFamily="18" charset="0"/>
                <a:ea typeface="Cambria" panose="02040503050406030204" pitchFamily="18" charset="0"/>
              </a:rPr>
              <a:t>
</a:t>
            </a:r>
            <a:endParaRPr lang="fr-FR" dirty="0"/>
          </a:p>
        </p:txBody>
      </p:sp>
      <p:sp>
        <p:nvSpPr>
          <p:cNvPr id="3" name="Espace réservé du contenu 2">
            <a:extLst>
              <a:ext uri="{FF2B5EF4-FFF2-40B4-BE49-F238E27FC236}">
                <a16:creationId xmlns:a16="http://schemas.microsoft.com/office/drawing/2014/main" id="{CD23C7A6-D9A0-4598-B56E-17701BC7DD01}"/>
              </a:ext>
            </a:extLst>
          </p:cNvPr>
          <p:cNvSpPr>
            <a:spLocks noGrp="1"/>
          </p:cNvSpPr>
          <p:nvPr>
            <p:ph idx="1"/>
          </p:nvPr>
        </p:nvSpPr>
        <p:spPr>
          <a:xfrm>
            <a:off x="0" y="1446238"/>
            <a:ext cx="8229600" cy="4525963"/>
          </a:xfrm>
        </p:spPr>
        <p:txBody>
          <a:bodyPr>
            <a:normAutofit/>
          </a:bodyPr>
          <a:lstStyle/>
          <a:p>
            <a:pPr marL="0" indent="0">
              <a:buNone/>
            </a:pPr>
            <a:r>
              <a:rPr lang="en-US" sz="2000" dirty="0">
                <a:latin typeface="Cambria" panose="02040503050406030204" pitchFamily="18" charset="0"/>
                <a:ea typeface="Cambria" panose="02040503050406030204" pitchFamily="18" charset="0"/>
              </a:rPr>
              <a:t>The case of data from a discrete variable 
</a:t>
            </a:r>
            <a:endParaRPr lang="fr-FR" sz="2000" dirty="0">
              <a:latin typeface="Cambria" panose="02040503050406030204" pitchFamily="18" charset="0"/>
              <a:ea typeface="Cambria" panose="02040503050406030204" pitchFamily="18" charset="0"/>
            </a:endParaRPr>
          </a:p>
        </p:txBody>
      </p:sp>
      <p:pic>
        <p:nvPicPr>
          <p:cNvPr id="6" name="Image 5">
            <a:extLst>
              <a:ext uri="{FF2B5EF4-FFF2-40B4-BE49-F238E27FC236}">
                <a16:creationId xmlns:a16="http://schemas.microsoft.com/office/drawing/2014/main" id="{284117BE-71E2-4257-81AB-59477DE0DE5C}"/>
              </a:ext>
            </a:extLst>
          </p:cNvPr>
          <p:cNvPicPr>
            <a:picLocks noChangeAspect="1"/>
          </p:cNvPicPr>
          <p:nvPr/>
        </p:nvPicPr>
        <p:blipFill rotWithShape="1">
          <a:blip r:embed="rId2"/>
          <a:srcRect l="23613" t="28388" r="27149" b="46024"/>
          <a:stretch/>
        </p:blipFill>
        <p:spPr>
          <a:xfrm>
            <a:off x="395536" y="2188771"/>
            <a:ext cx="4032448" cy="2104325"/>
          </a:xfrm>
          <a:prstGeom prst="rect">
            <a:avLst/>
          </a:prstGeom>
        </p:spPr>
      </p:pic>
      <p:sp>
        <p:nvSpPr>
          <p:cNvPr id="4" name="Bulle narrative : ronde 3">
            <a:extLst>
              <a:ext uri="{FF2B5EF4-FFF2-40B4-BE49-F238E27FC236}">
                <a16:creationId xmlns:a16="http://schemas.microsoft.com/office/drawing/2014/main" id="{502F3BA2-C7B5-43BD-B8B0-F1B47A7D2AC5}"/>
              </a:ext>
            </a:extLst>
          </p:cNvPr>
          <p:cNvSpPr/>
          <p:nvPr/>
        </p:nvSpPr>
        <p:spPr>
          <a:xfrm>
            <a:off x="4572000" y="3429000"/>
            <a:ext cx="4320480" cy="3312368"/>
          </a:xfrm>
          <a:prstGeom prst="wedgeEllipseCallout">
            <a:avLst>
              <a:gd name="adj1" fmla="val -55115"/>
              <a:gd name="adj2" fmla="val -3343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Image 6">
            <a:extLst>
              <a:ext uri="{FF2B5EF4-FFF2-40B4-BE49-F238E27FC236}">
                <a16:creationId xmlns:a16="http://schemas.microsoft.com/office/drawing/2014/main" id="{AAA2770C-5CCA-41F9-B675-1C45BD89ED06}"/>
              </a:ext>
            </a:extLst>
          </p:cNvPr>
          <p:cNvPicPr>
            <a:picLocks noChangeAspect="1"/>
          </p:cNvPicPr>
          <p:nvPr/>
        </p:nvPicPr>
        <p:blipFill>
          <a:blip r:embed="rId3"/>
          <a:stretch>
            <a:fillRect/>
          </a:stretch>
        </p:blipFill>
        <p:spPr>
          <a:xfrm>
            <a:off x="4806997" y="4390876"/>
            <a:ext cx="3879803" cy="1388615"/>
          </a:xfrm>
          <a:prstGeom prst="rect">
            <a:avLst/>
          </a:prstGeom>
        </p:spPr>
      </p:pic>
    </p:spTree>
    <p:extLst>
      <p:ext uri="{BB962C8B-B14F-4D97-AF65-F5344CB8AC3E}">
        <p14:creationId xmlns:p14="http://schemas.microsoft.com/office/powerpoint/2010/main" val="638055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177E9E-3AF1-41BA-9DEF-F7C7ABBC075E}"/>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1371EEB3-1473-4160-BB7E-CF41C8A0B696}"/>
              </a:ext>
            </a:extLst>
          </p:cNvPr>
          <p:cNvSpPr txBox="1"/>
          <p:nvPr/>
        </p:nvSpPr>
        <p:spPr>
          <a:xfrm>
            <a:off x="323528" y="1628800"/>
            <a:ext cx="8568952" cy="4824536"/>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382072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4BF0DD-FFC4-4682-9A3D-7B4B235439A5}"/>
              </a:ext>
            </a:extLst>
          </p:cNvPr>
          <p:cNvSpPr>
            <a:spLocks noGrp="1"/>
          </p:cNvSpPr>
          <p:nvPr>
            <p:ph type="title"/>
          </p:nvPr>
        </p:nvSpPr>
        <p:spPr/>
        <p:txBody>
          <a:bodyPr/>
          <a:lstStyle/>
          <a:p>
            <a:r>
              <a:rPr lang="fr-FR" dirty="0"/>
              <a:t>Example </a:t>
            </a:r>
          </a:p>
        </p:txBody>
      </p:sp>
      <p:sp>
        <p:nvSpPr>
          <p:cNvPr id="3" name="Espace réservé du contenu 2">
            <a:extLst>
              <a:ext uri="{FF2B5EF4-FFF2-40B4-BE49-F238E27FC236}">
                <a16:creationId xmlns:a16="http://schemas.microsoft.com/office/drawing/2014/main" id="{145B38BC-A63B-42B9-AB9C-772C30ACA228}"/>
              </a:ext>
            </a:extLst>
          </p:cNvPr>
          <p:cNvSpPr>
            <a:spLocks noGrp="1"/>
          </p:cNvSpPr>
          <p:nvPr>
            <p:ph idx="1"/>
          </p:nvPr>
        </p:nvSpPr>
        <p:spPr>
          <a:xfrm>
            <a:off x="89756" y="1268760"/>
            <a:ext cx="8964488" cy="5184576"/>
          </a:xfrm>
        </p:spPr>
        <p:txBody>
          <a:bodyPr>
            <a:normAutofit fontScale="92500" lnSpcReduction="20000"/>
          </a:bodyPr>
          <a:lstStyle/>
          <a:p>
            <a:pPr marL="0" indent="0" algn="l">
              <a:buNone/>
            </a:pPr>
            <a:r>
              <a:rPr lang="en-US" sz="1800" dirty="0">
                <a:latin typeface="F17"/>
              </a:rPr>
              <a:t>D</a:t>
            </a:r>
            <a:r>
              <a:rPr lang="en-US" sz="1800" b="0" i="0" u="none" strike="noStrike" baseline="0" dirty="0">
                <a:latin typeface="F17"/>
              </a:rPr>
              <a:t>ata  in table below represents the number of calls (observed over 396 days) received between 12.00 and 13.00, at the after sales service of a big store:</a:t>
            </a:r>
            <a:r>
              <a:rPr lang="en-US" sz="2000" dirty="0"/>
              <a:t>.
</a:t>
            </a:r>
            <a:endParaRPr lang="fr-FR" sz="2000" dirty="0"/>
          </a:p>
          <a:p>
            <a:pPr marL="0" indent="0">
              <a:buNone/>
            </a:pPr>
            <a:endParaRPr lang="fr-FR" sz="2000" dirty="0"/>
          </a:p>
          <a:p>
            <a:pPr marL="0" indent="0">
              <a:buNone/>
            </a:pPr>
            <a:endParaRPr lang="fr-FR" sz="2000" dirty="0"/>
          </a:p>
          <a:p>
            <a:pPr marL="0" indent="0">
              <a:buNone/>
            </a:pPr>
            <a:endParaRPr lang="fr-FR" sz="2000" dirty="0"/>
          </a:p>
          <a:p>
            <a:pPr marL="0" indent="0">
              <a:buNone/>
            </a:pPr>
            <a:endParaRPr lang="fr-FR" sz="2000" dirty="0"/>
          </a:p>
          <a:p>
            <a:pPr marL="0" indent="0">
              <a:buNone/>
            </a:pPr>
            <a:endParaRPr lang="fr-FR" sz="2000" dirty="0"/>
          </a:p>
          <a:p>
            <a:pPr marL="0" indent="0">
              <a:buNone/>
            </a:pPr>
            <a:endParaRPr lang="fr-FR" sz="2000" dirty="0"/>
          </a:p>
          <a:p>
            <a:pPr marL="0" indent="0">
              <a:buNone/>
            </a:pPr>
            <a:endParaRPr lang="fr-FR" sz="2000" dirty="0"/>
          </a:p>
          <a:p>
            <a:pPr marL="0" indent="0">
              <a:buNone/>
            </a:pPr>
            <a:endParaRPr lang="fr-FR"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dirty="0"/>
              <a:t>Objectives :
- Represent graphically the data 
- Plot the curve of increasing cumulative frequencies
</a:t>
            </a:r>
            <a:endParaRPr lang="fr-FR" sz="2000" dirty="0"/>
          </a:p>
        </p:txBody>
      </p:sp>
      <p:graphicFrame>
        <p:nvGraphicFramePr>
          <p:cNvPr id="4" name="Tableau 4">
            <a:extLst>
              <a:ext uri="{FF2B5EF4-FFF2-40B4-BE49-F238E27FC236}">
                <a16:creationId xmlns:a16="http://schemas.microsoft.com/office/drawing/2014/main" id="{611E66A5-294F-4D20-BCBB-2ACE900D43D4}"/>
              </a:ext>
            </a:extLst>
          </p:cNvPr>
          <p:cNvGraphicFramePr>
            <a:graphicFrameLocks noGrp="1"/>
          </p:cNvGraphicFramePr>
          <p:nvPr>
            <p:extLst>
              <p:ext uri="{D42A27DB-BD31-4B8C-83A1-F6EECF244321}">
                <p14:modId xmlns:p14="http://schemas.microsoft.com/office/powerpoint/2010/main" val="109094035"/>
              </p:ext>
            </p:extLst>
          </p:nvPr>
        </p:nvGraphicFramePr>
        <p:xfrm>
          <a:off x="1524000" y="2204864"/>
          <a:ext cx="6096000" cy="28651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85297970"/>
                    </a:ext>
                  </a:extLst>
                </a:gridCol>
                <a:gridCol w="3048000">
                  <a:extLst>
                    <a:ext uri="{9D8B030D-6E8A-4147-A177-3AD203B41FA5}">
                      <a16:colId xmlns:a16="http://schemas.microsoft.com/office/drawing/2014/main" val="3109524422"/>
                    </a:ext>
                  </a:extLst>
                </a:gridCol>
              </a:tblGrid>
              <a:tr h="162808">
                <a:tc>
                  <a:txBody>
                    <a:bodyPr/>
                    <a:lstStyle/>
                    <a:p>
                      <a:r>
                        <a:rPr lang="fr-FR" dirty="0" err="1"/>
                        <a:t>Number</a:t>
                      </a:r>
                      <a:r>
                        <a:rPr lang="fr-FR" dirty="0"/>
                        <a:t> of calls</a:t>
                      </a:r>
                    </a:p>
                  </a:txBody>
                  <a:tcPr/>
                </a:tc>
                <a:tc>
                  <a:txBody>
                    <a:bodyPr/>
                    <a:lstStyle/>
                    <a:p>
                      <a:r>
                        <a:rPr lang="fr-FR" dirty="0" err="1"/>
                        <a:t>Number</a:t>
                      </a:r>
                      <a:r>
                        <a:rPr lang="fr-FR" dirty="0"/>
                        <a:t> of </a:t>
                      </a:r>
                      <a:r>
                        <a:rPr lang="fr-FR" dirty="0" err="1"/>
                        <a:t>days</a:t>
                      </a:r>
                      <a:r>
                        <a:rPr lang="fr-FR" dirty="0"/>
                        <a:t> 
</a:t>
                      </a:r>
                    </a:p>
                  </a:txBody>
                  <a:tcPr/>
                </a:tc>
                <a:extLst>
                  <a:ext uri="{0D108BD9-81ED-4DB2-BD59-A6C34878D82A}">
                    <a16:rowId xmlns:a16="http://schemas.microsoft.com/office/drawing/2014/main" val="3872581459"/>
                  </a:ext>
                </a:extLst>
              </a:tr>
              <a:tr h="370840">
                <a:tc>
                  <a:txBody>
                    <a:bodyPr/>
                    <a:lstStyle/>
                    <a:p>
                      <a:r>
                        <a:rPr lang="fr-FR" dirty="0"/>
                        <a:t>0</a:t>
                      </a:r>
                    </a:p>
                  </a:txBody>
                  <a:tcPr/>
                </a:tc>
                <a:tc>
                  <a:txBody>
                    <a:bodyPr/>
                    <a:lstStyle/>
                    <a:p>
                      <a:r>
                        <a:rPr lang="fr-FR" dirty="0"/>
                        <a:t>101</a:t>
                      </a:r>
                    </a:p>
                  </a:txBody>
                  <a:tcPr/>
                </a:tc>
                <a:extLst>
                  <a:ext uri="{0D108BD9-81ED-4DB2-BD59-A6C34878D82A}">
                    <a16:rowId xmlns:a16="http://schemas.microsoft.com/office/drawing/2014/main" val="2085495843"/>
                  </a:ext>
                </a:extLst>
              </a:tr>
              <a:tr h="370840">
                <a:tc>
                  <a:txBody>
                    <a:bodyPr/>
                    <a:lstStyle/>
                    <a:p>
                      <a:r>
                        <a:rPr lang="fr-FR" dirty="0"/>
                        <a:t>1</a:t>
                      </a:r>
                    </a:p>
                  </a:txBody>
                  <a:tcPr/>
                </a:tc>
                <a:tc>
                  <a:txBody>
                    <a:bodyPr/>
                    <a:lstStyle/>
                    <a:p>
                      <a:r>
                        <a:rPr lang="fr-FR" dirty="0"/>
                        <a:t>140</a:t>
                      </a:r>
                    </a:p>
                  </a:txBody>
                  <a:tcPr/>
                </a:tc>
                <a:extLst>
                  <a:ext uri="{0D108BD9-81ED-4DB2-BD59-A6C34878D82A}">
                    <a16:rowId xmlns:a16="http://schemas.microsoft.com/office/drawing/2014/main" val="3331080220"/>
                  </a:ext>
                </a:extLst>
              </a:tr>
              <a:tr h="370840">
                <a:tc>
                  <a:txBody>
                    <a:bodyPr/>
                    <a:lstStyle/>
                    <a:p>
                      <a:r>
                        <a:rPr lang="fr-FR" dirty="0"/>
                        <a:t>2</a:t>
                      </a:r>
                    </a:p>
                  </a:txBody>
                  <a:tcPr/>
                </a:tc>
                <a:tc>
                  <a:txBody>
                    <a:bodyPr/>
                    <a:lstStyle/>
                    <a:p>
                      <a:r>
                        <a:rPr lang="fr-FR" dirty="0"/>
                        <a:t>92</a:t>
                      </a:r>
                    </a:p>
                  </a:txBody>
                  <a:tcPr/>
                </a:tc>
                <a:extLst>
                  <a:ext uri="{0D108BD9-81ED-4DB2-BD59-A6C34878D82A}">
                    <a16:rowId xmlns:a16="http://schemas.microsoft.com/office/drawing/2014/main" val="1389917586"/>
                  </a:ext>
                </a:extLst>
              </a:tr>
              <a:tr h="370840">
                <a:tc>
                  <a:txBody>
                    <a:bodyPr/>
                    <a:lstStyle/>
                    <a:p>
                      <a:r>
                        <a:rPr lang="fr-FR" dirty="0"/>
                        <a:t>3</a:t>
                      </a:r>
                    </a:p>
                  </a:txBody>
                  <a:tcPr/>
                </a:tc>
                <a:tc>
                  <a:txBody>
                    <a:bodyPr/>
                    <a:lstStyle/>
                    <a:p>
                      <a:r>
                        <a:rPr lang="fr-FR" dirty="0"/>
                        <a:t>42</a:t>
                      </a:r>
                    </a:p>
                  </a:txBody>
                  <a:tcPr/>
                </a:tc>
                <a:extLst>
                  <a:ext uri="{0D108BD9-81ED-4DB2-BD59-A6C34878D82A}">
                    <a16:rowId xmlns:a16="http://schemas.microsoft.com/office/drawing/2014/main" val="3916097252"/>
                  </a:ext>
                </a:extLst>
              </a:tr>
              <a:tr h="370840">
                <a:tc>
                  <a:txBody>
                    <a:bodyPr/>
                    <a:lstStyle/>
                    <a:p>
                      <a:r>
                        <a:rPr lang="fr-FR" dirty="0"/>
                        <a:t>4</a:t>
                      </a:r>
                    </a:p>
                  </a:txBody>
                  <a:tcPr/>
                </a:tc>
                <a:tc>
                  <a:txBody>
                    <a:bodyPr/>
                    <a:lstStyle/>
                    <a:p>
                      <a:r>
                        <a:rPr lang="fr-FR" dirty="0"/>
                        <a:t>18</a:t>
                      </a:r>
                    </a:p>
                  </a:txBody>
                  <a:tcPr/>
                </a:tc>
                <a:extLst>
                  <a:ext uri="{0D108BD9-81ED-4DB2-BD59-A6C34878D82A}">
                    <a16:rowId xmlns:a16="http://schemas.microsoft.com/office/drawing/2014/main" val="1934733682"/>
                  </a:ext>
                </a:extLst>
              </a:tr>
              <a:tr h="370840">
                <a:tc>
                  <a:txBody>
                    <a:bodyPr/>
                    <a:lstStyle/>
                    <a:p>
                      <a:r>
                        <a:rPr lang="fr-FR" dirty="0"/>
                        <a:t>5</a:t>
                      </a:r>
                    </a:p>
                  </a:txBody>
                  <a:tcPr/>
                </a:tc>
                <a:tc>
                  <a:txBody>
                    <a:bodyPr/>
                    <a:lstStyle/>
                    <a:p>
                      <a:r>
                        <a:rPr lang="fr-FR" dirty="0"/>
                        <a:t>3</a:t>
                      </a:r>
                    </a:p>
                  </a:txBody>
                  <a:tcPr/>
                </a:tc>
                <a:extLst>
                  <a:ext uri="{0D108BD9-81ED-4DB2-BD59-A6C34878D82A}">
                    <a16:rowId xmlns:a16="http://schemas.microsoft.com/office/drawing/2014/main" val="586065978"/>
                  </a:ext>
                </a:extLst>
              </a:tr>
            </a:tbl>
          </a:graphicData>
        </a:graphic>
      </p:graphicFrame>
    </p:spTree>
    <p:extLst>
      <p:ext uri="{BB962C8B-B14F-4D97-AF65-F5344CB8AC3E}">
        <p14:creationId xmlns:p14="http://schemas.microsoft.com/office/powerpoint/2010/main" val="81781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177E9E-3AF1-41BA-9DEF-F7C7ABBC075E}"/>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1371EEB3-1473-4160-BB7E-CF41C8A0B696}"/>
              </a:ext>
            </a:extLst>
          </p:cNvPr>
          <p:cNvSpPr txBox="1"/>
          <p:nvPr/>
        </p:nvSpPr>
        <p:spPr>
          <a:xfrm>
            <a:off x="323528" y="1628800"/>
            <a:ext cx="8568952" cy="4824536"/>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3385886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177E9E-3AF1-41BA-9DEF-F7C7ABBC075E}"/>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1371EEB3-1473-4160-BB7E-CF41C8A0B696}"/>
              </a:ext>
            </a:extLst>
          </p:cNvPr>
          <p:cNvSpPr txBox="1"/>
          <p:nvPr/>
        </p:nvSpPr>
        <p:spPr>
          <a:xfrm>
            <a:off x="323528" y="1628800"/>
            <a:ext cx="8568952" cy="4824536"/>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2892731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2E4D78-736E-41D4-A374-11724A9472B2}"/>
              </a:ext>
            </a:extLst>
          </p:cNvPr>
          <p:cNvSpPr>
            <a:spLocks noGrp="1"/>
          </p:cNvSpPr>
          <p:nvPr>
            <p:ph type="title"/>
          </p:nvPr>
        </p:nvSpPr>
        <p:spPr/>
        <p:txBody>
          <a:bodyPr>
            <a:normAutofit fontScale="90000"/>
          </a:bodyPr>
          <a:lstStyle/>
          <a:p>
            <a:r>
              <a:rPr lang="en-US" dirty="0">
                <a:latin typeface="Cambria" panose="02040503050406030204" pitchFamily="18" charset="0"/>
                <a:ea typeface="Cambria" panose="02040503050406030204" pitchFamily="18" charset="0"/>
              </a:rPr>
              <a:t>Graphical representation </a:t>
            </a:r>
            <a:r>
              <a:rPr lang="fr-FR" dirty="0">
                <a:latin typeface="Cambria" panose="02040503050406030204" pitchFamily="18" charset="0"/>
                <a:ea typeface="Cambria" panose="02040503050406030204" pitchFamily="18" charset="0"/>
              </a:rPr>
              <a:t>of data
</a:t>
            </a:r>
            <a:endParaRPr lang="fr-FR" dirty="0"/>
          </a:p>
        </p:txBody>
      </p:sp>
      <p:sp>
        <p:nvSpPr>
          <p:cNvPr id="3" name="Espace réservé du contenu 2">
            <a:extLst>
              <a:ext uri="{FF2B5EF4-FFF2-40B4-BE49-F238E27FC236}">
                <a16:creationId xmlns:a16="http://schemas.microsoft.com/office/drawing/2014/main" id="{F63BDC8B-3BBE-45AA-AA92-F1E6DF4DDD1A}"/>
              </a:ext>
            </a:extLst>
          </p:cNvPr>
          <p:cNvSpPr>
            <a:spLocks noGrp="1"/>
          </p:cNvSpPr>
          <p:nvPr>
            <p:ph idx="1"/>
          </p:nvPr>
        </p:nvSpPr>
        <p:spPr>
          <a:xfrm>
            <a:off x="67007" y="1397001"/>
            <a:ext cx="4865033" cy="4525963"/>
          </a:xfrm>
        </p:spPr>
        <p:txBody>
          <a:bodyPr/>
          <a:lstStyle/>
          <a:p>
            <a:pPr marL="0" indent="0">
              <a:buNone/>
            </a:pPr>
            <a:r>
              <a:rPr lang="en-US" sz="1600" dirty="0">
                <a:latin typeface="Cambria" panose="02040503050406030204" pitchFamily="18" charset="0"/>
                <a:ea typeface="Cambria" panose="02040503050406030204" pitchFamily="18" charset="0"/>
              </a:rPr>
              <a:t>The case of data in a continuous variable (grouped into classes)
</a:t>
            </a:r>
            <a:endParaRPr lang="fr-FR"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The histogram is a graph composed of rectangles whose area is proportional to the size of the class 
</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dirty="0"/>
          </a:p>
        </p:txBody>
      </p:sp>
      <p:pic>
        <p:nvPicPr>
          <p:cNvPr id="6" name="Image 5">
            <a:extLst>
              <a:ext uri="{FF2B5EF4-FFF2-40B4-BE49-F238E27FC236}">
                <a16:creationId xmlns:a16="http://schemas.microsoft.com/office/drawing/2014/main" id="{9584B911-4480-4EFF-B420-4791E5E0EC50}"/>
              </a:ext>
            </a:extLst>
          </p:cNvPr>
          <p:cNvPicPr>
            <a:picLocks noChangeAspect="1"/>
          </p:cNvPicPr>
          <p:nvPr/>
        </p:nvPicPr>
        <p:blipFill rotWithShape="1">
          <a:blip r:embed="rId2"/>
          <a:srcRect l="56902" t="58400" r="9050" b="25105"/>
          <a:stretch/>
        </p:blipFill>
        <p:spPr>
          <a:xfrm>
            <a:off x="178091" y="3068959"/>
            <a:ext cx="4636725" cy="2392039"/>
          </a:xfrm>
          <a:prstGeom prst="rect">
            <a:avLst/>
          </a:prstGeom>
        </p:spPr>
      </p:pic>
    </p:spTree>
    <p:extLst>
      <p:ext uri="{BB962C8B-B14F-4D97-AF65-F5344CB8AC3E}">
        <p14:creationId xmlns:p14="http://schemas.microsoft.com/office/powerpoint/2010/main" val="2572892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177E9E-3AF1-41BA-9DEF-F7C7ABBC075E}"/>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1371EEB3-1473-4160-BB7E-CF41C8A0B696}"/>
              </a:ext>
            </a:extLst>
          </p:cNvPr>
          <p:cNvSpPr txBox="1"/>
          <p:nvPr/>
        </p:nvSpPr>
        <p:spPr>
          <a:xfrm>
            <a:off x="323528" y="1628800"/>
            <a:ext cx="8568952" cy="4824536"/>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132767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2E4D78-736E-41D4-A374-11724A9472B2}"/>
              </a:ext>
            </a:extLst>
          </p:cNvPr>
          <p:cNvSpPr>
            <a:spLocks noGrp="1"/>
          </p:cNvSpPr>
          <p:nvPr>
            <p:ph type="title"/>
          </p:nvPr>
        </p:nvSpPr>
        <p:spPr/>
        <p:txBody>
          <a:bodyPr>
            <a:normAutofit fontScale="90000"/>
          </a:bodyPr>
          <a:lstStyle/>
          <a:p>
            <a:r>
              <a:rPr lang="en-US" dirty="0">
                <a:latin typeface="Cambria" panose="02040503050406030204" pitchFamily="18" charset="0"/>
                <a:ea typeface="Cambria" panose="02040503050406030204" pitchFamily="18" charset="0"/>
              </a:rPr>
              <a:t>Graphical representation </a:t>
            </a:r>
            <a:r>
              <a:rPr lang="fr-FR" dirty="0">
                <a:latin typeface="Cambria" panose="02040503050406030204" pitchFamily="18" charset="0"/>
                <a:ea typeface="Cambria" panose="02040503050406030204" pitchFamily="18" charset="0"/>
              </a:rPr>
              <a:t>of data
</a:t>
            </a:r>
            <a:endParaRPr lang="fr-FR" dirty="0"/>
          </a:p>
        </p:txBody>
      </p:sp>
      <p:sp>
        <p:nvSpPr>
          <p:cNvPr id="3" name="Espace réservé du contenu 2">
            <a:extLst>
              <a:ext uri="{FF2B5EF4-FFF2-40B4-BE49-F238E27FC236}">
                <a16:creationId xmlns:a16="http://schemas.microsoft.com/office/drawing/2014/main" id="{F63BDC8B-3BBE-45AA-AA92-F1E6DF4DDD1A}"/>
              </a:ext>
            </a:extLst>
          </p:cNvPr>
          <p:cNvSpPr>
            <a:spLocks noGrp="1"/>
          </p:cNvSpPr>
          <p:nvPr>
            <p:ph idx="1"/>
          </p:nvPr>
        </p:nvSpPr>
        <p:spPr>
          <a:xfrm>
            <a:off x="67007" y="1397001"/>
            <a:ext cx="4865033" cy="4525963"/>
          </a:xfrm>
        </p:spPr>
        <p:txBody>
          <a:bodyPr/>
          <a:lstStyle/>
          <a:p>
            <a:pPr marL="0" indent="0">
              <a:buNone/>
            </a:pPr>
            <a:r>
              <a:rPr lang="en-US" sz="1600" dirty="0">
                <a:latin typeface="Cambria" panose="02040503050406030204" pitchFamily="18" charset="0"/>
                <a:ea typeface="Cambria" panose="02040503050406030204" pitchFamily="18" charset="0"/>
              </a:rPr>
              <a:t>The case of data in a continuous variable (grouped into classes)
</a:t>
            </a:r>
            <a:endParaRPr lang="fr-FR" sz="1600" dirty="0">
              <a:latin typeface="Cambria" panose="02040503050406030204" pitchFamily="18" charset="0"/>
              <a:ea typeface="Cambria" panose="02040503050406030204" pitchFamily="18" charset="0"/>
            </a:endParaRPr>
          </a:p>
          <a:p>
            <a:pPr marL="0" indent="0">
              <a:buNone/>
            </a:pPr>
            <a:r>
              <a:rPr lang="en-US" sz="1600" dirty="0">
                <a:latin typeface="Cambria" panose="02040503050406030204" pitchFamily="18" charset="0"/>
                <a:ea typeface="Cambria" panose="02040503050406030204" pitchFamily="18" charset="0"/>
              </a:rPr>
              <a:t>The curve of increasing cumulative frequencies is continuous (it is not in steps)
</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dirty="0"/>
          </a:p>
        </p:txBody>
      </p:sp>
      <p:pic>
        <p:nvPicPr>
          <p:cNvPr id="5" name="Image 4">
            <a:extLst>
              <a:ext uri="{FF2B5EF4-FFF2-40B4-BE49-F238E27FC236}">
                <a16:creationId xmlns:a16="http://schemas.microsoft.com/office/drawing/2014/main" id="{FB335443-DCBE-4264-B6C4-C37BAD9C03F2}"/>
              </a:ext>
            </a:extLst>
          </p:cNvPr>
          <p:cNvPicPr>
            <a:picLocks noChangeAspect="1"/>
          </p:cNvPicPr>
          <p:nvPr/>
        </p:nvPicPr>
        <p:blipFill>
          <a:blip r:embed="rId2"/>
          <a:stretch>
            <a:fillRect/>
          </a:stretch>
        </p:blipFill>
        <p:spPr>
          <a:xfrm>
            <a:off x="1246396" y="2996952"/>
            <a:ext cx="6934487" cy="3619946"/>
          </a:xfrm>
          <a:prstGeom prst="rect">
            <a:avLst/>
          </a:prstGeom>
        </p:spPr>
      </p:pic>
    </p:spTree>
    <p:extLst>
      <p:ext uri="{BB962C8B-B14F-4D97-AF65-F5344CB8AC3E}">
        <p14:creationId xmlns:p14="http://schemas.microsoft.com/office/powerpoint/2010/main" val="4273408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177E9E-3AF1-41BA-9DEF-F7C7ABBC075E}"/>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1371EEB3-1473-4160-BB7E-CF41C8A0B696}"/>
              </a:ext>
            </a:extLst>
          </p:cNvPr>
          <p:cNvSpPr txBox="1"/>
          <p:nvPr/>
        </p:nvSpPr>
        <p:spPr>
          <a:xfrm>
            <a:off x="323528" y="1628800"/>
            <a:ext cx="8568952" cy="4824536"/>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1372255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41B47A-EB61-4D5C-864F-D1A46B853A92}"/>
              </a:ext>
            </a:extLst>
          </p:cNvPr>
          <p:cNvSpPr>
            <a:spLocks noGrp="1"/>
          </p:cNvSpPr>
          <p:nvPr>
            <p:ph type="title"/>
          </p:nvPr>
        </p:nvSpPr>
        <p:spPr/>
        <p:txBody>
          <a:bodyPr/>
          <a:lstStyle/>
          <a:p>
            <a:r>
              <a:rPr lang="en-US" dirty="0"/>
              <a:t>Example</a:t>
            </a:r>
          </a:p>
        </p:txBody>
      </p:sp>
      <p:sp>
        <p:nvSpPr>
          <p:cNvPr id="3" name="Espace réservé du contenu 2">
            <a:extLst>
              <a:ext uri="{FF2B5EF4-FFF2-40B4-BE49-F238E27FC236}">
                <a16:creationId xmlns:a16="http://schemas.microsoft.com/office/drawing/2014/main" id="{5B3F578E-58E2-4F8D-B15B-FE1473B5FFFC}"/>
              </a:ext>
            </a:extLst>
          </p:cNvPr>
          <p:cNvSpPr>
            <a:spLocks noGrp="1"/>
          </p:cNvSpPr>
          <p:nvPr>
            <p:ph idx="1"/>
          </p:nvPr>
        </p:nvSpPr>
        <p:spPr/>
        <p:txBody>
          <a:bodyPr>
            <a:normAutofit/>
          </a:bodyPr>
          <a:lstStyle/>
          <a:p>
            <a:pPr marL="0" indent="0">
              <a:buNone/>
            </a:pPr>
            <a:r>
              <a:rPr lang="en-US" sz="2400" dirty="0"/>
              <a:t>The data below represents the weight of 50 patients
</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dirty="0"/>
              <a:t>Objectives :
- Represent graphically the data 
- Plot the curve of increasing cumulative frequencies</a:t>
            </a:r>
            <a:endParaRPr lang="fr-FR" sz="2400" dirty="0"/>
          </a:p>
        </p:txBody>
      </p:sp>
      <p:graphicFrame>
        <p:nvGraphicFramePr>
          <p:cNvPr id="4" name="Tableau 4">
            <a:extLst>
              <a:ext uri="{FF2B5EF4-FFF2-40B4-BE49-F238E27FC236}">
                <a16:creationId xmlns:a16="http://schemas.microsoft.com/office/drawing/2014/main" id="{9BFD17B1-4CF9-46F2-8F3B-77E550FEA4BD}"/>
              </a:ext>
            </a:extLst>
          </p:cNvPr>
          <p:cNvGraphicFramePr>
            <a:graphicFrameLocks noGrp="1"/>
          </p:cNvGraphicFramePr>
          <p:nvPr>
            <p:extLst>
              <p:ext uri="{D42A27DB-BD31-4B8C-83A1-F6EECF244321}">
                <p14:modId xmlns:p14="http://schemas.microsoft.com/office/powerpoint/2010/main" val="3032068520"/>
              </p:ext>
            </p:extLst>
          </p:nvPr>
        </p:nvGraphicFramePr>
        <p:xfrm>
          <a:off x="1619672" y="2367280"/>
          <a:ext cx="6096000" cy="21234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688760135"/>
                    </a:ext>
                  </a:extLst>
                </a:gridCol>
                <a:gridCol w="3048000">
                  <a:extLst>
                    <a:ext uri="{9D8B030D-6E8A-4147-A177-3AD203B41FA5}">
                      <a16:colId xmlns:a16="http://schemas.microsoft.com/office/drawing/2014/main" val="154224066"/>
                    </a:ext>
                  </a:extLst>
                </a:gridCol>
              </a:tblGrid>
              <a:tr h="370840">
                <a:tc>
                  <a:txBody>
                    <a:bodyPr/>
                    <a:lstStyle/>
                    <a:p>
                      <a:r>
                        <a:rPr lang="fr-FR" dirty="0" err="1"/>
                        <a:t>Weight</a:t>
                      </a:r>
                      <a:endParaRPr lang="fr-FR" dirty="0"/>
                    </a:p>
                  </a:txBody>
                  <a:tcPr/>
                </a:tc>
                <a:tc>
                  <a:txBody>
                    <a:bodyPr/>
                    <a:lstStyle/>
                    <a:p>
                      <a:r>
                        <a:rPr lang="fr-FR" dirty="0" err="1"/>
                        <a:t>Number</a:t>
                      </a:r>
                      <a:r>
                        <a:rPr lang="fr-FR" dirty="0"/>
                        <a:t> of patients 
</a:t>
                      </a:r>
                    </a:p>
                  </a:txBody>
                  <a:tcPr/>
                </a:tc>
                <a:extLst>
                  <a:ext uri="{0D108BD9-81ED-4DB2-BD59-A6C34878D82A}">
                    <a16:rowId xmlns:a16="http://schemas.microsoft.com/office/drawing/2014/main" val="3075134096"/>
                  </a:ext>
                </a:extLst>
              </a:tr>
              <a:tr h="370840">
                <a:tc>
                  <a:txBody>
                    <a:bodyPr/>
                    <a:lstStyle/>
                    <a:p>
                      <a:r>
                        <a:rPr lang="fr-FR" dirty="0"/>
                        <a:t>[0 ; 50[</a:t>
                      </a:r>
                    </a:p>
                  </a:txBody>
                  <a:tcPr/>
                </a:tc>
                <a:tc>
                  <a:txBody>
                    <a:bodyPr/>
                    <a:lstStyle/>
                    <a:p>
                      <a:r>
                        <a:rPr lang="fr-FR" dirty="0"/>
                        <a:t>20</a:t>
                      </a:r>
                    </a:p>
                  </a:txBody>
                  <a:tcPr/>
                </a:tc>
                <a:extLst>
                  <a:ext uri="{0D108BD9-81ED-4DB2-BD59-A6C34878D82A}">
                    <a16:rowId xmlns:a16="http://schemas.microsoft.com/office/drawing/2014/main" val="4000782009"/>
                  </a:ext>
                </a:extLst>
              </a:tr>
              <a:tr h="370840">
                <a:tc>
                  <a:txBody>
                    <a:bodyPr/>
                    <a:lstStyle/>
                    <a:p>
                      <a:r>
                        <a:rPr lang="fr-FR" dirty="0"/>
                        <a:t>[50 ; 60[</a:t>
                      </a:r>
                    </a:p>
                  </a:txBody>
                  <a:tcPr/>
                </a:tc>
                <a:tc>
                  <a:txBody>
                    <a:bodyPr/>
                    <a:lstStyle/>
                    <a:p>
                      <a:r>
                        <a:rPr lang="fr-FR" dirty="0"/>
                        <a:t>12</a:t>
                      </a:r>
                    </a:p>
                  </a:txBody>
                  <a:tcPr/>
                </a:tc>
                <a:extLst>
                  <a:ext uri="{0D108BD9-81ED-4DB2-BD59-A6C34878D82A}">
                    <a16:rowId xmlns:a16="http://schemas.microsoft.com/office/drawing/2014/main" val="756738756"/>
                  </a:ext>
                </a:extLst>
              </a:tr>
              <a:tr h="370840">
                <a:tc>
                  <a:txBody>
                    <a:bodyPr/>
                    <a:lstStyle/>
                    <a:p>
                      <a:r>
                        <a:rPr lang="fr-FR" dirty="0"/>
                        <a:t>[60 ; 70[</a:t>
                      </a:r>
                    </a:p>
                  </a:txBody>
                  <a:tcPr/>
                </a:tc>
                <a:tc>
                  <a:txBody>
                    <a:bodyPr/>
                    <a:lstStyle/>
                    <a:p>
                      <a:r>
                        <a:rPr lang="fr-FR" dirty="0"/>
                        <a:t>11</a:t>
                      </a:r>
                    </a:p>
                  </a:txBody>
                  <a:tcPr/>
                </a:tc>
                <a:extLst>
                  <a:ext uri="{0D108BD9-81ED-4DB2-BD59-A6C34878D82A}">
                    <a16:rowId xmlns:a16="http://schemas.microsoft.com/office/drawing/2014/main" val="1042889469"/>
                  </a:ext>
                </a:extLst>
              </a:tr>
              <a:tr h="370840">
                <a:tc>
                  <a:txBody>
                    <a:bodyPr/>
                    <a:lstStyle/>
                    <a:p>
                      <a:r>
                        <a:rPr lang="fr-FR" dirty="0"/>
                        <a:t>[70 ; 100[</a:t>
                      </a:r>
                    </a:p>
                  </a:txBody>
                  <a:tcPr/>
                </a:tc>
                <a:tc>
                  <a:txBody>
                    <a:bodyPr/>
                    <a:lstStyle/>
                    <a:p>
                      <a:r>
                        <a:rPr lang="fr-FR" dirty="0"/>
                        <a:t>7</a:t>
                      </a:r>
                    </a:p>
                  </a:txBody>
                  <a:tcPr/>
                </a:tc>
                <a:extLst>
                  <a:ext uri="{0D108BD9-81ED-4DB2-BD59-A6C34878D82A}">
                    <a16:rowId xmlns:a16="http://schemas.microsoft.com/office/drawing/2014/main" val="163911071"/>
                  </a:ext>
                </a:extLst>
              </a:tr>
            </a:tbl>
          </a:graphicData>
        </a:graphic>
      </p:graphicFrame>
    </p:spTree>
    <p:extLst>
      <p:ext uri="{BB962C8B-B14F-4D97-AF65-F5344CB8AC3E}">
        <p14:creationId xmlns:p14="http://schemas.microsoft.com/office/powerpoint/2010/main" val="3150269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177E9E-3AF1-41BA-9DEF-F7C7ABBC075E}"/>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1371EEB3-1473-4160-BB7E-CF41C8A0B696}"/>
              </a:ext>
            </a:extLst>
          </p:cNvPr>
          <p:cNvSpPr txBox="1"/>
          <p:nvPr/>
        </p:nvSpPr>
        <p:spPr>
          <a:xfrm>
            <a:off x="323528" y="1628800"/>
            <a:ext cx="8568952" cy="4824536"/>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23689580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177E9E-3AF1-41BA-9DEF-F7C7ABBC075E}"/>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1371EEB3-1473-4160-BB7E-CF41C8A0B696}"/>
              </a:ext>
            </a:extLst>
          </p:cNvPr>
          <p:cNvSpPr txBox="1"/>
          <p:nvPr/>
        </p:nvSpPr>
        <p:spPr>
          <a:xfrm>
            <a:off x="323528" y="1628800"/>
            <a:ext cx="8568952" cy="4824536"/>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1990609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B4FF83-AE94-4FD8-9B69-1BDA51CC8942}"/>
              </a:ext>
            </a:extLst>
          </p:cNvPr>
          <p:cNvSpPr>
            <a:spLocks noGrp="1"/>
          </p:cNvSpPr>
          <p:nvPr>
            <p:ph type="title"/>
          </p:nvPr>
        </p:nvSpPr>
        <p:spPr/>
        <p:txBody>
          <a:bodyPr>
            <a:normAutofit/>
          </a:bodyPr>
          <a:lstStyle/>
          <a:p>
            <a:r>
              <a:rPr lang="en-US" dirty="0">
                <a:latin typeface="Cambria" panose="02040503050406030204" pitchFamily="18" charset="0"/>
                <a:ea typeface="Cambria" panose="02040503050406030204" pitchFamily="18" charset="0"/>
              </a:rPr>
              <a:t>The case of open classes</a:t>
            </a:r>
            <a:endParaRPr lang="fr-FR" dirty="0">
              <a:latin typeface="Cambria" panose="02040503050406030204" pitchFamily="18" charset="0"/>
              <a:ea typeface="Cambria" panose="02040503050406030204" pitchFamily="18" charset="0"/>
            </a:endParaRPr>
          </a:p>
        </p:txBody>
      </p:sp>
      <p:sp>
        <p:nvSpPr>
          <p:cNvPr id="3" name="Espace réservé du contenu 2">
            <a:extLst>
              <a:ext uri="{FF2B5EF4-FFF2-40B4-BE49-F238E27FC236}">
                <a16:creationId xmlns:a16="http://schemas.microsoft.com/office/drawing/2014/main" id="{0817E1FF-F479-4E32-A837-DEDBEA21A5E7}"/>
              </a:ext>
            </a:extLst>
          </p:cNvPr>
          <p:cNvSpPr>
            <a:spLocks noGrp="1"/>
          </p:cNvSpPr>
          <p:nvPr>
            <p:ph idx="1"/>
          </p:nvPr>
        </p:nvSpPr>
        <p:spPr>
          <a:xfrm>
            <a:off x="395536" y="1556792"/>
            <a:ext cx="4464496" cy="2592288"/>
          </a:xfrm>
        </p:spPr>
        <p:txBody>
          <a:bodyPr/>
          <a:lstStyle/>
          <a:p>
            <a:pPr>
              <a:buFont typeface="Wingdings" panose="05000000000000000000" pitchFamily="2" charset="2"/>
              <a:buChar char="q"/>
            </a:pPr>
            <a:r>
              <a:rPr lang="fr-FR" dirty="0"/>
              <a:t> </a:t>
            </a:r>
            <a:r>
              <a:rPr lang="fr-FR" sz="2400" dirty="0">
                <a:latin typeface="Cambria" panose="02040503050406030204" pitchFamily="18" charset="0"/>
                <a:ea typeface="Cambria" panose="02040503050406030204" pitchFamily="18" charset="0"/>
              </a:rPr>
              <a:t>First open class </a:t>
            </a:r>
            <a:r>
              <a:rPr lang="fr-FR" sz="2400" dirty="0">
                <a:latin typeface="Cambria" panose="02040503050406030204" pitchFamily="18" charset="0"/>
                <a:ea typeface="Cambria" panose="02040503050406030204" pitchFamily="18" charset="0"/>
                <a:sym typeface="Wingdings" panose="05000000000000000000" pitchFamily="2" charset="2"/>
              </a:rPr>
              <a:t> </a:t>
            </a:r>
            <a:r>
              <a:rPr lang="fr-FR" sz="2400" b="1" dirty="0">
                <a:latin typeface="Cambria" panose="02040503050406030204" pitchFamily="18" charset="0"/>
                <a:ea typeface="Cambria" panose="02040503050406030204" pitchFamily="18" charset="0"/>
                <a:sym typeface="Wingdings" panose="05000000000000000000" pitchFamily="2" charset="2"/>
              </a:rPr>
              <a:t>« &lt; a »</a:t>
            </a:r>
            <a:endParaRPr lang="fr-FR" sz="2400" b="1"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fr-FR" sz="2400" dirty="0">
              <a:latin typeface="Cambria" panose="02040503050406030204" pitchFamily="18" charset="0"/>
              <a:ea typeface="Cambria" panose="02040503050406030204" pitchFamily="18" charset="0"/>
            </a:endParaRPr>
          </a:p>
          <a:p>
            <a:pPr marL="0" indent="0">
              <a:buNone/>
            </a:pPr>
            <a:r>
              <a:rPr lang="fr-FR" sz="2400" dirty="0">
                <a:latin typeface="Cambria" panose="02040503050406030204" pitchFamily="18" charset="0"/>
                <a:ea typeface="Cambria" panose="02040503050406030204" pitchFamily="18" charset="0"/>
              </a:rPr>
              <a:t>And / Or</a:t>
            </a:r>
          </a:p>
          <a:p>
            <a:pPr marL="0" indent="0">
              <a:buNone/>
            </a:pPr>
            <a:endParaRPr lang="fr-FR" sz="24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fr-FR" sz="2400" dirty="0">
                <a:latin typeface="Cambria" panose="02040503050406030204" pitchFamily="18" charset="0"/>
                <a:ea typeface="Cambria" panose="02040503050406030204" pitchFamily="18" charset="0"/>
              </a:rPr>
              <a:t> Last open class </a:t>
            </a:r>
            <a:r>
              <a:rPr lang="fr-FR" sz="2400" dirty="0">
                <a:latin typeface="Cambria" panose="02040503050406030204" pitchFamily="18" charset="0"/>
                <a:ea typeface="Cambria" panose="02040503050406030204" pitchFamily="18" charset="0"/>
                <a:sym typeface="Wingdings" panose="05000000000000000000" pitchFamily="2" charset="2"/>
              </a:rPr>
              <a:t> </a:t>
            </a:r>
            <a:r>
              <a:rPr lang="fr-FR" sz="2400" b="1" dirty="0">
                <a:latin typeface="Cambria" panose="02040503050406030204" pitchFamily="18" charset="0"/>
                <a:ea typeface="Cambria" panose="02040503050406030204" pitchFamily="18" charset="0"/>
                <a:sym typeface="Wingdings" panose="05000000000000000000" pitchFamily="2" charset="2"/>
              </a:rPr>
              <a:t>« ≥ a »</a:t>
            </a:r>
            <a:endParaRPr lang="fr-FR" sz="2400" b="1" dirty="0">
              <a:latin typeface="Cambria" panose="02040503050406030204" pitchFamily="18" charset="0"/>
              <a:ea typeface="Cambria" panose="02040503050406030204" pitchFamily="18" charset="0"/>
            </a:endParaRPr>
          </a:p>
          <a:p>
            <a:pPr marL="0" indent="0">
              <a:buNone/>
            </a:pPr>
            <a:endParaRPr lang="fr-FR" dirty="0"/>
          </a:p>
        </p:txBody>
      </p:sp>
      <p:sp>
        <p:nvSpPr>
          <p:cNvPr id="4" name="ZoneTexte 3">
            <a:extLst>
              <a:ext uri="{FF2B5EF4-FFF2-40B4-BE49-F238E27FC236}">
                <a16:creationId xmlns:a16="http://schemas.microsoft.com/office/drawing/2014/main" id="{BDCDC93D-76C3-4D22-8AFE-C06CEF5175FA}"/>
              </a:ext>
            </a:extLst>
          </p:cNvPr>
          <p:cNvSpPr txBox="1"/>
          <p:nvPr/>
        </p:nvSpPr>
        <p:spPr>
          <a:xfrm>
            <a:off x="5436096" y="2492896"/>
            <a:ext cx="3312368" cy="2862322"/>
          </a:xfrm>
          <a:prstGeom prst="rect">
            <a:avLst/>
          </a:prstGeom>
          <a:noFill/>
        </p:spPr>
        <p:txBody>
          <a:bodyPr wrap="square" rtlCol="0">
            <a:spAutoFit/>
          </a:bodyPr>
          <a:lstStyle/>
          <a:p>
            <a:r>
              <a:rPr lang="fr-FR" dirty="0">
                <a:latin typeface="Cambria" panose="02040503050406030204" pitchFamily="18" charset="0"/>
                <a:ea typeface="Cambria" panose="02040503050406030204" pitchFamily="18" charset="0"/>
              </a:rPr>
              <a:t>By convention 
</a:t>
            </a:r>
          </a:p>
          <a:p>
            <a:pPr marL="285750" indent="-285750">
              <a:buFont typeface="Wingdings" panose="05000000000000000000" pitchFamily="2" charset="2"/>
              <a:buChar char="q"/>
            </a:pPr>
            <a:r>
              <a:rPr lang="en-US" dirty="0">
                <a:latin typeface="Cambria" panose="02040503050406030204" pitchFamily="18" charset="0"/>
                <a:ea typeface="Cambria" panose="02040503050406030204" pitchFamily="18" charset="0"/>
              </a:rPr>
              <a:t>The first open class is assigned the width of the second class</a:t>
            </a:r>
          </a:p>
          <a:p>
            <a:endParaRPr lang="fr-FR"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q"/>
            </a:pPr>
            <a:endParaRPr lang="fr-FR"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q"/>
            </a:pPr>
            <a:r>
              <a:rPr lang="en-US" dirty="0">
                <a:latin typeface="Cambria" panose="02040503050406030204" pitchFamily="18" charset="0"/>
                <a:ea typeface="Cambria" panose="02040503050406030204" pitchFamily="18" charset="0"/>
              </a:rPr>
              <a:t>The last open class is assigned the width of the second last class</a:t>
            </a:r>
            <a:endParaRPr lang="fr-FR" dirty="0">
              <a:latin typeface="Cambria" panose="02040503050406030204" pitchFamily="18" charset="0"/>
              <a:ea typeface="Cambria" panose="02040503050406030204" pitchFamily="18" charset="0"/>
            </a:endParaRPr>
          </a:p>
        </p:txBody>
      </p:sp>
      <p:sp>
        <p:nvSpPr>
          <p:cNvPr id="5" name="Flèche : bas 4">
            <a:extLst>
              <a:ext uri="{FF2B5EF4-FFF2-40B4-BE49-F238E27FC236}">
                <a16:creationId xmlns:a16="http://schemas.microsoft.com/office/drawing/2014/main" id="{3CF6EE5B-B817-443B-A293-EAFB49A4BDC1}"/>
              </a:ext>
            </a:extLst>
          </p:cNvPr>
          <p:cNvSpPr/>
          <p:nvPr/>
        </p:nvSpPr>
        <p:spPr>
          <a:xfrm rot="18801753">
            <a:off x="4671740" y="2420515"/>
            <a:ext cx="484632" cy="978408"/>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Flèche : bas 5">
            <a:extLst>
              <a:ext uri="{FF2B5EF4-FFF2-40B4-BE49-F238E27FC236}">
                <a16:creationId xmlns:a16="http://schemas.microsoft.com/office/drawing/2014/main" id="{7D0F5BBE-16A5-4D9C-AE2C-08211A3C895D}"/>
              </a:ext>
            </a:extLst>
          </p:cNvPr>
          <p:cNvSpPr/>
          <p:nvPr/>
        </p:nvSpPr>
        <p:spPr>
          <a:xfrm rot="18801753">
            <a:off x="4617716" y="3659876"/>
            <a:ext cx="484632" cy="978408"/>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9C09214D-5F81-44F5-8EB6-D951A6F015A3}"/>
              </a:ext>
            </a:extLst>
          </p:cNvPr>
          <p:cNvSpPr txBox="1"/>
          <p:nvPr/>
        </p:nvSpPr>
        <p:spPr>
          <a:xfrm>
            <a:off x="611585" y="5395956"/>
            <a:ext cx="8136904" cy="1200329"/>
          </a:xfrm>
          <a:prstGeom prst="rect">
            <a:avLst/>
          </a:prstGeom>
          <a:noFill/>
        </p:spPr>
        <p:txBody>
          <a:bodyPr wrap="square" rtlCol="0">
            <a:spAutoFit/>
          </a:bodyPr>
          <a:lstStyle/>
          <a:p>
            <a:r>
              <a:rPr lang="en-US" dirty="0">
                <a:highlight>
                  <a:srgbClr val="FFFF00"/>
                </a:highlight>
                <a:latin typeface="Cambria" panose="02040503050406030204" pitchFamily="18" charset="0"/>
                <a:ea typeface="Cambria" panose="02040503050406030204" pitchFamily="18" charset="0"/>
              </a:rPr>
              <a:t>Remark:</a:t>
            </a:r>
          </a:p>
          <a:p>
            <a:r>
              <a:rPr lang="en-US" dirty="0">
                <a:latin typeface="Cambria" panose="02040503050406030204" pitchFamily="18" charset="0"/>
                <a:ea typeface="Cambria" panose="02040503050406030204" pitchFamily="18" charset="0"/>
              </a:rPr>
              <a:t>If the "by convention" method takes us out of the variable definition domain, then we will use the definition domain to close the open classes
</a:t>
            </a:r>
            <a:endParaRPr lang="fr-F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289503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177E9E-3AF1-41BA-9DEF-F7C7ABBC075E}"/>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1371EEB3-1473-4160-BB7E-CF41C8A0B696}"/>
              </a:ext>
            </a:extLst>
          </p:cNvPr>
          <p:cNvSpPr txBox="1"/>
          <p:nvPr/>
        </p:nvSpPr>
        <p:spPr>
          <a:xfrm>
            <a:off x="323528" y="1628800"/>
            <a:ext cx="8568952" cy="4824536"/>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1296806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177E9E-3AF1-41BA-9DEF-F7C7ABBC075E}"/>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1371EEB3-1473-4160-BB7E-CF41C8A0B696}"/>
              </a:ext>
            </a:extLst>
          </p:cNvPr>
          <p:cNvSpPr txBox="1"/>
          <p:nvPr/>
        </p:nvSpPr>
        <p:spPr>
          <a:xfrm>
            <a:off x="323528" y="1628800"/>
            <a:ext cx="8568952" cy="4824536"/>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3777609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E488D6-B935-439A-AE4C-BD2197A92933}"/>
              </a:ext>
            </a:extLst>
          </p:cNvPr>
          <p:cNvSpPr>
            <a:spLocks noGrp="1"/>
          </p:cNvSpPr>
          <p:nvPr>
            <p:ph type="title"/>
          </p:nvPr>
        </p:nvSpPr>
        <p:spPr>
          <a:xfrm>
            <a:off x="457200" y="49986"/>
            <a:ext cx="8229600" cy="1143000"/>
          </a:xfrm>
        </p:spPr>
        <p:txBody>
          <a:bodyPr/>
          <a:lstStyle/>
          <a:p>
            <a:r>
              <a:rPr lang="fr-FR" dirty="0" err="1">
                <a:latin typeface="Cambria" panose="02040503050406030204" pitchFamily="18" charset="0"/>
                <a:ea typeface="Cambria" panose="02040503050406030204" pitchFamily="18" charset="0"/>
              </a:rPr>
              <a:t>Exercise</a:t>
            </a:r>
            <a:endParaRPr lang="fr-FR" dirty="0">
              <a:latin typeface="Cambria" panose="02040503050406030204" pitchFamily="18" charset="0"/>
              <a:ea typeface="Cambria" panose="02040503050406030204" pitchFamily="18" charset="0"/>
            </a:endParaRPr>
          </a:p>
        </p:txBody>
      </p:sp>
      <p:sp>
        <p:nvSpPr>
          <p:cNvPr id="3" name="Espace réservé du contenu 2">
            <a:extLst>
              <a:ext uri="{FF2B5EF4-FFF2-40B4-BE49-F238E27FC236}">
                <a16:creationId xmlns:a16="http://schemas.microsoft.com/office/drawing/2014/main" id="{171C30B0-2A3D-414C-9A6C-1032A52CE08C}"/>
              </a:ext>
            </a:extLst>
          </p:cNvPr>
          <p:cNvSpPr>
            <a:spLocks noGrp="1"/>
          </p:cNvSpPr>
          <p:nvPr>
            <p:ph idx="1"/>
          </p:nvPr>
        </p:nvSpPr>
        <p:spPr>
          <a:xfrm>
            <a:off x="16977" y="666392"/>
            <a:ext cx="9115375" cy="5691982"/>
          </a:xfrm>
        </p:spPr>
        <p:txBody>
          <a:bodyPr>
            <a:normAutofit fontScale="85000" lnSpcReduction="20000"/>
          </a:bodyPr>
          <a:lstStyle/>
          <a:p>
            <a:pPr marL="0" indent="0">
              <a:buNone/>
            </a:pPr>
            <a:endParaRPr lang="fr-FR" sz="2000" dirty="0">
              <a:latin typeface="Cambria" panose="02040503050406030204" pitchFamily="18" charset="0"/>
              <a:ea typeface="Cambria" panose="02040503050406030204" pitchFamily="18" charset="0"/>
            </a:endParaRPr>
          </a:p>
          <a:p>
            <a:pPr marL="0" indent="0">
              <a:buNone/>
            </a:pPr>
            <a:r>
              <a:rPr lang="en-US" sz="2000" dirty="0">
                <a:latin typeface="Cambria" panose="02040503050406030204" pitchFamily="18" charset="0"/>
                <a:ea typeface="Cambria" panose="02040503050406030204" pitchFamily="18" charset="0"/>
              </a:rPr>
              <a:t>The data below represents the age of visitors to a website:
</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en-US" sz="2000" dirty="0">
                <a:latin typeface="Cambria" panose="02040503050406030204" pitchFamily="18" charset="0"/>
                <a:ea typeface="Cambria" panose="02040503050406030204" pitchFamily="18" charset="0"/>
              </a:rPr>
              <a:t>
Find the right proposal (among the four proposals below):
</a:t>
            </a:r>
            <a:endParaRPr lang="fr-FR" sz="20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2000" dirty="0">
                <a:latin typeface="Cambria" panose="02040503050406030204" pitchFamily="18" charset="0"/>
                <a:ea typeface="Cambria" panose="02040503050406030204" pitchFamily="18" charset="0"/>
              </a:rPr>
              <a:t>The variable studied is discrete quantitative 
The bar chart is the right graphical tool to represent the data 
The curve of increasing cumulative frequencies is continuous
The last class can be replaced (by convention) by [50, 70[</a:t>
            </a:r>
            <a:endParaRPr lang="fr-FR" sz="2000" dirty="0">
              <a:latin typeface="Cambria" panose="02040503050406030204" pitchFamily="18" charset="0"/>
              <a:ea typeface="Cambria" panose="02040503050406030204" pitchFamily="18" charset="0"/>
            </a:endParaRPr>
          </a:p>
          <a:p>
            <a:pPr marL="0" indent="0" algn="ctr">
              <a:buNone/>
            </a:pPr>
            <a:endParaRPr lang="fr-FR" sz="2000" dirty="0">
              <a:latin typeface="Cambria" panose="02040503050406030204" pitchFamily="18" charset="0"/>
              <a:ea typeface="Cambria" panose="02040503050406030204" pitchFamily="18" charset="0"/>
            </a:endParaRPr>
          </a:p>
          <a:p>
            <a:pPr marL="0" indent="0" algn="ctr">
              <a:buNone/>
            </a:pPr>
            <a:endParaRPr lang="fr-FR" sz="2000" dirty="0">
              <a:latin typeface="Cambria" panose="02040503050406030204" pitchFamily="18" charset="0"/>
              <a:ea typeface="Cambria" panose="02040503050406030204" pitchFamily="18" charset="0"/>
            </a:endParaRPr>
          </a:p>
          <a:p>
            <a:pPr marL="0" indent="0">
              <a:buNone/>
            </a:pPr>
            <a:endParaRPr lang="fr-FR" dirty="0"/>
          </a:p>
        </p:txBody>
      </p:sp>
      <p:graphicFrame>
        <p:nvGraphicFramePr>
          <p:cNvPr id="4" name="Tableau 5">
            <a:extLst>
              <a:ext uri="{FF2B5EF4-FFF2-40B4-BE49-F238E27FC236}">
                <a16:creationId xmlns:a16="http://schemas.microsoft.com/office/drawing/2014/main" id="{0F705BA6-628B-48F4-AD31-BBB7A843D82D}"/>
              </a:ext>
            </a:extLst>
          </p:cNvPr>
          <p:cNvGraphicFramePr>
            <a:graphicFrameLocks noGrp="1"/>
          </p:cNvGraphicFramePr>
          <p:nvPr>
            <p:extLst>
              <p:ext uri="{D42A27DB-BD31-4B8C-83A1-F6EECF244321}">
                <p14:modId xmlns:p14="http://schemas.microsoft.com/office/powerpoint/2010/main" val="865160392"/>
              </p:ext>
            </p:extLst>
          </p:nvPr>
        </p:nvGraphicFramePr>
        <p:xfrm>
          <a:off x="3131840" y="1340768"/>
          <a:ext cx="3168352" cy="283464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644592904"/>
                    </a:ext>
                  </a:extLst>
                </a:gridCol>
                <a:gridCol w="1584176">
                  <a:extLst>
                    <a:ext uri="{9D8B030D-6E8A-4147-A177-3AD203B41FA5}">
                      <a16:colId xmlns:a16="http://schemas.microsoft.com/office/drawing/2014/main" val="382991047"/>
                    </a:ext>
                  </a:extLst>
                </a:gridCol>
              </a:tblGrid>
              <a:tr h="520316">
                <a:tc>
                  <a:txBody>
                    <a:bodyPr/>
                    <a:lstStyle/>
                    <a:p>
                      <a:pPr algn="ctr"/>
                      <a:r>
                        <a:rPr lang="fr-FR" dirty="0"/>
                        <a:t>Age</a:t>
                      </a:r>
                    </a:p>
                  </a:txBody>
                  <a:tcPr anchor="ctr"/>
                </a:tc>
                <a:tc>
                  <a:txBody>
                    <a:bodyPr/>
                    <a:lstStyle/>
                    <a:p>
                      <a:pPr algn="ctr"/>
                      <a:r>
                        <a:rPr lang="fr-FR" dirty="0" err="1"/>
                        <a:t>Number</a:t>
                      </a:r>
                      <a:r>
                        <a:rPr lang="fr-FR" dirty="0"/>
                        <a:t> of </a:t>
                      </a:r>
                      <a:r>
                        <a:rPr lang="fr-FR" dirty="0" err="1"/>
                        <a:t>visitors</a:t>
                      </a:r>
                      <a:endParaRPr lang="fr-FR" dirty="0"/>
                    </a:p>
                  </a:txBody>
                  <a:tcPr anchor="ctr"/>
                </a:tc>
                <a:extLst>
                  <a:ext uri="{0D108BD9-81ED-4DB2-BD59-A6C34878D82A}">
                    <a16:rowId xmlns:a16="http://schemas.microsoft.com/office/drawing/2014/main" val="1283284218"/>
                  </a:ext>
                </a:extLst>
              </a:tr>
              <a:tr h="297323">
                <a:tc>
                  <a:txBody>
                    <a:bodyPr/>
                    <a:lstStyle/>
                    <a:p>
                      <a:pPr algn="ctr"/>
                      <a:r>
                        <a:rPr lang="fr-FR" dirty="0"/>
                        <a:t>&lt; 18</a:t>
                      </a:r>
                    </a:p>
                  </a:txBody>
                  <a:tcPr/>
                </a:tc>
                <a:tc>
                  <a:txBody>
                    <a:bodyPr/>
                    <a:lstStyle/>
                    <a:p>
                      <a:pPr algn="ctr"/>
                      <a:r>
                        <a:rPr lang="fr-FR" dirty="0"/>
                        <a:t>5</a:t>
                      </a:r>
                    </a:p>
                  </a:txBody>
                  <a:tcPr/>
                </a:tc>
                <a:extLst>
                  <a:ext uri="{0D108BD9-81ED-4DB2-BD59-A6C34878D82A}">
                    <a16:rowId xmlns:a16="http://schemas.microsoft.com/office/drawing/2014/main" val="882198753"/>
                  </a:ext>
                </a:extLst>
              </a:tr>
              <a:tr h="297323">
                <a:tc>
                  <a:txBody>
                    <a:bodyPr/>
                    <a:lstStyle/>
                    <a:p>
                      <a:pPr algn="ctr"/>
                      <a:r>
                        <a:rPr lang="fr-FR" dirty="0"/>
                        <a:t>[18 ; 20[</a:t>
                      </a:r>
                    </a:p>
                  </a:txBody>
                  <a:tcPr/>
                </a:tc>
                <a:tc>
                  <a:txBody>
                    <a:bodyPr/>
                    <a:lstStyle/>
                    <a:p>
                      <a:pPr algn="ctr"/>
                      <a:r>
                        <a:rPr lang="fr-FR" dirty="0"/>
                        <a:t>15</a:t>
                      </a:r>
                    </a:p>
                  </a:txBody>
                  <a:tcPr/>
                </a:tc>
                <a:extLst>
                  <a:ext uri="{0D108BD9-81ED-4DB2-BD59-A6C34878D82A}">
                    <a16:rowId xmlns:a16="http://schemas.microsoft.com/office/drawing/2014/main" val="1755262945"/>
                  </a:ext>
                </a:extLst>
              </a:tr>
              <a:tr h="297323">
                <a:tc>
                  <a:txBody>
                    <a:bodyPr/>
                    <a:lstStyle/>
                    <a:p>
                      <a:pPr algn="ctr"/>
                      <a:r>
                        <a:rPr lang="fr-FR" dirty="0"/>
                        <a:t>[20 ; 30[</a:t>
                      </a:r>
                    </a:p>
                  </a:txBody>
                  <a:tcPr/>
                </a:tc>
                <a:tc>
                  <a:txBody>
                    <a:bodyPr/>
                    <a:lstStyle/>
                    <a:p>
                      <a:pPr algn="ctr"/>
                      <a:r>
                        <a:rPr lang="fr-FR" dirty="0"/>
                        <a:t>20</a:t>
                      </a:r>
                    </a:p>
                  </a:txBody>
                  <a:tcPr/>
                </a:tc>
                <a:extLst>
                  <a:ext uri="{0D108BD9-81ED-4DB2-BD59-A6C34878D82A}">
                    <a16:rowId xmlns:a16="http://schemas.microsoft.com/office/drawing/2014/main" val="3070569742"/>
                  </a:ext>
                </a:extLst>
              </a:tr>
              <a:tr h="297323">
                <a:tc>
                  <a:txBody>
                    <a:bodyPr/>
                    <a:lstStyle/>
                    <a:p>
                      <a:pPr algn="ctr"/>
                      <a:r>
                        <a:rPr lang="fr-FR" dirty="0"/>
                        <a:t>[30 ; 35[</a:t>
                      </a:r>
                    </a:p>
                  </a:txBody>
                  <a:tcPr/>
                </a:tc>
                <a:tc>
                  <a:txBody>
                    <a:bodyPr/>
                    <a:lstStyle/>
                    <a:p>
                      <a:pPr algn="ctr"/>
                      <a:r>
                        <a:rPr lang="fr-FR" dirty="0"/>
                        <a:t>30</a:t>
                      </a:r>
                    </a:p>
                  </a:txBody>
                  <a:tcPr/>
                </a:tc>
                <a:extLst>
                  <a:ext uri="{0D108BD9-81ED-4DB2-BD59-A6C34878D82A}">
                    <a16:rowId xmlns:a16="http://schemas.microsoft.com/office/drawing/2014/main" val="3248883628"/>
                  </a:ext>
                </a:extLst>
              </a:tr>
              <a:tr h="297323">
                <a:tc>
                  <a:txBody>
                    <a:bodyPr/>
                    <a:lstStyle/>
                    <a:p>
                      <a:pPr algn="ctr"/>
                      <a:r>
                        <a:rPr lang="fr-FR" dirty="0"/>
                        <a:t>[35 ; 50[</a:t>
                      </a:r>
                    </a:p>
                  </a:txBody>
                  <a:tcPr/>
                </a:tc>
                <a:tc>
                  <a:txBody>
                    <a:bodyPr/>
                    <a:lstStyle/>
                    <a:p>
                      <a:pPr algn="ctr"/>
                      <a:r>
                        <a:rPr lang="fr-FR" dirty="0"/>
                        <a:t>23</a:t>
                      </a:r>
                    </a:p>
                  </a:txBody>
                  <a:tcPr/>
                </a:tc>
                <a:extLst>
                  <a:ext uri="{0D108BD9-81ED-4DB2-BD59-A6C34878D82A}">
                    <a16:rowId xmlns:a16="http://schemas.microsoft.com/office/drawing/2014/main" val="979531004"/>
                  </a:ext>
                </a:extLst>
              </a:tr>
              <a:tr h="297323">
                <a:tc>
                  <a:txBody>
                    <a:bodyPr/>
                    <a:lstStyle/>
                    <a:p>
                      <a:pPr algn="ctr"/>
                      <a:r>
                        <a:rPr lang="fr-FR" dirty="0"/>
                        <a:t>≥ 50</a:t>
                      </a:r>
                    </a:p>
                  </a:txBody>
                  <a:tcPr/>
                </a:tc>
                <a:tc>
                  <a:txBody>
                    <a:bodyPr/>
                    <a:lstStyle/>
                    <a:p>
                      <a:pPr algn="ctr"/>
                      <a:r>
                        <a:rPr lang="fr-FR" dirty="0"/>
                        <a:t>7</a:t>
                      </a:r>
                    </a:p>
                  </a:txBody>
                  <a:tcPr/>
                </a:tc>
                <a:extLst>
                  <a:ext uri="{0D108BD9-81ED-4DB2-BD59-A6C34878D82A}">
                    <a16:rowId xmlns:a16="http://schemas.microsoft.com/office/drawing/2014/main" val="517406404"/>
                  </a:ext>
                </a:extLst>
              </a:tr>
            </a:tbl>
          </a:graphicData>
        </a:graphic>
      </p:graphicFrame>
    </p:spTree>
    <p:extLst>
      <p:ext uri="{BB962C8B-B14F-4D97-AF65-F5344CB8AC3E}">
        <p14:creationId xmlns:p14="http://schemas.microsoft.com/office/powerpoint/2010/main" val="15966689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177E9E-3AF1-41BA-9DEF-F7C7ABBC075E}"/>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1371EEB3-1473-4160-BB7E-CF41C8A0B696}"/>
              </a:ext>
            </a:extLst>
          </p:cNvPr>
          <p:cNvSpPr txBox="1"/>
          <p:nvPr/>
        </p:nvSpPr>
        <p:spPr>
          <a:xfrm>
            <a:off x="323528" y="1628800"/>
            <a:ext cx="8568952" cy="4824536"/>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1810311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E488D6-B935-439A-AE4C-BD2197A92933}"/>
              </a:ext>
            </a:extLst>
          </p:cNvPr>
          <p:cNvSpPr>
            <a:spLocks noGrp="1"/>
          </p:cNvSpPr>
          <p:nvPr>
            <p:ph type="title"/>
          </p:nvPr>
        </p:nvSpPr>
        <p:spPr>
          <a:xfrm>
            <a:off x="457200" y="6648"/>
            <a:ext cx="8229600" cy="1143000"/>
          </a:xfrm>
        </p:spPr>
        <p:txBody>
          <a:bodyPr/>
          <a:lstStyle/>
          <a:p>
            <a:r>
              <a:rPr lang="fr-FR" dirty="0" err="1">
                <a:latin typeface="Cambria" panose="02040503050406030204" pitchFamily="18" charset="0"/>
                <a:ea typeface="Cambria" panose="02040503050406030204" pitchFamily="18" charset="0"/>
              </a:rPr>
              <a:t>Exercise</a:t>
            </a:r>
            <a:endParaRPr lang="fr-FR" dirty="0">
              <a:latin typeface="Cambria" panose="02040503050406030204" pitchFamily="18" charset="0"/>
              <a:ea typeface="Cambria" panose="02040503050406030204" pitchFamily="18" charset="0"/>
            </a:endParaRPr>
          </a:p>
        </p:txBody>
      </p:sp>
      <p:sp>
        <p:nvSpPr>
          <p:cNvPr id="3" name="Espace réservé du contenu 2">
            <a:extLst>
              <a:ext uri="{FF2B5EF4-FFF2-40B4-BE49-F238E27FC236}">
                <a16:creationId xmlns:a16="http://schemas.microsoft.com/office/drawing/2014/main" id="{171C30B0-2A3D-414C-9A6C-1032A52CE08C}"/>
              </a:ext>
            </a:extLst>
          </p:cNvPr>
          <p:cNvSpPr>
            <a:spLocks noGrp="1"/>
          </p:cNvSpPr>
          <p:nvPr>
            <p:ph idx="1"/>
          </p:nvPr>
        </p:nvSpPr>
        <p:spPr>
          <a:xfrm>
            <a:off x="28625" y="836712"/>
            <a:ext cx="9115375" cy="6014640"/>
          </a:xfrm>
        </p:spPr>
        <p:txBody>
          <a:bodyPr>
            <a:normAutofit fontScale="92500" lnSpcReduction="10000"/>
          </a:bodyPr>
          <a:lstStyle/>
          <a:p>
            <a:pPr marL="0" indent="0">
              <a:buNone/>
            </a:pPr>
            <a:endParaRPr lang="fr-FR" sz="2000" dirty="0">
              <a:latin typeface="Cambria" panose="02040503050406030204" pitchFamily="18" charset="0"/>
              <a:ea typeface="Cambria" panose="02040503050406030204" pitchFamily="18" charset="0"/>
            </a:endParaRPr>
          </a:p>
          <a:p>
            <a:pPr marL="0" indent="0">
              <a:buNone/>
            </a:pPr>
            <a:r>
              <a:rPr lang="en-US" sz="2000" dirty="0">
                <a:latin typeface="Cambria" panose="02040503050406030204" pitchFamily="18" charset="0"/>
                <a:ea typeface="Cambria" panose="02040503050406030204" pitchFamily="18" charset="0"/>
              </a:rPr>
              <a:t>The data below represents the number of products purchased during the visit of 100 visitors to a shopping center:
</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en-US" sz="2000" dirty="0">
                <a:latin typeface="Cambria" panose="02040503050406030204" pitchFamily="18" charset="0"/>
                <a:ea typeface="Cambria" panose="02040503050406030204" pitchFamily="18" charset="0"/>
              </a:rPr>
              <a:t>Find the right proposal (among the four proposals below):
</a:t>
            </a:r>
            <a:endParaRPr lang="fr-FR" sz="20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2000" dirty="0">
                <a:latin typeface="Cambria" panose="02040503050406030204" pitchFamily="18" charset="0"/>
                <a:ea typeface="Cambria" panose="02040503050406030204" pitchFamily="18" charset="0"/>
              </a:rPr>
              <a:t>The variable studied is qualitative ordinal 
The bar chart is the right graphical tool to represent the data 
The curve of increasing cumulative frequencies is discontinuous</a:t>
            </a:r>
            <a:endParaRPr lang="fr-FR" sz="20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2000" dirty="0">
                <a:latin typeface="Cambria" panose="02040503050406030204" pitchFamily="18" charset="0"/>
                <a:ea typeface="Cambria" panose="02040503050406030204" pitchFamily="18" charset="0"/>
              </a:rPr>
              <a:t>80% of visitors have a number of products purchased less than or equal to 2</a:t>
            </a:r>
            <a:endParaRPr lang="fr-FR" sz="2000" dirty="0">
              <a:latin typeface="Cambria" panose="02040503050406030204" pitchFamily="18" charset="0"/>
              <a:ea typeface="Cambria" panose="02040503050406030204" pitchFamily="18" charset="0"/>
            </a:endParaRPr>
          </a:p>
          <a:p>
            <a:pPr marL="0" indent="0" algn="ctr">
              <a:buNone/>
            </a:pPr>
            <a:endParaRPr lang="fr-FR" sz="2000" dirty="0">
              <a:latin typeface="Cambria" panose="02040503050406030204" pitchFamily="18" charset="0"/>
              <a:ea typeface="Cambria" panose="02040503050406030204" pitchFamily="18" charset="0"/>
            </a:endParaRPr>
          </a:p>
          <a:p>
            <a:pPr marL="0" indent="0" algn="ctr">
              <a:buNone/>
            </a:pPr>
            <a:endParaRPr lang="fr-FR" sz="2000" dirty="0">
              <a:latin typeface="Cambria" panose="02040503050406030204" pitchFamily="18" charset="0"/>
              <a:ea typeface="Cambria" panose="02040503050406030204" pitchFamily="18" charset="0"/>
            </a:endParaRPr>
          </a:p>
          <a:p>
            <a:pPr marL="0" indent="0">
              <a:buNone/>
            </a:pPr>
            <a:endParaRPr lang="fr-FR" dirty="0"/>
          </a:p>
        </p:txBody>
      </p:sp>
      <p:graphicFrame>
        <p:nvGraphicFramePr>
          <p:cNvPr id="5" name="Tableau 5">
            <a:extLst>
              <a:ext uri="{FF2B5EF4-FFF2-40B4-BE49-F238E27FC236}">
                <a16:creationId xmlns:a16="http://schemas.microsoft.com/office/drawing/2014/main" id="{8BCD3DEE-DC7F-421E-840F-40D853695856}"/>
              </a:ext>
            </a:extLst>
          </p:cNvPr>
          <p:cNvGraphicFramePr>
            <a:graphicFrameLocks noGrp="1"/>
          </p:cNvGraphicFramePr>
          <p:nvPr>
            <p:extLst>
              <p:ext uri="{D42A27DB-BD31-4B8C-83A1-F6EECF244321}">
                <p14:modId xmlns:p14="http://schemas.microsoft.com/office/powerpoint/2010/main" val="224126870"/>
              </p:ext>
            </p:extLst>
          </p:nvPr>
        </p:nvGraphicFramePr>
        <p:xfrm>
          <a:off x="3779912" y="1700808"/>
          <a:ext cx="3168352" cy="274320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644592904"/>
                    </a:ext>
                  </a:extLst>
                </a:gridCol>
                <a:gridCol w="1584176">
                  <a:extLst>
                    <a:ext uri="{9D8B030D-6E8A-4147-A177-3AD203B41FA5}">
                      <a16:colId xmlns:a16="http://schemas.microsoft.com/office/drawing/2014/main" val="382991047"/>
                    </a:ext>
                  </a:extLst>
                </a:gridCol>
              </a:tblGrid>
              <a:tr h="520316">
                <a:tc>
                  <a:txBody>
                    <a:bodyPr/>
                    <a:lstStyle/>
                    <a:p>
                      <a:pPr algn="ctr"/>
                      <a:r>
                        <a:rPr lang="fr-FR" dirty="0"/>
                        <a:t>Nb of </a:t>
                      </a:r>
                      <a:r>
                        <a:rPr lang="fr-FR" dirty="0" err="1"/>
                        <a:t>products</a:t>
                      </a:r>
                      <a:r>
                        <a:rPr lang="fr-FR" dirty="0"/>
                        <a:t> </a:t>
                      </a:r>
                      <a:r>
                        <a:rPr lang="fr-FR" dirty="0" err="1"/>
                        <a:t>purchased</a:t>
                      </a:r>
                      <a:endParaRPr lang="fr-FR" dirty="0"/>
                    </a:p>
                  </a:txBody>
                  <a:tcPr anchor="ctr"/>
                </a:tc>
                <a:tc>
                  <a:txBody>
                    <a:bodyPr/>
                    <a:lstStyle/>
                    <a:p>
                      <a:pPr algn="ctr"/>
                      <a:r>
                        <a:rPr lang="fr-FR" dirty="0" err="1"/>
                        <a:t>Number</a:t>
                      </a:r>
                      <a:r>
                        <a:rPr lang="fr-FR" dirty="0"/>
                        <a:t> of </a:t>
                      </a:r>
                      <a:r>
                        <a:rPr lang="fr-FR" dirty="0" err="1"/>
                        <a:t>visitors</a:t>
                      </a:r>
                      <a:endParaRPr lang="fr-FR" dirty="0"/>
                    </a:p>
                  </a:txBody>
                  <a:tcPr anchor="ctr"/>
                </a:tc>
                <a:extLst>
                  <a:ext uri="{0D108BD9-81ED-4DB2-BD59-A6C34878D82A}">
                    <a16:rowId xmlns:a16="http://schemas.microsoft.com/office/drawing/2014/main" val="1283284218"/>
                  </a:ext>
                </a:extLst>
              </a:tr>
              <a:tr h="297323">
                <a:tc>
                  <a:txBody>
                    <a:bodyPr/>
                    <a:lstStyle/>
                    <a:p>
                      <a:pPr algn="ctr"/>
                      <a:r>
                        <a:rPr lang="fr-FR" dirty="0"/>
                        <a:t>0</a:t>
                      </a:r>
                    </a:p>
                  </a:txBody>
                  <a:tcPr/>
                </a:tc>
                <a:tc>
                  <a:txBody>
                    <a:bodyPr/>
                    <a:lstStyle/>
                    <a:p>
                      <a:pPr algn="ctr"/>
                      <a:r>
                        <a:rPr lang="fr-FR" dirty="0"/>
                        <a:t>20</a:t>
                      </a:r>
                    </a:p>
                  </a:txBody>
                  <a:tcPr/>
                </a:tc>
                <a:extLst>
                  <a:ext uri="{0D108BD9-81ED-4DB2-BD59-A6C34878D82A}">
                    <a16:rowId xmlns:a16="http://schemas.microsoft.com/office/drawing/2014/main" val="882198753"/>
                  </a:ext>
                </a:extLst>
              </a:tr>
              <a:tr h="297323">
                <a:tc>
                  <a:txBody>
                    <a:bodyPr/>
                    <a:lstStyle/>
                    <a:p>
                      <a:pPr algn="ctr"/>
                      <a:r>
                        <a:rPr lang="fr-FR" dirty="0"/>
                        <a:t>1</a:t>
                      </a:r>
                    </a:p>
                  </a:txBody>
                  <a:tcPr/>
                </a:tc>
                <a:tc>
                  <a:txBody>
                    <a:bodyPr/>
                    <a:lstStyle/>
                    <a:p>
                      <a:pPr algn="ctr"/>
                      <a:r>
                        <a:rPr lang="fr-FR" dirty="0"/>
                        <a:t>35</a:t>
                      </a:r>
                    </a:p>
                  </a:txBody>
                  <a:tcPr/>
                </a:tc>
                <a:extLst>
                  <a:ext uri="{0D108BD9-81ED-4DB2-BD59-A6C34878D82A}">
                    <a16:rowId xmlns:a16="http://schemas.microsoft.com/office/drawing/2014/main" val="1755262945"/>
                  </a:ext>
                </a:extLst>
              </a:tr>
              <a:tr h="297323">
                <a:tc>
                  <a:txBody>
                    <a:bodyPr/>
                    <a:lstStyle/>
                    <a:p>
                      <a:pPr algn="ctr"/>
                      <a:r>
                        <a:rPr lang="fr-FR" dirty="0"/>
                        <a:t>2</a:t>
                      </a:r>
                    </a:p>
                  </a:txBody>
                  <a:tcPr/>
                </a:tc>
                <a:tc>
                  <a:txBody>
                    <a:bodyPr/>
                    <a:lstStyle/>
                    <a:p>
                      <a:pPr algn="ctr"/>
                      <a:r>
                        <a:rPr lang="fr-FR" dirty="0"/>
                        <a:t>24</a:t>
                      </a:r>
                    </a:p>
                  </a:txBody>
                  <a:tcPr/>
                </a:tc>
                <a:extLst>
                  <a:ext uri="{0D108BD9-81ED-4DB2-BD59-A6C34878D82A}">
                    <a16:rowId xmlns:a16="http://schemas.microsoft.com/office/drawing/2014/main" val="3070569742"/>
                  </a:ext>
                </a:extLst>
              </a:tr>
              <a:tr h="297323">
                <a:tc>
                  <a:txBody>
                    <a:bodyPr/>
                    <a:lstStyle/>
                    <a:p>
                      <a:pPr algn="ctr"/>
                      <a:r>
                        <a:rPr lang="fr-FR" dirty="0"/>
                        <a:t>4</a:t>
                      </a:r>
                    </a:p>
                  </a:txBody>
                  <a:tcPr/>
                </a:tc>
                <a:tc>
                  <a:txBody>
                    <a:bodyPr/>
                    <a:lstStyle/>
                    <a:p>
                      <a:pPr algn="ctr"/>
                      <a:r>
                        <a:rPr lang="fr-FR" dirty="0"/>
                        <a:t>16</a:t>
                      </a:r>
                    </a:p>
                  </a:txBody>
                  <a:tcPr/>
                </a:tc>
                <a:extLst>
                  <a:ext uri="{0D108BD9-81ED-4DB2-BD59-A6C34878D82A}">
                    <a16:rowId xmlns:a16="http://schemas.microsoft.com/office/drawing/2014/main" val="3248883628"/>
                  </a:ext>
                </a:extLst>
              </a:tr>
              <a:tr h="297323">
                <a:tc>
                  <a:txBody>
                    <a:bodyPr/>
                    <a:lstStyle/>
                    <a:p>
                      <a:pPr algn="ctr"/>
                      <a:r>
                        <a:rPr lang="fr-FR" dirty="0"/>
                        <a:t>5</a:t>
                      </a:r>
                    </a:p>
                  </a:txBody>
                  <a:tcPr/>
                </a:tc>
                <a:tc>
                  <a:txBody>
                    <a:bodyPr/>
                    <a:lstStyle/>
                    <a:p>
                      <a:pPr algn="ctr"/>
                      <a:r>
                        <a:rPr lang="fr-FR" dirty="0"/>
                        <a:t>5</a:t>
                      </a:r>
                    </a:p>
                  </a:txBody>
                  <a:tcPr/>
                </a:tc>
                <a:extLst>
                  <a:ext uri="{0D108BD9-81ED-4DB2-BD59-A6C34878D82A}">
                    <a16:rowId xmlns:a16="http://schemas.microsoft.com/office/drawing/2014/main" val="979531004"/>
                  </a:ext>
                </a:extLst>
              </a:tr>
            </a:tbl>
          </a:graphicData>
        </a:graphic>
      </p:graphicFrame>
    </p:spTree>
    <p:extLst>
      <p:ext uri="{BB962C8B-B14F-4D97-AF65-F5344CB8AC3E}">
        <p14:creationId xmlns:p14="http://schemas.microsoft.com/office/powerpoint/2010/main" val="38046488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177E9E-3AF1-41BA-9DEF-F7C7ABBC075E}"/>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1371EEB3-1473-4160-BB7E-CF41C8A0B696}"/>
              </a:ext>
            </a:extLst>
          </p:cNvPr>
          <p:cNvSpPr txBox="1"/>
          <p:nvPr/>
        </p:nvSpPr>
        <p:spPr>
          <a:xfrm>
            <a:off x="323528" y="1628800"/>
            <a:ext cx="8568952" cy="4824536"/>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197190280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2CBBB177BCECA4BA07D6B8F331069E6" ma:contentTypeVersion="8" ma:contentTypeDescription="Crée un document." ma:contentTypeScope="" ma:versionID="a1792ed5d19ee5ab252c33350085386f">
  <xsd:schema xmlns:xsd="http://www.w3.org/2001/XMLSchema" xmlns:xs="http://www.w3.org/2001/XMLSchema" xmlns:p="http://schemas.microsoft.com/office/2006/metadata/properties" xmlns:ns2="9e182b23-170a-47e8-a965-13b876d21b7d" targetNamespace="http://schemas.microsoft.com/office/2006/metadata/properties" ma:root="true" ma:fieldsID="f2f4ce115f52bc9505b5498e049d5905" ns2:_="">
    <xsd:import namespace="9e182b23-170a-47e8-a965-13b876d21b7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182b23-170a-47e8-a965-13b876d21b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F5BCDA5-BE8C-4408-8722-20FDB8CD0C94}">
  <ds:schemaRefs>
    <ds:schemaRef ds:uri="http://schemas.microsoft.com/sharepoint/v3/contenttype/forms"/>
  </ds:schemaRefs>
</ds:datastoreItem>
</file>

<file path=customXml/itemProps2.xml><?xml version="1.0" encoding="utf-8"?>
<ds:datastoreItem xmlns:ds="http://schemas.openxmlformats.org/officeDocument/2006/customXml" ds:itemID="{224DAEB6-EAD5-4579-98FF-0534BDF948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182b23-170a-47e8-a965-13b876d21b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1AC1EBE-977F-480B-B90F-A9F24D28C013}">
  <ds:schemaRefs>
    <ds:schemaRef ds:uri="64acb2c5-0a2b-4bda-bd34-58e36cbb80d2"/>
    <ds:schemaRef ds:uri="http://schemas.microsoft.com/office/2006/documentManagement/types"/>
    <ds:schemaRef ds:uri="http://purl.org/dc/elements/1.1/"/>
    <ds:schemaRef ds:uri="http://schemas.microsoft.com/office/2006/metadata/properties"/>
    <ds:schemaRef ds:uri="6d93d202-47fc-4405-873a-cab67cc5f1b2"/>
    <ds:schemaRef ds:uri="http://schemas.microsoft.com/office/infopath/2007/PartnerControls"/>
    <ds:schemaRef ds:uri="http://purl.org/dc/term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324</TotalTime>
  <Words>582</Words>
  <Application>Microsoft Office PowerPoint</Application>
  <PresentationFormat>Affichage à l'écran (4:3)</PresentationFormat>
  <Paragraphs>166</Paragraphs>
  <Slides>25</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25</vt:i4>
      </vt:variant>
    </vt:vector>
  </HeadingPairs>
  <TitlesOfParts>
    <vt:vector size="31" baseType="lpstr">
      <vt:lpstr>Arial</vt:lpstr>
      <vt:lpstr>Calibri</vt:lpstr>
      <vt:lpstr>Cambria</vt:lpstr>
      <vt:lpstr>F17</vt:lpstr>
      <vt:lpstr>Wingdings</vt:lpstr>
      <vt:lpstr>Thème Office</vt:lpstr>
      <vt:lpstr>Data Description </vt:lpstr>
      <vt:lpstr>Graphical representation of data
</vt:lpstr>
      <vt:lpstr>Note</vt:lpstr>
      <vt:lpstr>Example </vt:lpstr>
      <vt:lpstr>Note</vt:lpstr>
      <vt:lpstr>Note</vt:lpstr>
      <vt:lpstr>Graphical representation of data
</vt:lpstr>
      <vt:lpstr>Note</vt:lpstr>
      <vt:lpstr>Example </vt:lpstr>
      <vt:lpstr>Note</vt:lpstr>
      <vt:lpstr>Note</vt:lpstr>
      <vt:lpstr>Graphical representation of data
</vt:lpstr>
      <vt:lpstr>Note</vt:lpstr>
      <vt:lpstr>Graphical representation of data
</vt:lpstr>
      <vt:lpstr>Note</vt:lpstr>
      <vt:lpstr>Example</vt:lpstr>
      <vt:lpstr>Note</vt:lpstr>
      <vt:lpstr>Note</vt:lpstr>
      <vt:lpstr>The case of open classes</vt:lpstr>
      <vt:lpstr>Note</vt:lpstr>
      <vt:lpstr>Note</vt:lpstr>
      <vt:lpstr>Exercise</vt:lpstr>
      <vt:lpstr>Note</vt:lpstr>
      <vt:lpstr>Exercise</vt:lpstr>
      <vt:lpstr>Note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 </dc:title>
  <dc:creator>KACHOUR Maher</dc:creator>
  <cp:lastModifiedBy>KACHOUR Maher</cp:lastModifiedBy>
  <cp:revision>17</cp:revision>
  <dcterms:created xsi:type="dcterms:W3CDTF">2021-02-02T16:40:54Z</dcterms:created>
  <dcterms:modified xsi:type="dcterms:W3CDTF">2021-10-14T14:06:58Z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0x01010082CBBB177BCECA4BA07D6B8F331069E6</vt:lpwstr>
  </property>
</Properties>
</file>