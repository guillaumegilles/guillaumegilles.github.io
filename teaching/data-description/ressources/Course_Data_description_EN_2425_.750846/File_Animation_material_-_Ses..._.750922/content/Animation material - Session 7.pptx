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4" r:id="rId6"/>
    <p:sldId id="316" r:id="rId7"/>
    <p:sldId id="305" r:id="rId8"/>
    <p:sldId id="306" r:id="rId9"/>
    <p:sldId id="307" r:id="rId10"/>
    <p:sldId id="317" r:id="rId11"/>
    <p:sldId id="318" r:id="rId12"/>
    <p:sldId id="308" r:id="rId13"/>
    <p:sldId id="319" r:id="rId14"/>
    <p:sldId id="309" r:id="rId15"/>
    <p:sldId id="320" r:id="rId16"/>
    <p:sldId id="310" r:id="rId17"/>
    <p:sldId id="321" r:id="rId18"/>
    <p:sldId id="311" r:id="rId19"/>
    <p:sldId id="312" r:id="rId20"/>
    <p:sldId id="322" r:id="rId21"/>
    <p:sldId id="314" r:id="rId22"/>
    <p:sldId id="315" r:id="rId23"/>
    <p:sldId id="313" r:id="rId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56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5D3790B6-3674-4E5A-BEBE-29118395699B}"/>
    <pc:docChg chg="custSel addSld modSld">
      <pc:chgData name="KACHOUR Maher" userId="09775c39-7739-40bf-ba04-c8ef3ab24a94" providerId="ADAL" clId="{5D3790B6-3674-4E5A-BEBE-29118395699B}" dt="2021-10-15T11:58:35.575" v="209" actId="14100"/>
      <pc:docMkLst>
        <pc:docMk/>
      </pc:docMkLst>
      <pc:sldChg chg="delSp modSp mod">
        <pc:chgData name="KACHOUR Maher" userId="09775c39-7739-40bf-ba04-c8ef3ab24a94" providerId="ADAL" clId="{5D3790B6-3674-4E5A-BEBE-29118395699B}" dt="2021-10-15T11:40:48.003" v="12" actId="478"/>
        <pc:sldMkLst>
          <pc:docMk/>
          <pc:sldMk cId="544402037" sldId="304"/>
        </pc:sldMkLst>
        <pc:spChg chg="mod">
          <ac:chgData name="KACHOUR Maher" userId="09775c39-7739-40bf-ba04-c8ef3ab24a94" providerId="ADAL" clId="{5D3790B6-3674-4E5A-BEBE-29118395699B}" dt="2021-10-15T11:40:42.371" v="10" actId="27636"/>
          <ac:spMkLst>
            <pc:docMk/>
            <pc:sldMk cId="544402037" sldId="304"/>
            <ac:spMk id="3" creationId="{91C66DD1-318B-4FCB-89C4-573006772987}"/>
          </ac:spMkLst>
        </pc:spChg>
        <pc:spChg chg="del">
          <ac:chgData name="KACHOUR Maher" userId="09775c39-7739-40bf-ba04-c8ef3ab24a94" providerId="ADAL" clId="{5D3790B6-3674-4E5A-BEBE-29118395699B}" dt="2021-10-15T11:40:44.520" v="11" actId="478"/>
          <ac:spMkLst>
            <pc:docMk/>
            <pc:sldMk cId="544402037" sldId="304"/>
            <ac:spMk id="4" creationId="{69D084A7-4459-4A72-A946-2477CC8D2B0F}"/>
          </ac:spMkLst>
        </pc:spChg>
        <pc:spChg chg="del">
          <ac:chgData name="KACHOUR Maher" userId="09775c39-7739-40bf-ba04-c8ef3ab24a94" providerId="ADAL" clId="{5D3790B6-3674-4E5A-BEBE-29118395699B}" dt="2021-10-15T11:40:48.003" v="12" actId="478"/>
          <ac:spMkLst>
            <pc:docMk/>
            <pc:sldMk cId="544402037" sldId="304"/>
            <ac:spMk id="5" creationId="{1E550BC2-C7A2-4DA3-97F1-4930C0DB2312}"/>
          </ac:spMkLst>
        </pc:spChg>
      </pc:sldChg>
      <pc:sldChg chg="delSp modSp mod">
        <pc:chgData name="KACHOUR Maher" userId="09775c39-7739-40bf-ba04-c8ef3ab24a94" providerId="ADAL" clId="{5D3790B6-3674-4E5A-BEBE-29118395699B}" dt="2021-10-15T11:43:30.615" v="32" actId="14100"/>
        <pc:sldMkLst>
          <pc:docMk/>
          <pc:sldMk cId="2978482811" sldId="307"/>
        </pc:sldMkLst>
        <pc:picChg chg="mod">
          <ac:chgData name="KACHOUR Maher" userId="09775c39-7739-40bf-ba04-c8ef3ab24a94" providerId="ADAL" clId="{5D3790B6-3674-4E5A-BEBE-29118395699B}" dt="2021-10-15T11:43:30.615" v="32" actId="14100"/>
          <ac:picMkLst>
            <pc:docMk/>
            <pc:sldMk cId="2978482811" sldId="307"/>
            <ac:picMk id="4" creationId="{30304DF9-1C4B-416C-8C85-B2EB85BB8EC0}"/>
          </ac:picMkLst>
        </pc:picChg>
        <pc:picChg chg="del">
          <ac:chgData name="KACHOUR Maher" userId="09775c39-7739-40bf-ba04-c8ef3ab24a94" providerId="ADAL" clId="{5D3790B6-3674-4E5A-BEBE-29118395699B}" dt="2021-10-15T11:43:22.898" v="28" actId="478"/>
          <ac:picMkLst>
            <pc:docMk/>
            <pc:sldMk cId="2978482811" sldId="307"/>
            <ac:picMk id="6" creationId="{A48CEEBE-E0D0-43FC-9641-ED19AA8DB0D3}"/>
          </ac:picMkLst>
        </pc:picChg>
        <pc:picChg chg="del">
          <ac:chgData name="KACHOUR Maher" userId="09775c39-7739-40bf-ba04-c8ef3ab24a94" providerId="ADAL" clId="{5D3790B6-3674-4E5A-BEBE-29118395699B}" dt="2021-10-15T11:43:21.063" v="27" actId="478"/>
          <ac:picMkLst>
            <pc:docMk/>
            <pc:sldMk cId="2978482811" sldId="307"/>
            <ac:picMk id="10" creationId="{6E2D0A47-B54B-47AF-9453-D4C5DDAECB59}"/>
          </ac:picMkLst>
        </pc:picChg>
      </pc:sldChg>
      <pc:sldChg chg="delSp modSp mod">
        <pc:chgData name="KACHOUR Maher" userId="09775c39-7739-40bf-ba04-c8ef3ab24a94" providerId="ADAL" clId="{5D3790B6-3674-4E5A-BEBE-29118395699B}" dt="2021-10-15T11:47:20.581" v="93" actId="20577"/>
        <pc:sldMkLst>
          <pc:docMk/>
          <pc:sldMk cId="4099927277" sldId="308"/>
        </pc:sldMkLst>
        <pc:spChg chg="mod">
          <ac:chgData name="KACHOUR Maher" userId="09775c39-7739-40bf-ba04-c8ef3ab24a94" providerId="ADAL" clId="{5D3790B6-3674-4E5A-BEBE-29118395699B}" dt="2021-10-15T11:47:20.581" v="93" actId="20577"/>
          <ac:spMkLst>
            <pc:docMk/>
            <pc:sldMk cId="4099927277" sldId="308"/>
            <ac:spMk id="3" creationId="{640910BD-C27F-4E47-8643-E68BB45A886B}"/>
          </ac:spMkLst>
        </pc:spChg>
        <pc:picChg chg="del">
          <ac:chgData name="KACHOUR Maher" userId="09775c39-7739-40bf-ba04-c8ef3ab24a94" providerId="ADAL" clId="{5D3790B6-3674-4E5A-BEBE-29118395699B}" dt="2021-10-15T11:46:10.805" v="38" actId="478"/>
          <ac:picMkLst>
            <pc:docMk/>
            <pc:sldMk cId="4099927277" sldId="308"/>
            <ac:picMk id="5" creationId="{E1AD8C8D-468D-4860-9ED4-B8EDB67F99EB}"/>
          </ac:picMkLst>
        </pc:picChg>
      </pc:sldChg>
      <pc:sldChg chg="addSp delSp modSp mod">
        <pc:chgData name="KACHOUR Maher" userId="09775c39-7739-40bf-ba04-c8ef3ab24a94" providerId="ADAL" clId="{5D3790B6-3674-4E5A-BEBE-29118395699B}" dt="2021-10-15T11:53:11.117" v="149" actId="20577"/>
        <pc:sldMkLst>
          <pc:docMk/>
          <pc:sldMk cId="2164591419" sldId="309"/>
        </pc:sldMkLst>
        <pc:spChg chg="mod">
          <ac:chgData name="KACHOUR Maher" userId="09775c39-7739-40bf-ba04-c8ef3ab24a94" providerId="ADAL" clId="{5D3790B6-3674-4E5A-BEBE-29118395699B}" dt="2021-10-15T11:53:11.117" v="149" actId="20577"/>
          <ac:spMkLst>
            <pc:docMk/>
            <pc:sldMk cId="2164591419" sldId="309"/>
            <ac:spMk id="3" creationId="{640910BD-C27F-4E47-8643-E68BB45A886B}"/>
          </ac:spMkLst>
        </pc:spChg>
        <pc:picChg chg="add">
          <ac:chgData name="KACHOUR Maher" userId="09775c39-7739-40bf-ba04-c8ef3ab24a94" providerId="ADAL" clId="{5D3790B6-3674-4E5A-BEBE-29118395699B}" dt="2021-10-15T11:52:50.944" v="105" actId="22"/>
          <ac:picMkLst>
            <pc:docMk/>
            <pc:sldMk cId="2164591419" sldId="309"/>
            <ac:picMk id="5" creationId="{EFAB5A73-0B55-478C-B1A9-D9B208F9D7C0}"/>
          </ac:picMkLst>
        </pc:picChg>
        <pc:picChg chg="del mod">
          <ac:chgData name="KACHOUR Maher" userId="09775c39-7739-40bf-ba04-c8ef3ab24a94" providerId="ADAL" clId="{5D3790B6-3674-4E5A-BEBE-29118395699B}" dt="2021-10-15T11:52:50.173" v="104" actId="478"/>
          <ac:picMkLst>
            <pc:docMk/>
            <pc:sldMk cId="2164591419" sldId="309"/>
            <ac:picMk id="9" creationId="{BA3FDAAF-D577-4AC2-828E-7CB66496D0E6}"/>
          </ac:picMkLst>
        </pc:picChg>
        <pc:picChg chg="del">
          <ac:chgData name="KACHOUR Maher" userId="09775c39-7739-40bf-ba04-c8ef3ab24a94" providerId="ADAL" clId="{5D3790B6-3674-4E5A-BEBE-29118395699B}" dt="2021-10-15T11:52:12.417" v="102" actId="478"/>
          <ac:picMkLst>
            <pc:docMk/>
            <pc:sldMk cId="2164591419" sldId="309"/>
            <ac:picMk id="11" creationId="{DBD71F1E-ED42-4448-A535-3F2599C0D389}"/>
          </ac:picMkLst>
        </pc:picChg>
      </pc:sldChg>
      <pc:sldChg chg="addSp delSp modSp mod">
        <pc:chgData name="KACHOUR Maher" userId="09775c39-7739-40bf-ba04-c8ef3ab24a94" providerId="ADAL" clId="{5D3790B6-3674-4E5A-BEBE-29118395699B}" dt="2021-10-15T11:56:41.443" v="202" actId="5793"/>
        <pc:sldMkLst>
          <pc:docMk/>
          <pc:sldMk cId="890894544" sldId="310"/>
        </pc:sldMkLst>
        <pc:spChg chg="mod">
          <ac:chgData name="KACHOUR Maher" userId="09775c39-7739-40bf-ba04-c8ef3ab24a94" providerId="ADAL" clId="{5D3790B6-3674-4E5A-BEBE-29118395699B}" dt="2021-10-15T11:56:41.443" v="202" actId="5793"/>
          <ac:spMkLst>
            <pc:docMk/>
            <pc:sldMk cId="890894544" sldId="310"/>
            <ac:spMk id="3" creationId="{640910BD-C27F-4E47-8643-E68BB45A886B}"/>
          </ac:spMkLst>
        </pc:spChg>
        <pc:picChg chg="add mod">
          <ac:chgData name="KACHOUR Maher" userId="09775c39-7739-40bf-ba04-c8ef3ab24a94" providerId="ADAL" clId="{5D3790B6-3674-4E5A-BEBE-29118395699B}" dt="2021-10-15T11:56:38.727" v="200" actId="1076"/>
          <ac:picMkLst>
            <pc:docMk/>
            <pc:sldMk cId="890894544" sldId="310"/>
            <ac:picMk id="5" creationId="{DE078F6A-5977-4B87-9B16-62970EE6C068}"/>
          </ac:picMkLst>
        </pc:picChg>
        <pc:picChg chg="del mod">
          <ac:chgData name="KACHOUR Maher" userId="09775c39-7739-40bf-ba04-c8ef3ab24a94" providerId="ADAL" clId="{5D3790B6-3674-4E5A-BEBE-29118395699B}" dt="2021-10-15T11:56:27.788" v="195" actId="478"/>
          <ac:picMkLst>
            <pc:docMk/>
            <pc:sldMk cId="890894544" sldId="310"/>
            <ac:picMk id="6" creationId="{E586F9DA-0E58-4BCC-AE79-6D4FF705C698}"/>
          </ac:picMkLst>
        </pc:picChg>
        <pc:picChg chg="del">
          <ac:chgData name="KACHOUR Maher" userId="09775c39-7739-40bf-ba04-c8ef3ab24a94" providerId="ADAL" clId="{5D3790B6-3674-4E5A-BEBE-29118395699B}" dt="2021-10-15T11:55:51.259" v="155" actId="478"/>
          <ac:picMkLst>
            <pc:docMk/>
            <pc:sldMk cId="890894544" sldId="310"/>
            <ac:picMk id="9" creationId="{4F5B319D-3662-4EC8-9B86-CF48314BF2AD}"/>
          </ac:picMkLst>
        </pc:picChg>
      </pc:sldChg>
      <pc:sldChg chg="delSp modSp mod">
        <pc:chgData name="KACHOUR Maher" userId="09775c39-7739-40bf-ba04-c8ef3ab24a94" providerId="ADAL" clId="{5D3790B6-3674-4E5A-BEBE-29118395699B}" dt="2021-10-15T11:58:35.575" v="209" actId="14100"/>
        <pc:sldMkLst>
          <pc:docMk/>
          <pc:sldMk cId="156943841" sldId="312"/>
        </pc:sldMkLst>
        <pc:picChg chg="mod">
          <ac:chgData name="KACHOUR Maher" userId="09775c39-7739-40bf-ba04-c8ef3ab24a94" providerId="ADAL" clId="{5D3790B6-3674-4E5A-BEBE-29118395699B}" dt="2021-10-15T11:58:35.575" v="209" actId="14100"/>
          <ac:picMkLst>
            <pc:docMk/>
            <pc:sldMk cId="156943841" sldId="312"/>
            <ac:picMk id="5" creationId="{4B058314-66B3-4FCB-B95A-AABF9CFA5564}"/>
          </ac:picMkLst>
        </pc:picChg>
        <pc:picChg chg="del">
          <ac:chgData name="KACHOUR Maher" userId="09775c39-7739-40bf-ba04-c8ef3ab24a94" providerId="ADAL" clId="{5D3790B6-3674-4E5A-BEBE-29118395699B}" dt="2021-10-15T11:58:27.943" v="207" actId="478"/>
          <ac:picMkLst>
            <pc:docMk/>
            <pc:sldMk cId="156943841" sldId="312"/>
            <ac:picMk id="8" creationId="{17AE1867-7575-4BFF-A5A2-1461BACEDE95}"/>
          </ac:picMkLst>
        </pc:picChg>
      </pc:sldChg>
      <pc:sldChg chg="modSp add mod">
        <pc:chgData name="KACHOUR Maher" userId="09775c39-7739-40bf-ba04-c8ef3ab24a94" providerId="ADAL" clId="{5D3790B6-3674-4E5A-BEBE-29118395699B}" dt="2021-10-15T11:40:32.345" v="8" actId="14100"/>
        <pc:sldMkLst>
          <pc:docMk/>
          <pc:sldMk cId="3173801648" sldId="316"/>
        </pc:sldMkLst>
        <pc:spChg chg="mod">
          <ac:chgData name="KACHOUR Maher" userId="09775c39-7739-40bf-ba04-c8ef3ab24a94" providerId="ADAL" clId="{5D3790B6-3674-4E5A-BEBE-29118395699B}" dt="2021-10-15T11:40:23.495" v="6" actId="6549"/>
          <ac:spMkLst>
            <pc:docMk/>
            <pc:sldMk cId="3173801648" sldId="316"/>
            <ac:spMk id="3" creationId="{91C66DD1-318B-4FCB-89C4-573006772987}"/>
          </ac:spMkLst>
        </pc:spChg>
        <pc:spChg chg="mod">
          <ac:chgData name="KACHOUR Maher" userId="09775c39-7739-40bf-ba04-c8ef3ab24a94" providerId="ADAL" clId="{5D3790B6-3674-4E5A-BEBE-29118395699B}" dt="2021-10-15T11:40:32.345" v="8" actId="14100"/>
          <ac:spMkLst>
            <pc:docMk/>
            <pc:sldMk cId="3173801648" sldId="316"/>
            <ac:spMk id="4" creationId="{69D084A7-4459-4A72-A946-2477CC8D2B0F}"/>
          </ac:spMkLst>
        </pc:spChg>
      </pc:sldChg>
      <pc:sldChg chg="delSp modSp add mod">
        <pc:chgData name="KACHOUR Maher" userId="09775c39-7739-40bf-ba04-c8ef3ab24a94" providerId="ADAL" clId="{5D3790B6-3674-4E5A-BEBE-29118395699B}" dt="2021-10-15T11:43:16.791" v="26" actId="1076"/>
        <pc:sldMkLst>
          <pc:docMk/>
          <pc:sldMk cId="3040476335" sldId="317"/>
        </pc:sldMkLst>
        <pc:picChg chg="del">
          <ac:chgData name="KACHOUR Maher" userId="09775c39-7739-40bf-ba04-c8ef3ab24a94" providerId="ADAL" clId="{5D3790B6-3674-4E5A-BEBE-29118395699B}" dt="2021-10-15T11:43:07.293" v="22" actId="478"/>
          <ac:picMkLst>
            <pc:docMk/>
            <pc:sldMk cId="3040476335" sldId="317"/>
            <ac:picMk id="4" creationId="{30304DF9-1C4B-416C-8C85-B2EB85BB8EC0}"/>
          </ac:picMkLst>
        </pc:picChg>
        <pc:picChg chg="mod">
          <ac:chgData name="KACHOUR Maher" userId="09775c39-7739-40bf-ba04-c8ef3ab24a94" providerId="ADAL" clId="{5D3790B6-3674-4E5A-BEBE-29118395699B}" dt="2021-10-15T11:43:16.791" v="26" actId="1076"/>
          <ac:picMkLst>
            <pc:docMk/>
            <pc:sldMk cId="3040476335" sldId="317"/>
            <ac:picMk id="6" creationId="{A48CEEBE-E0D0-43FC-9641-ED19AA8DB0D3}"/>
          </ac:picMkLst>
        </pc:picChg>
        <pc:picChg chg="del">
          <ac:chgData name="KACHOUR Maher" userId="09775c39-7739-40bf-ba04-c8ef3ab24a94" providerId="ADAL" clId="{5D3790B6-3674-4E5A-BEBE-29118395699B}" dt="2021-10-15T11:43:05.603" v="21" actId="478"/>
          <ac:picMkLst>
            <pc:docMk/>
            <pc:sldMk cId="3040476335" sldId="317"/>
            <ac:picMk id="10" creationId="{6E2D0A47-B54B-47AF-9453-D4C5DDAECB59}"/>
          </ac:picMkLst>
        </pc:picChg>
      </pc:sldChg>
      <pc:sldChg chg="delSp modSp add mod">
        <pc:chgData name="KACHOUR Maher" userId="09775c39-7739-40bf-ba04-c8ef3ab24a94" providerId="ADAL" clId="{5D3790B6-3674-4E5A-BEBE-29118395699B}" dt="2021-10-15T11:42:56.359" v="20" actId="1076"/>
        <pc:sldMkLst>
          <pc:docMk/>
          <pc:sldMk cId="4121286595" sldId="318"/>
        </pc:sldMkLst>
        <pc:picChg chg="del">
          <ac:chgData name="KACHOUR Maher" userId="09775c39-7739-40bf-ba04-c8ef3ab24a94" providerId="ADAL" clId="{5D3790B6-3674-4E5A-BEBE-29118395699B}" dt="2021-10-15T11:42:47.411" v="15" actId="478"/>
          <ac:picMkLst>
            <pc:docMk/>
            <pc:sldMk cId="4121286595" sldId="318"/>
            <ac:picMk id="4" creationId="{30304DF9-1C4B-416C-8C85-B2EB85BB8EC0}"/>
          </ac:picMkLst>
        </pc:picChg>
        <pc:picChg chg="del">
          <ac:chgData name="KACHOUR Maher" userId="09775c39-7739-40bf-ba04-c8ef3ab24a94" providerId="ADAL" clId="{5D3790B6-3674-4E5A-BEBE-29118395699B}" dt="2021-10-15T11:42:49.196" v="16" actId="478"/>
          <ac:picMkLst>
            <pc:docMk/>
            <pc:sldMk cId="4121286595" sldId="318"/>
            <ac:picMk id="6" creationId="{A48CEEBE-E0D0-43FC-9641-ED19AA8DB0D3}"/>
          </ac:picMkLst>
        </pc:picChg>
        <pc:picChg chg="mod">
          <ac:chgData name="KACHOUR Maher" userId="09775c39-7739-40bf-ba04-c8ef3ab24a94" providerId="ADAL" clId="{5D3790B6-3674-4E5A-BEBE-29118395699B}" dt="2021-10-15T11:42:56.359" v="20" actId="1076"/>
          <ac:picMkLst>
            <pc:docMk/>
            <pc:sldMk cId="4121286595" sldId="318"/>
            <ac:picMk id="10" creationId="{6E2D0A47-B54B-47AF-9453-D4C5DDAECB59}"/>
          </ac:picMkLst>
        </pc:picChg>
      </pc:sldChg>
      <pc:sldChg chg="modSp add mod">
        <pc:chgData name="KACHOUR Maher" userId="09775c39-7739-40bf-ba04-c8ef3ab24a94" providerId="ADAL" clId="{5D3790B6-3674-4E5A-BEBE-29118395699B}" dt="2021-10-15T11:46:02.840" v="37" actId="14100"/>
        <pc:sldMkLst>
          <pc:docMk/>
          <pc:sldMk cId="1292892131" sldId="319"/>
        </pc:sldMkLst>
        <pc:spChg chg="mod">
          <ac:chgData name="KACHOUR Maher" userId="09775c39-7739-40bf-ba04-c8ef3ab24a94" providerId="ADAL" clId="{5D3790B6-3674-4E5A-BEBE-29118395699B}" dt="2021-10-15T11:45:59.138" v="35" actId="120"/>
          <ac:spMkLst>
            <pc:docMk/>
            <pc:sldMk cId="1292892131" sldId="319"/>
            <ac:spMk id="3" creationId="{640910BD-C27F-4E47-8643-E68BB45A886B}"/>
          </ac:spMkLst>
        </pc:spChg>
        <pc:picChg chg="mod">
          <ac:chgData name="KACHOUR Maher" userId="09775c39-7739-40bf-ba04-c8ef3ab24a94" providerId="ADAL" clId="{5D3790B6-3674-4E5A-BEBE-29118395699B}" dt="2021-10-15T11:46:02.840" v="37" actId="14100"/>
          <ac:picMkLst>
            <pc:docMk/>
            <pc:sldMk cId="1292892131" sldId="319"/>
            <ac:picMk id="5" creationId="{E1AD8C8D-468D-4860-9ED4-B8EDB67F99EB}"/>
          </ac:picMkLst>
        </pc:picChg>
      </pc:sldChg>
      <pc:sldChg chg="modSp add mod">
        <pc:chgData name="KACHOUR Maher" userId="09775c39-7739-40bf-ba04-c8ef3ab24a94" providerId="ADAL" clId="{5D3790B6-3674-4E5A-BEBE-29118395699B}" dt="2021-10-15T11:51:08.968" v="101" actId="1076"/>
        <pc:sldMkLst>
          <pc:docMk/>
          <pc:sldMk cId="2796301165" sldId="320"/>
        </pc:sldMkLst>
        <pc:spChg chg="mod">
          <ac:chgData name="KACHOUR Maher" userId="09775c39-7739-40bf-ba04-c8ef3ab24a94" providerId="ADAL" clId="{5D3790B6-3674-4E5A-BEBE-29118395699B}" dt="2021-10-15T11:50:51.811" v="95" actId="6549"/>
          <ac:spMkLst>
            <pc:docMk/>
            <pc:sldMk cId="2796301165" sldId="320"/>
            <ac:spMk id="3" creationId="{640910BD-C27F-4E47-8643-E68BB45A886B}"/>
          </ac:spMkLst>
        </pc:spChg>
        <pc:picChg chg="mod">
          <ac:chgData name="KACHOUR Maher" userId="09775c39-7739-40bf-ba04-c8ef3ab24a94" providerId="ADAL" clId="{5D3790B6-3674-4E5A-BEBE-29118395699B}" dt="2021-10-15T11:51:04.112" v="99" actId="1076"/>
          <ac:picMkLst>
            <pc:docMk/>
            <pc:sldMk cId="2796301165" sldId="320"/>
            <ac:picMk id="9" creationId="{BA3FDAAF-D577-4AC2-828E-7CB66496D0E6}"/>
          </ac:picMkLst>
        </pc:picChg>
        <pc:picChg chg="mod">
          <ac:chgData name="KACHOUR Maher" userId="09775c39-7739-40bf-ba04-c8ef3ab24a94" providerId="ADAL" clId="{5D3790B6-3674-4E5A-BEBE-29118395699B}" dt="2021-10-15T11:51:08.968" v="101" actId="1076"/>
          <ac:picMkLst>
            <pc:docMk/>
            <pc:sldMk cId="2796301165" sldId="320"/>
            <ac:picMk id="11" creationId="{DBD71F1E-ED42-4448-A535-3F2599C0D389}"/>
          </ac:picMkLst>
        </pc:picChg>
      </pc:sldChg>
      <pc:sldChg chg="modSp add mod">
        <pc:chgData name="KACHOUR Maher" userId="09775c39-7739-40bf-ba04-c8ef3ab24a94" providerId="ADAL" clId="{5D3790B6-3674-4E5A-BEBE-29118395699B}" dt="2021-10-15T11:55:44.287" v="154" actId="14100"/>
        <pc:sldMkLst>
          <pc:docMk/>
          <pc:sldMk cId="878319833" sldId="321"/>
        </pc:sldMkLst>
        <pc:spChg chg="mod">
          <ac:chgData name="KACHOUR Maher" userId="09775c39-7739-40bf-ba04-c8ef3ab24a94" providerId="ADAL" clId="{5D3790B6-3674-4E5A-BEBE-29118395699B}" dt="2021-10-15T11:55:35.666" v="151" actId="6549"/>
          <ac:spMkLst>
            <pc:docMk/>
            <pc:sldMk cId="878319833" sldId="321"/>
            <ac:spMk id="3" creationId="{640910BD-C27F-4E47-8643-E68BB45A886B}"/>
          </ac:spMkLst>
        </pc:spChg>
        <pc:picChg chg="mod">
          <ac:chgData name="KACHOUR Maher" userId="09775c39-7739-40bf-ba04-c8ef3ab24a94" providerId="ADAL" clId="{5D3790B6-3674-4E5A-BEBE-29118395699B}" dt="2021-10-15T11:55:44.287" v="154" actId="14100"/>
          <ac:picMkLst>
            <pc:docMk/>
            <pc:sldMk cId="878319833" sldId="321"/>
            <ac:picMk id="6" creationId="{E586F9DA-0E58-4BCC-AE79-6D4FF705C698}"/>
          </ac:picMkLst>
        </pc:picChg>
      </pc:sldChg>
      <pc:sldChg chg="delSp modSp add mod">
        <pc:chgData name="KACHOUR Maher" userId="09775c39-7739-40bf-ba04-c8ef3ab24a94" providerId="ADAL" clId="{5D3790B6-3674-4E5A-BEBE-29118395699B}" dt="2021-10-15T11:58:24.095" v="206" actId="14100"/>
        <pc:sldMkLst>
          <pc:docMk/>
          <pc:sldMk cId="1245461047" sldId="322"/>
        </pc:sldMkLst>
        <pc:picChg chg="del">
          <ac:chgData name="KACHOUR Maher" userId="09775c39-7739-40bf-ba04-c8ef3ab24a94" providerId="ADAL" clId="{5D3790B6-3674-4E5A-BEBE-29118395699B}" dt="2021-10-15T11:58:16.941" v="204" actId="478"/>
          <ac:picMkLst>
            <pc:docMk/>
            <pc:sldMk cId="1245461047" sldId="322"/>
            <ac:picMk id="5" creationId="{4B058314-66B3-4FCB-B95A-AABF9CFA5564}"/>
          </ac:picMkLst>
        </pc:picChg>
        <pc:picChg chg="mod">
          <ac:chgData name="KACHOUR Maher" userId="09775c39-7739-40bf-ba04-c8ef3ab24a94" providerId="ADAL" clId="{5D3790B6-3674-4E5A-BEBE-29118395699B}" dt="2021-10-15T11:58:24.095" v="206" actId="14100"/>
          <ac:picMkLst>
            <pc:docMk/>
            <pc:sldMk cId="1245461047" sldId="322"/>
            <ac:picMk id="8" creationId="{17AE1867-7575-4BFF-A5A2-1461BACEDE9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numerical indicator is said to be dispersion if it is a key number used to measure the variability of observations in a statistical series. 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dispersion indicator is always positive (the higher its value, the more observations are "spread" around a central position indicator (the mean or median))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40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will study the following indicators: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
The coefficient of variation
The range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The interquartile range 
The relative interquartile coefficient </a:t>
            </a:r>
          </a:p>
        </p:txBody>
      </p:sp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69D084A7-4459-4A72-A946-2477CC8D2B0F}"/>
              </a:ext>
            </a:extLst>
          </p:cNvPr>
          <p:cNvSpPr/>
          <p:nvPr/>
        </p:nvSpPr>
        <p:spPr>
          <a:xfrm>
            <a:off x="5472100" y="3250287"/>
            <a:ext cx="3096344" cy="1008112"/>
          </a:xfrm>
          <a:prstGeom prst="wedgeEllipseCallout">
            <a:avLst>
              <a:gd name="adj1" fmla="val -89740"/>
              <a:gd name="adj2" fmla="val -17181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550BC2-C7A2-4DA3-97F1-4930C0DB2312}"/>
              </a:ext>
            </a:extLst>
          </p:cNvPr>
          <p:cNvSpPr txBox="1"/>
          <p:nvPr/>
        </p:nvSpPr>
        <p:spPr>
          <a:xfrm>
            <a:off x="6084168" y="3488958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Indicators associated with data from a quantitative variable only
</a:t>
            </a:r>
            <a:endParaRPr lang="fr-F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801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7D6A2-78D3-4AC2-A01A-296A524D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8F23C-333B-4BCC-AC98-3C52E74FA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Let </a:t>
                </a:r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</a:t>
                </a:r>
                <a:r>
                  <a:rPr lang="en-US" sz="2800" baseline="-250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distance (difference in absolute value) that separates the </a:t>
                </a:r>
                <a:r>
                  <a:rPr lang="en-US" sz="28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i-th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modality / observation from the mean. 
</a:t>
                </a: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Variance, often 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is the </a:t>
                </a:r>
                <a:r>
                  <a:rPr lang="fr-FR" sz="28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mean</a:t>
                </a: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(the Euclidean distance) 
</a:t>
                </a:r>
              </a:p>
              <a:p>
                <a:pPr marL="0" indent="0">
                  <a:buNone/>
                </a:pP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standard deviation, often noted 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𝑠</m:t>
                    </m:r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the square root of the variance</a:t>
                </a: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 other words, the standard deviation is an average distance of deviation</a:t>
                </a: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(between observations/modalities and mean)</a:t>
                </a: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8F23C-333B-4BCC-AC98-3C52E74FA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185" b="-5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76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7FDFEBA-A492-463C-8E60-28C7B90298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41599" r="29526" b="29001"/>
          <a:stretch/>
        </p:blipFill>
        <p:spPr>
          <a:xfrm>
            <a:off x="767483" y="2060848"/>
            <a:ext cx="7899493" cy="301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60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0304DF9-1C4B-416C-8C85-B2EB85BB8E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38467" r="31100" b="26200"/>
          <a:stretch/>
        </p:blipFill>
        <p:spPr>
          <a:xfrm>
            <a:off x="899592" y="1772816"/>
            <a:ext cx="7344816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8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48CEEBE-E0D0-43FC-9641-ED19AA8DB0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38" t="40200" r="32675" b="29000"/>
          <a:stretch/>
        </p:blipFill>
        <p:spPr>
          <a:xfrm>
            <a:off x="1043608" y="1988840"/>
            <a:ext cx="6768752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76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E2D0A47-B54B-47AF-9453-D4C5DDAECB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50" t="38800" r="33463" b="23401"/>
          <a:stretch/>
        </p:blipFill>
        <p:spPr>
          <a:xfrm>
            <a:off x="1475656" y="1988840"/>
            <a:ext cx="561662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86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variance and standard deviation
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1 :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grades / scores of 10 students:</a:t>
            </a:r>
          </a:p>
          <a:p>
            <a:pPr marL="0" indent="0" algn="ctr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r>
              <a:rPr lang="fr-FR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12, 10, 8, 8, 11, 11, 7, 14, 11, 12 </a:t>
            </a:r>
          </a:p>
          <a:p>
            <a:pPr marL="0" indent="0">
              <a:buNone/>
            </a:pPr>
            <a:endParaRPr lang="en-CA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CA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standard deviation.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2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variance and standard deviation
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1 :</a:t>
            </a: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1AD8C8D-468D-4860-9ED4-B8EDB67F9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82" t="35738" r="27631" b="26201"/>
          <a:stretch/>
        </p:blipFill>
        <p:spPr>
          <a:xfrm>
            <a:off x="1187624" y="2132856"/>
            <a:ext cx="7095519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92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variance and standard deviation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2 :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 the number of purchases (per week) of a product studied out of 100 French families 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standard deviation.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AB5A73-0B55-478C-B1A9-D9B208F9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5062"/>
            <a:ext cx="21717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91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variance and standard deviation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2 :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A3FDAAF-D577-4AC2-828E-7CB66496D0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25" t="43217" r="40301" b="25983"/>
          <a:stretch/>
        </p:blipFill>
        <p:spPr>
          <a:xfrm>
            <a:off x="2051720" y="1556792"/>
            <a:ext cx="5040560" cy="187220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BD71F1E-ED42-4448-A535-3F2599C0D3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76" t="36000" r="34250" b="30400"/>
          <a:stretch/>
        </p:blipFill>
        <p:spPr>
          <a:xfrm>
            <a:off x="1559642" y="3645024"/>
            <a:ext cx="6042671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01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variance and standard deviation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3 :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monthly expenses of 100 households for the purchase of a certain product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standard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deviation.n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078F6A-5977-4B87-9B16-62970EE6C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2433551"/>
            <a:ext cx="2622972" cy="199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94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variance and standard deviation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3 :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586F9DA-0E58-4BCC-AE79-6D4FF705C6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51" t="48814" r="42524" b="31587"/>
          <a:stretch/>
        </p:blipFill>
        <p:spPr>
          <a:xfrm>
            <a:off x="2195736" y="1841010"/>
            <a:ext cx="4896544" cy="145264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F5B319D-3662-4EC8-9B86-CF48314BF2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75" t="36000" r="29000" b="29000"/>
          <a:stretch/>
        </p:blipFill>
        <p:spPr>
          <a:xfrm>
            <a:off x="1331640" y="3717032"/>
            <a:ext cx="6497057" cy="286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1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Dispersion Indicators – 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Coefficient of Variation 
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7DC5A6-132C-4156-8DC8-B140A835B3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31799" r="29526" b="12724"/>
          <a:stretch/>
        </p:blipFill>
        <p:spPr>
          <a:xfrm>
            <a:off x="1221920" y="1710518"/>
            <a:ext cx="6700160" cy="482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43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13" y="1152144"/>
            <a:ext cx="291674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 dirty="0">
                <a:latin typeface="Cambria" panose="02040503050406030204" pitchFamily="18" charset="0"/>
                <a:ea typeface="Cambria" panose="02040503050406030204" pitchFamily="18" charset="0"/>
              </a:rPr>
              <a:t>Dispersion Indicators – The Coefficient of Variation 
</a:t>
            </a:r>
            <a:endParaRPr lang="fr-FR" sz="3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650"/>
            <a:ext cx="455228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058314-66B3-4FCB-B95A-AABF9CFA55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44400" r="30313" b="31391"/>
          <a:stretch/>
        </p:blipFill>
        <p:spPr>
          <a:xfrm>
            <a:off x="4139952" y="1152144"/>
            <a:ext cx="4896544" cy="407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3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13" y="1152144"/>
            <a:ext cx="291674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 dirty="0">
                <a:latin typeface="Cambria" panose="02040503050406030204" pitchFamily="18" charset="0"/>
                <a:ea typeface="Cambria" panose="02040503050406030204" pitchFamily="18" charset="0"/>
              </a:rPr>
              <a:t>Dispersion Indicators – The Coefficient of Variation 
</a:t>
            </a:r>
            <a:endParaRPr lang="fr-FR" sz="3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650"/>
            <a:ext cx="455228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7AE1867-7575-4BFF-A5A2-1461BACEDE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34600" r="29526" b="19200"/>
          <a:stretch/>
        </p:blipFill>
        <p:spPr>
          <a:xfrm>
            <a:off x="3923928" y="548680"/>
            <a:ext cx="4920547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61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8856984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Range and The Interquartile Range 
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8305FE2-0845-4562-BD77-F32A2FBDEC82}"/>
                  </a:ext>
                </a:extLst>
              </p:cNvPr>
              <p:cNvSpPr txBox="1"/>
              <p:nvPr/>
            </p:nvSpPr>
            <p:spPr>
              <a:xfrm>
                <a:off x="457200" y="1862971"/>
                <a:ext cx="691276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Range is the difference between the maximum and minimum value of the observations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interquartile range is the difference between the third quartile and the first quartile.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IQ-R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3 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interquartile range corresponds to the range of the statistical series after eliminating 25% of the lowest values and 25% of the highest values. 
</a:t>
                </a: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Unlike the range, the interquartile range does not take into account possible extreme values. 
</a:t>
                </a: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8305FE2-0845-4562-BD77-F32A2FBDE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62971"/>
                <a:ext cx="6912768" cy="4708981"/>
              </a:xfrm>
              <a:prstGeom prst="rect">
                <a:avLst/>
              </a:prstGeom>
              <a:blipFill>
                <a:blip r:embed="rId2"/>
                <a:stretch>
                  <a:fillRect l="-882" t="-7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169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BDC54E-9416-4879-8AC1-4AD2D390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Relative Interquartile Coefficient
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A56C837-1973-4035-8137-99C7452DE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4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relative interquartile coefficient is defined by:
		</a:t>
                </a:r>
                <a:r>
                  <a:rPr lang="fr-FR" sz="2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IQ-R-C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800" b="0" i="0" dirty="0" smtClean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IQ</m:t>
                        </m:r>
                        <m:r>
                          <m:rPr>
                            <m:nor/>
                          </m:rPr>
                          <a:rPr lang="fr-FR" sz="2800" dirty="0" smtClean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fr-FR" sz="2800" b="0" i="0" dirty="0" smtClean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𝑀𝑒𝑑𝑖𝑎𝑛</m:t>
                        </m:r>
                      </m:den>
                    </m:f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3 </m:t>
                            </m:r>
                          </m:sub>
                        </m:sSub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By convention, a </a:t>
                </a:r>
                <a:r>
                  <a:rPr lang="en-US" sz="2000" dirty="0">
                    <a:highlight>
                      <a:srgbClr val="FFFF00"/>
                    </a:highlight>
                    <a:latin typeface="Cambria" panose="02040503050406030204" pitchFamily="18" charset="0"/>
                    <a:ea typeface="Cambria" panose="02040503050406030204" pitchFamily="18" charset="0"/>
                  </a:rPr>
                  <a:t>IQ-R-C &gt; 15% </a:t>
                </a: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observations are relatively dispersed around the median.</a:t>
                </a:r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Same as the coefficient of variation, it is possible to compare the dispersion between several statistical series, even if the units of measurement are different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This coefficient does not make sense if the median is equal to or close to 0.</a:t>
                </a: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A56C837-1973-4035-8137-99C7452DE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429200"/>
              </a:xfrm>
              <a:blipFill>
                <a:blip r:embed="rId2"/>
                <a:stretch>
                  <a:fillRect l="-1481" t="-12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888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7CF7B7-8110-4005-8E65-35FE2303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5700" dirty="0">
                <a:latin typeface="Cambria" panose="02040503050406030204" pitchFamily="18" charset="0"/>
                <a:ea typeface="Cambria" panose="02040503050406030204" pitchFamily="18" charset="0"/>
              </a:rPr>
              <a:t>General </a:t>
            </a:r>
            <a:r>
              <a:rPr lang="fr-FR" sz="5700" dirty="0" err="1">
                <a:latin typeface="Cambria" panose="02040503050406030204" pitchFamily="18" charset="0"/>
                <a:ea typeface="Cambria" panose="02040503050406030204" pitchFamily="18" charset="0"/>
              </a:rPr>
              <a:t>remark</a:t>
            </a:r>
            <a:r>
              <a:rPr lang="fr-FR" sz="5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fr-FR" sz="57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  <a:gd name="connsiteX0" fmla="*/ 0 w 3429000"/>
              <a:gd name="connsiteY0" fmla="*/ 0 h 18288"/>
              <a:gd name="connsiteX1" fmla="*/ 617220 w 3429000"/>
              <a:gd name="connsiteY1" fmla="*/ 0 h 18288"/>
              <a:gd name="connsiteX2" fmla="*/ 1200150 w 3429000"/>
              <a:gd name="connsiteY2" fmla="*/ 0 h 18288"/>
              <a:gd name="connsiteX3" fmla="*/ 1817370 w 3429000"/>
              <a:gd name="connsiteY3" fmla="*/ 0 h 18288"/>
              <a:gd name="connsiteX4" fmla="*/ 250317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743200 w 3429000"/>
              <a:gd name="connsiteY7" fmla="*/ 18288 h 18288"/>
              <a:gd name="connsiteX8" fmla="*/ 1988820 w 3429000"/>
              <a:gd name="connsiteY8" fmla="*/ 18288 h 18288"/>
              <a:gd name="connsiteX9" fmla="*/ 1405890 w 3429000"/>
              <a:gd name="connsiteY9" fmla="*/ 18288 h 18288"/>
              <a:gd name="connsiteX10" fmla="*/ 65151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07705" y="23860"/>
                  <a:pt x="509323" y="68036"/>
                  <a:pt x="685800" y="0"/>
                </a:cubicBezTo>
                <a:cubicBezTo>
                  <a:pt x="881422" y="-43910"/>
                  <a:pt x="1129204" y="-58858"/>
                  <a:pt x="1371600" y="0"/>
                </a:cubicBezTo>
                <a:cubicBezTo>
                  <a:pt x="1611115" y="-12848"/>
                  <a:pt x="1887211" y="-6418"/>
                  <a:pt x="2057400" y="0"/>
                </a:cubicBezTo>
                <a:cubicBezTo>
                  <a:pt x="2233905" y="-53439"/>
                  <a:pt x="2400311" y="-9735"/>
                  <a:pt x="2674620" y="0"/>
                </a:cubicBezTo>
                <a:cubicBezTo>
                  <a:pt x="2899369" y="50175"/>
                  <a:pt x="3197952" y="-27603"/>
                  <a:pt x="3429000" y="0"/>
                </a:cubicBezTo>
                <a:cubicBezTo>
                  <a:pt x="3428966" y="4844"/>
                  <a:pt x="3428590" y="11009"/>
                  <a:pt x="3429000" y="18288"/>
                </a:cubicBezTo>
                <a:cubicBezTo>
                  <a:pt x="3212354" y="28872"/>
                  <a:pt x="3083619" y="-836"/>
                  <a:pt x="2811780" y="18288"/>
                </a:cubicBezTo>
                <a:cubicBezTo>
                  <a:pt x="2533576" y="25058"/>
                  <a:pt x="2477440" y="20531"/>
                  <a:pt x="2228850" y="18288"/>
                </a:cubicBezTo>
                <a:cubicBezTo>
                  <a:pt x="2003657" y="-1843"/>
                  <a:pt x="1810789" y="18294"/>
                  <a:pt x="1543050" y="18288"/>
                </a:cubicBezTo>
                <a:cubicBezTo>
                  <a:pt x="1286635" y="-21162"/>
                  <a:pt x="1189418" y="22290"/>
                  <a:pt x="925830" y="18288"/>
                </a:cubicBezTo>
                <a:cubicBezTo>
                  <a:pt x="678389" y="-2387"/>
                  <a:pt x="367033" y="43234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69914" y="-16656"/>
                  <a:pt x="469790" y="-24030"/>
                  <a:pt x="617220" y="0"/>
                </a:cubicBezTo>
                <a:cubicBezTo>
                  <a:pt x="786601" y="24467"/>
                  <a:pt x="1085311" y="15192"/>
                  <a:pt x="1200150" y="0"/>
                </a:cubicBezTo>
                <a:cubicBezTo>
                  <a:pt x="1340195" y="-5060"/>
                  <a:pt x="1552999" y="41254"/>
                  <a:pt x="1817370" y="0"/>
                </a:cubicBezTo>
                <a:cubicBezTo>
                  <a:pt x="2086739" y="-377"/>
                  <a:pt x="2228603" y="31972"/>
                  <a:pt x="2503170" y="0"/>
                </a:cubicBezTo>
                <a:cubicBezTo>
                  <a:pt x="2794334" y="-14173"/>
                  <a:pt x="3002837" y="-13310"/>
                  <a:pt x="3429000" y="0"/>
                </a:cubicBezTo>
                <a:cubicBezTo>
                  <a:pt x="3428475" y="5049"/>
                  <a:pt x="3429193" y="12044"/>
                  <a:pt x="3429000" y="18288"/>
                </a:cubicBezTo>
                <a:cubicBezTo>
                  <a:pt x="3101445" y="-3440"/>
                  <a:pt x="2879434" y="34023"/>
                  <a:pt x="2743200" y="18288"/>
                </a:cubicBezTo>
                <a:cubicBezTo>
                  <a:pt x="2609544" y="13915"/>
                  <a:pt x="2334178" y="48649"/>
                  <a:pt x="1988820" y="18288"/>
                </a:cubicBezTo>
                <a:cubicBezTo>
                  <a:pt x="1620184" y="18423"/>
                  <a:pt x="1586822" y="-1871"/>
                  <a:pt x="1405890" y="18288"/>
                </a:cubicBezTo>
                <a:cubicBezTo>
                  <a:pt x="1266239" y="28547"/>
                  <a:pt x="867500" y="15208"/>
                  <a:pt x="651510" y="18288"/>
                </a:cubicBezTo>
                <a:cubicBezTo>
                  <a:pt x="445459" y="40105"/>
                  <a:pt x="119818" y="-2374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429000" h="18288" fill="none" stroke="0" extrusionOk="0">
                <a:moveTo>
                  <a:pt x="0" y="0"/>
                </a:moveTo>
                <a:cubicBezTo>
                  <a:pt x="199661" y="29771"/>
                  <a:pt x="488726" y="20925"/>
                  <a:pt x="685800" y="0"/>
                </a:cubicBezTo>
                <a:cubicBezTo>
                  <a:pt x="835372" y="-29710"/>
                  <a:pt x="1088413" y="6369"/>
                  <a:pt x="1371600" y="0"/>
                </a:cubicBezTo>
                <a:cubicBezTo>
                  <a:pt x="1631865" y="6637"/>
                  <a:pt x="1839907" y="52251"/>
                  <a:pt x="2057400" y="0"/>
                </a:cubicBezTo>
                <a:cubicBezTo>
                  <a:pt x="2266442" y="-8132"/>
                  <a:pt x="2461070" y="-4034"/>
                  <a:pt x="2674620" y="0"/>
                </a:cubicBezTo>
                <a:cubicBezTo>
                  <a:pt x="2940120" y="30498"/>
                  <a:pt x="3202681" y="-54357"/>
                  <a:pt x="3429000" y="0"/>
                </a:cubicBezTo>
                <a:cubicBezTo>
                  <a:pt x="3429314" y="4158"/>
                  <a:pt x="3428021" y="12539"/>
                  <a:pt x="3429000" y="18288"/>
                </a:cubicBezTo>
                <a:cubicBezTo>
                  <a:pt x="3250522" y="56023"/>
                  <a:pt x="3056248" y="-1557"/>
                  <a:pt x="2811780" y="18288"/>
                </a:cubicBezTo>
                <a:cubicBezTo>
                  <a:pt x="2534418" y="26558"/>
                  <a:pt x="2483107" y="19890"/>
                  <a:pt x="2228850" y="18288"/>
                </a:cubicBezTo>
                <a:cubicBezTo>
                  <a:pt x="1996093" y="-20362"/>
                  <a:pt x="1790611" y="35096"/>
                  <a:pt x="1543050" y="18288"/>
                </a:cubicBezTo>
                <a:cubicBezTo>
                  <a:pt x="1276188" y="-29727"/>
                  <a:pt x="1196665" y="1050"/>
                  <a:pt x="925830" y="18288"/>
                </a:cubicBezTo>
                <a:cubicBezTo>
                  <a:pt x="718623" y="61416"/>
                  <a:pt x="374628" y="2503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429000"/>
                      <a:gd name="connsiteY0" fmla="*/ 0 h 18288"/>
                      <a:gd name="connsiteX1" fmla="*/ 685800 w 3429000"/>
                      <a:gd name="connsiteY1" fmla="*/ 0 h 18288"/>
                      <a:gd name="connsiteX2" fmla="*/ 1371600 w 3429000"/>
                      <a:gd name="connsiteY2" fmla="*/ 0 h 18288"/>
                      <a:gd name="connsiteX3" fmla="*/ 2057400 w 3429000"/>
                      <a:gd name="connsiteY3" fmla="*/ 0 h 18288"/>
                      <a:gd name="connsiteX4" fmla="*/ 2674620 w 3429000"/>
                      <a:gd name="connsiteY4" fmla="*/ 0 h 18288"/>
                      <a:gd name="connsiteX5" fmla="*/ 3429000 w 3429000"/>
                      <a:gd name="connsiteY5" fmla="*/ 0 h 18288"/>
                      <a:gd name="connsiteX6" fmla="*/ 3429000 w 3429000"/>
                      <a:gd name="connsiteY6" fmla="*/ 18288 h 18288"/>
                      <a:gd name="connsiteX7" fmla="*/ 2811780 w 3429000"/>
                      <a:gd name="connsiteY7" fmla="*/ 18288 h 18288"/>
                      <a:gd name="connsiteX8" fmla="*/ 2228850 w 3429000"/>
                      <a:gd name="connsiteY8" fmla="*/ 18288 h 18288"/>
                      <a:gd name="connsiteX9" fmla="*/ 1543050 w 3429000"/>
                      <a:gd name="connsiteY9" fmla="*/ 18288 h 18288"/>
                      <a:gd name="connsiteX10" fmla="*/ 925830 w 3429000"/>
                      <a:gd name="connsiteY10" fmla="*/ 18288 h 18288"/>
                      <a:gd name="connsiteX11" fmla="*/ 0 w 3429000"/>
                      <a:gd name="connsiteY11" fmla="*/ 18288 h 18288"/>
                      <a:gd name="connsiteX12" fmla="*/ 0 w 3429000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429000" h="18288" fill="none" extrusionOk="0">
                        <a:moveTo>
                          <a:pt x="0" y="0"/>
                        </a:moveTo>
                        <a:cubicBezTo>
                          <a:pt x="219865" y="20479"/>
                          <a:pt x="493281" y="26186"/>
                          <a:pt x="685800" y="0"/>
                        </a:cubicBezTo>
                        <a:cubicBezTo>
                          <a:pt x="878319" y="-26186"/>
                          <a:pt x="1121382" y="-11869"/>
                          <a:pt x="1371600" y="0"/>
                        </a:cubicBezTo>
                        <a:cubicBezTo>
                          <a:pt x="1621818" y="11869"/>
                          <a:pt x="1878793" y="32281"/>
                          <a:pt x="2057400" y="0"/>
                        </a:cubicBezTo>
                        <a:cubicBezTo>
                          <a:pt x="2236007" y="-32281"/>
                          <a:pt x="2433797" y="-18251"/>
                          <a:pt x="2674620" y="0"/>
                        </a:cubicBezTo>
                        <a:cubicBezTo>
                          <a:pt x="2915443" y="18251"/>
                          <a:pt x="3205923" y="-1443"/>
                          <a:pt x="3429000" y="0"/>
                        </a:cubicBezTo>
                        <a:cubicBezTo>
                          <a:pt x="3429442" y="4516"/>
                          <a:pt x="3428173" y="12266"/>
                          <a:pt x="3429000" y="18288"/>
                        </a:cubicBezTo>
                        <a:cubicBezTo>
                          <a:pt x="3221081" y="48608"/>
                          <a:pt x="3088001" y="8066"/>
                          <a:pt x="2811780" y="18288"/>
                        </a:cubicBezTo>
                        <a:cubicBezTo>
                          <a:pt x="2535559" y="28510"/>
                          <a:pt x="2481355" y="24898"/>
                          <a:pt x="2228850" y="18288"/>
                        </a:cubicBezTo>
                        <a:cubicBezTo>
                          <a:pt x="1976345" y="11679"/>
                          <a:pt x="1807520" y="48356"/>
                          <a:pt x="1543050" y="18288"/>
                        </a:cubicBezTo>
                        <a:cubicBezTo>
                          <a:pt x="1278580" y="-11780"/>
                          <a:pt x="1181944" y="5123"/>
                          <a:pt x="925830" y="18288"/>
                        </a:cubicBezTo>
                        <a:cubicBezTo>
                          <a:pt x="669716" y="31453"/>
                          <a:pt x="410304" y="34815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429000" h="18288" stroke="0" extrusionOk="0">
                        <a:moveTo>
                          <a:pt x="0" y="0"/>
                        </a:moveTo>
                        <a:cubicBezTo>
                          <a:pt x="174095" y="-12874"/>
                          <a:pt x="443087" y="-14090"/>
                          <a:pt x="617220" y="0"/>
                        </a:cubicBezTo>
                        <a:cubicBezTo>
                          <a:pt x="791353" y="14090"/>
                          <a:pt x="1072677" y="8451"/>
                          <a:pt x="1200150" y="0"/>
                        </a:cubicBezTo>
                        <a:cubicBezTo>
                          <a:pt x="1327623" y="-8451"/>
                          <a:pt x="1526638" y="19866"/>
                          <a:pt x="1817370" y="0"/>
                        </a:cubicBezTo>
                        <a:cubicBezTo>
                          <a:pt x="2108102" y="-19866"/>
                          <a:pt x="2221289" y="26161"/>
                          <a:pt x="2503170" y="0"/>
                        </a:cubicBezTo>
                        <a:cubicBezTo>
                          <a:pt x="2785051" y="-26161"/>
                          <a:pt x="3022134" y="39178"/>
                          <a:pt x="3429000" y="0"/>
                        </a:cubicBezTo>
                        <a:cubicBezTo>
                          <a:pt x="3429577" y="4624"/>
                          <a:pt x="3429819" y="11191"/>
                          <a:pt x="3429000" y="18288"/>
                        </a:cubicBezTo>
                        <a:cubicBezTo>
                          <a:pt x="3103464" y="593"/>
                          <a:pt x="2887909" y="22940"/>
                          <a:pt x="2743200" y="18288"/>
                        </a:cubicBezTo>
                        <a:cubicBezTo>
                          <a:pt x="2598491" y="13636"/>
                          <a:pt x="2362615" y="10656"/>
                          <a:pt x="1988820" y="18288"/>
                        </a:cubicBezTo>
                        <a:cubicBezTo>
                          <a:pt x="1615025" y="25920"/>
                          <a:pt x="1580494" y="3693"/>
                          <a:pt x="1405890" y="18288"/>
                        </a:cubicBezTo>
                        <a:cubicBezTo>
                          <a:pt x="1231286" y="32884"/>
                          <a:pt x="885259" y="-16285"/>
                          <a:pt x="651510" y="18288"/>
                        </a:cubicBezTo>
                        <a:cubicBezTo>
                          <a:pt x="417761" y="52861"/>
                          <a:pt x="138362" y="-13856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8D0FE0A-A678-473D-A27E-29A585DE51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42999" r="30313" b="22001"/>
          <a:stretch/>
        </p:blipFill>
        <p:spPr>
          <a:xfrm>
            <a:off x="410400" y="2169317"/>
            <a:ext cx="8250990" cy="381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866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CBBB177BCECA4BA07D6B8F331069E6" ma:contentTypeVersion="8" ma:contentTypeDescription="Crée un document." ma:contentTypeScope="" ma:versionID="a1792ed5d19ee5ab252c33350085386f">
  <xsd:schema xmlns:xsd="http://www.w3.org/2001/XMLSchema" xmlns:xs="http://www.w3.org/2001/XMLSchema" xmlns:p="http://schemas.microsoft.com/office/2006/metadata/properties" xmlns:ns2="9e182b23-170a-47e8-a965-13b876d21b7d" targetNamespace="http://schemas.microsoft.com/office/2006/metadata/properties" ma:root="true" ma:fieldsID="f2f4ce115f52bc9505b5498e049d5905" ns2:_="">
    <xsd:import namespace="9e182b23-170a-47e8-a965-13b876d21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2b23-170a-47e8-a965-13b876d21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38696A-72C0-413D-84B8-560A43960B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1EFAAC2-DB5C-45B2-9C04-DD5D24205A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82b23-170a-47e8-a965-13b876d21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591</Words>
  <Application>Microsoft Office PowerPoint</Application>
  <PresentationFormat>Affichage à l'écran (4:3)</PresentationFormat>
  <Paragraphs>85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Cambria Math</vt:lpstr>
      <vt:lpstr>Wingdings</vt:lpstr>
      <vt:lpstr>Thème Office</vt:lpstr>
      <vt:lpstr>Data Description </vt:lpstr>
      <vt:lpstr>Dispersion indicators</vt:lpstr>
      <vt:lpstr>Dispersion indicators</vt:lpstr>
      <vt:lpstr>Dispersion Indicators –  Variance and Standard Deviation
</vt:lpstr>
      <vt:lpstr>Dispersion Indicators –  Variance and Standard Deviation
</vt:lpstr>
      <vt:lpstr>Dispersion Indicators –  Variance and Standard Deviation
</vt:lpstr>
      <vt:lpstr>Dispersion Indicators –  Variance and Standard Deviation
</vt:lpstr>
      <vt:lpstr>Dispersion Indicators –  Variance and Standard Deviation
</vt:lpstr>
      <vt:lpstr>Examples – calculation of variance and standard deviation
</vt:lpstr>
      <vt:lpstr>Examples – calculation of variance and standard deviation
</vt:lpstr>
      <vt:lpstr>Examples – calculation of variance and standard deviation</vt:lpstr>
      <vt:lpstr>Examples – calculation of variance and standard deviation</vt:lpstr>
      <vt:lpstr>Examples – calculation of variance and standard deviation</vt:lpstr>
      <vt:lpstr>Examples – calculation of variance and standard deviation</vt:lpstr>
      <vt:lpstr>Dispersion Indicators –  The Coefficient of Variation 
</vt:lpstr>
      <vt:lpstr>Dispersion Indicators – The Coefficient of Variation 
</vt:lpstr>
      <vt:lpstr>Dispersion Indicators – The Coefficient of Variation 
</vt:lpstr>
      <vt:lpstr>Dispersion Indicators –  The Range and The Interquartile Range 
</vt:lpstr>
      <vt:lpstr>Dispersion Indicators –  The Relative Interquartile Coefficient
</vt:lpstr>
      <vt:lpstr>General remark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14</cp:revision>
  <dcterms:created xsi:type="dcterms:W3CDTF">2021-02-02T16:40:54Z</dcterms:created>
  <dcterms:modified xsi:type="dcterms:W3CDTF">2021-10-15T11:58:40Z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0x01010082CBBB177BCECA4BA07D6B8F331069E6</vt:lpwstr>
  </property>
</Properties>
</file>