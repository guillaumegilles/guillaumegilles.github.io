
<file path=[Content_Types].xml><?xml version="1.0" encoding="utf-8"?>
<Types xmlns="http://schemas.openxmlformats.org/package/2006/content-types"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6" r:id="rId3"/>
    <p:sldId id="258" r:id="rId4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8EC20E35-A176-4012-BC5E-935CFFF8708E}" styleName="Style moyen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43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CHOUR Maher" userId="09775c39-7739-40bf-ba04-c8ef3ab24a94" providerId="ADAL" clId="{4ABD2275-C5F7-41A4-8E89-05497293A01B}"/>
    <pc:docChg chg="undo custSel addSld delSld modSld">
      <pc:chgData name="KACHOUR Maher" userId="09775c39-7739-40bf-ba04-c8ef3ab24a94" providerId="ADAL" clId="{4ABD2275-C5F7-41A4-8E89-05497293A01B}" dt="2021-10-15T12:54:04.799" v="370"/>
      <pc:docMkLst>
        <pc:docMk/>
      </pc:docMkLst>
      <pc:sldChg chg="modSp mod">
        <pc:chgData name="KACHOUR Maher" userId="09775c39-7739-40bf-ba04-c8ef3ab24a94" providerId="ADAL" clId="{4ABD2275-C5F7-41A4-8E89-05497293A01B}" dt="2021-10-15T12:19:46.946" v="32" actId="20577"/>
        <pc:sldMkLst>
          <pc:docMk/>
          <pc:sldMk cId="3884457258" sldId="256"/>
        </pc:sldMkLst>
        <pc:spChg chg="mod">
          <ac:chgData name="KACHOUR Maher" userId="09775c39-7739-40bf-ba04-c8ef3ab24a94" providerId="ADAL" clId="{4ABD2275-C5F7-41A4-8E89-05497293A01B}" dt="2021-10-15T12:19:46.946" v="32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4ABD2275-C5F7-41A4-8E89-05497293A01B}" dt="2021-10-15T12:18:54.606" v="1" actId="20577"/>
        <pc:sldMkLst>
          <pc:docMk/>
          <pc:sldMk cId="0" sldId="257"/>
        </pc:sldMkLst>
        <pc:spChg chg="mod">
          <ac:chgData name="KACHOUR Maher" userId="09775c39-7739-40bf-ba04-c8ef3ab24a94" providerId="ADAL" clId="{4ABD2275-C5F7-41A4-8E89-05497293A01B}" dt="2021-10-15T12:18:54.606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4ABD2275-C5F7-41A4-8E89-05497293A01B}" dt="2021-10-15T12:30:13.433" v="200" actId="20577"/>
        <pc:sldMkLst>
          <pc:docMk/>
          <pc:sldMk cId="1632906986" sldId="258"/>
        </pc:sldMkLst>
        <pc:spChg chg="mod">
          <ac:chgData name="KACHOUR Maher" userId="09775c39-7739-40bf-ba04-c8ef3ab24a94" providerId="ADAL" clId="{4ABD2275-C5F7-41A4-8E89-05497293A01B}" dt="2021-10-15T12:30:13.433" v="200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4ABD2275-C5F7-41A4-8E89-05497293A01B}" dt="2021-10-15T12:31:01.760" v="201"/>
        <pc:sldMkLst>
          <pc:docMk/>
          <pc:sldMk cId="3342625250" sldId="259"/>
        </pc:sldMkLst>
        <pc:spChg chg="mod">
          <ac:chgData name="KACHOUR Maher" userId="09775c39-7739-40bf-ba04-c8ef3ab24a94" providerId="ADAL" clId="{4ABD2275-C5F7-41A4-8E89-05497293A01B}" dt="2021-10-15T12:31:01.760" v="201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4ABD2275-C5F7-41A4-8E89-05497293A01B}" dt="2021-10-15T12:50:26.395" v="355" actId="20577"/>
        <pc:sldMkLst>
          <pc:docMk/>
          <pc:sldMk cId="4200507792" sldId="262"/>
        </pc:sldMkLst>
        <pc:spChg chg="mod">
          <ac:chgData name="KACHOUR Maher" userId="09775c39-7739-40bf-ba04-c8ef3ab24a94" providerId="ADAL" clId="{4ABD2275-C5F7-41A4-8E89-05497293A01B}" dt="2021-10-15T12:50:26.395" v="355" actId="20577"/>
          <ac:spMkLst>
            <pc:docMk/>
            <pc:sldMk cId="4200507792" sldId="262"/>
            <ac:spMk id="6" creationId="{B9F24573-B8C6-4491-AFA0-36142DDC64B5}"/>
          </ac:spMkLst>
        </pc:spChg>
        <pc:graphicFrameChg chg="modGraphic">
          <ac:chgData name="KACHOUR Maher" userId="09775c39-7739-40bf-ba04-c8ef3ab24a94" providerId="ADAL" clId="{4ABD2275-C5F7-41A4-8E89-05497293A01B}" dt="2021-10-15T12:44:32.729" v="279" actId="216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  <pc:sldChg chg="addSp delSp modSp add mod">
        <pc:chgData name="KACHOUR Maher" userId="09775c39-7739-40bf-ba04-c8ef3ab24a94" providerId="ADAL" clId="{4ABD2275-C5F7-41A4-8E89-05497293A01B}" dt="2021-10-15T12:43:38.482" v="278" actId="14734"/>
        <pc:sldMkLst>
          <pc:docMk/>
          <pc:sldMk cId="290671189" sldId="263"/>
        </pc:sldMkLst>
        <pc:spChg chg="mod">
          <ac:chgData name="KACHOUR Maher" userId="09775c39-7739-40bf-ba04-c8ef3ab24a94" providerId="ADAL" clId="{4ABD2275-C5F7-41A4-8E89-05497293A01B}" dt="2021-10-15T12:43:14.657" v="275" actId="1076"/>
          <ac:spMkLst>
            <pc:docMk/>
            <pc:sldMk cId="290671189" sldId="263"/>
            <ac:spMk id="3" creationId="{CC9FE004-1C6E-4667-8710-CA96506DE21E}"/>
          </ac:spMkLst>
        </pc:spChg>
        <pc:graphicFrameChg chg="del mod modGraphic">
          <ac:chgData name="KACHOUR Maher" userId="09775c39-7739-40bf-ba04-c8ef3ab24a94" providerId="ADAL" clId="{4ABD2275-C5F7-41A4-8E89-05497293A01B}" dt="2021-10-15T12:42:17.404" v="265" actId="478"/>
          <ac:graphicFrameMkLst>
            <pc:docMk/>
            <pc:sldMk cId="290671189" sldId="263"/>
            <ac:graphicFrameMk id="5" creationId="{C5935286-E84C-4A5B-9E95-1C36A0F9B1CD}"/>
          </ac:graphicFrameMkLst>
        </pc:graphicFrameChg>
        <pc:graphicFrameChg chg="add mod modGraphic">
          <ac:chgData name="KACHOUR Maher" userId="09775c39-7739-40bf-ba04-c8ef3ab24a94" providerId="ADAL" clId="{4ABD2275-C5F7-41A4-8E89-05497293A01B}" dt="2021-10-15T12:43:38.482" v="278" actId="14734"/>
          <ac:graphicFrameMkLst>
            <pc:docMk/>
            <pc:sldMk cId="290671189" sldId="263"/>
            <ac:graphicFrameMk id="6" creationId="{C960491C-B5FD-4D83-9566-AD3C9234B2D6}"/>
          </ac:graphicFrameMkLst>
        </pc:graphicFrameChg>
      </pc:sldChg>
      <pc:sldChg chg="add del">
        <pc:chgData name="KACHOUR Maher" userId="09775c39-7739-40bf-ba04-c8ef3ab24a94" providerId="ADAL" clId="{4ABD2275-C5F7-41A4-8E89-05497293A01B}" dt="2021-10-15T12:52:05.238" v="357" actId="47"/>
        <pc:sldMkLst>
          <pc:docMk/>
          <pc:sldMk cId="236773734" sldId="264"/>
        </pc:sldMkLst>
      </pc:sldChg>
      <pc:sldChg chg="delSp modSp add mod setBg delDesignElem">
        <pc:chgData name="KACHOUR Maher" userId="09775c39-7739-40bf-ba04-c8ef3ab24a94" providerId="ADAL" clId="{4ABD2275-C5F7-41A4-8E89-05497293A01B}" dt="2021-10-15T12:54:04.799" v="370"/>
        <pc:sldMkLst>
          <pc:docMk/>
          <pc:sldMk cId="385761548" sldId="264"/>
        </pc:sldMkLst>
        <pc:spChg chg="mod">
          <ac:chgData name="KACHOUR Maher" userId="09775c39-7739-40bf-ba04-c8ef3ab24a94" providerId="ADAL" clId="{4ABD2275-C5F7-41A4-8E89-05497293A01B}" dt="2021-10-15T12:54:04.799" v="370"/>
          <ac:spMkLst>
            <pc:docMk/>
            <pc:sldMk cId="385761548" sldId="264"/>
            <ac:spMk id="5" creationId="{D7B24147-55AB-4BC4-B183-ED51FCA4DB97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2" creationId="{385E1BDC-A9B0-4A87-82E3-F3187F69A802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4" creationId="{0990C621-3B8B-4820-8328-D47EF7CE823C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6" creationId="{C1A2385B-1D2A-4E17-84FA-6CB7F0AAE473}"/>
          </ac:spMkLst>
        </pc:spChg>
        <pc:spChg chg="del">
          <ac:chgData name="KACHOUR Maher" userId="09775c39-7739-40bf-ba04-c8ef3ab24a94" providerId="ADAL" clId="{4ABD2275-C5F7-41A4-8E89-05497293A01B}" dt="2021-10-15T12:52:06.251" v="359"/>
          <ac:spMkLst>
            <pc:docMk/>
            <pc:sldMk cId="385761548" sldId="264"/>
            <ac:spMk id="28" creationId="{5E791F2F-79DB-4CC0-9FA1-001E3E91E8B7}"/>
          </ac:spMkLst>
        </pc:spChg>
      </pc:sldChg>
    </pc:docChg>
  </pc:docChgLst>
  <pc:docChgLst>
    <pc:chgData name="KACHOUR Maher" userId="09775c39-7739-40bf-ba04-c8ef3ab24a94" providerId="ADAL" clId="{98B62C0F-C5CD-470F-A85D-6BE9EDA11397}"/>
    <pc:docChg chg="modSld">
      <pc:chgData name="KACHOUR Maher" userId="09775c39-7739-40bf-ba04-c8ef3ab24a94" providerId="ADAL" clId="{98B62C0F-C5CD-470F-A85D-6BE9EDA11397}" dt="2021-10-15T13:48:18.072" v="334" actId="20577"/>
      <pc:docMkLst>
        <pc:docMk/>
      </pc:docMkLst>
      <pc:sldChg chg="modSp mod">
        <pc:chgData name="KACHOUR Maher" userId="09775c39-7739-40bf-ba04-c8ef3ab24a94" providerId="ADAL" clId="{98B62C0F-C5CD-470F-A85D-6BE9EDA11397}" dt="2021-10-15T13:33:57.990" v="26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8B62C0F-C5CD-470F-A85D-6BE9EDA11397}" dt="2021-10-15T13:33:57.990" v="26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98B62C0F-C5CD-470F-A85D-6BE9EDA11397}" dt="2021-10-15T13:48:18.072" v="334" actId="20577"/>
        <pc:sldMkLst>
          <pc:docMk/>
          <pc:sldMk cId="0" sldId="257"/>
        </pc:sldMkLst>
        <pc:spChg chg="mod">
          <ac:chgData name="KACHOUR Maher" userId="09775c39-7739-40bf-ba04-c8ef3ab24a94" providerId="ADAL" clId="{98B62C0F-C5CD-470F-A85D-6BE9EDA11397}" dt="2021-10-15T13:48:18.072" v="334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8B62C0F-C5CD-470F-A85D-6BE9EDA11397}" dt="2021-10-15T13:37:16.659" v="105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8B62C0F-C5CD-470F-A85D-6BE9EDA11397}" dt="2021-10-15T13:37:16.659" v="105" actId="20577"/>
          <ac:spMkLst>
            <pc:docMk/>
            <pc:sldMk cId="1632906986" sldId="258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39:54.239" v="222"/>
        <pc:sldMkLst>
          <pc:docMk/>
          <pc:sldMk cId="3342625250" sldId="259"/>
        </pc:sldMkLst>
        <pc:spChg chg="mod">
          <ac:chgData name="KACHOUR Maher" userId="09775c39-7739-40bf-ba04-c8ef3ab24a94" providerId="ADAL" clId="{98B62C0F-C5CD-470F-A85D-6BE9EDA11397}" dt="2021-10-15T13:39:54.239" v="222"/>
          <ac:spMkLst>
            <pc:docMk/>
            <pc:sldMk cId="3342625250" sldId="259"/>
            <ac:spMk id="3" creationId="{86DA4EC6-6600-48BE-AED2-90A0A908CF8F}"/>
          </ac:spMkLst>
        </pc:spChg>
      </pc:sldChg>
      <pc:sldChg chg="modSp mod">
        <pc:chgData name="KACHOUR Maher" userId="09775c39-7739-40bf-ba04-c8ef3ab24a94" providerId="ADAL" clId="{98B62C0F-C5CD-470F-A85D-6BE9EDA11397}" dt="2021-10-15T13:42:21.153" v="269" actId="255"/>
        <pc:sldMkLst>
          <pc:docMk/>
          <pc:sldMk cId="4200507792" sldId="262"/>
        </pc:sldMkLst>
        <pc:spChg chg="mod">
          <ac:chgData name="KACHOUR Maher" userId="09775c39-7739-40bf-ba04-c8ef3ab24a94" providerId="ADAL" clId="{98B62C0F-C5CD-470F-A85D-6BE9EDA11397}" dt="2021-10-15T13:42:21.153" v="269" actId="255"/>
          <ac:spMkLst>
            <pc:docMk/>
            <pc:sldMk cId="4200507792" sldId="262"/>
            <ac:spMk id="6" creationId="{B9F24573-B8C6-4491-AFA0-36142DDC64B5}"/>
          </ac:spMkLst>
        </pc:spChg>
      </pc:sldChg>
      <pc:sldChg chg="modSp mod">
        <pc:chgData name="KACHOUR Maher" userId="09775c39-7739-40bf-ba04-c8ef3ab24a94" providerId="ADAL" clId="{98B62C0F-C5CD-470F-A85D-6BE9EDA11397}" dt="2021-10-15T13:39:35.183" v="221" actId="1076"/>
        <pc:sldMkLst>
          <pc:docMk/>
          <pc:sldMk cId="290671189" sldId="263"/>
        </pc:sldMkLst>
        <pc:spChg chg="mod">
          <ac:chgData name="KACHOUR Maher" userId="09775c39-7739-40bf-ba04-c8ef3ab24a94" providerId="ADAL" clId="{98B62C0F-C5CD-470F-A85D-6BE9EDA11397}" dt="2021-10-15T13:39:35.183" v="221" actId="1076"/>
          <ac:spMkLst>
            <pc:docMk/>
            <pc:sldMk cId="290671189" sldId="263"/>
            <ac:spMk id="3" creationId="{CC9FE004-1C6E-4667-8710-CA96506DE21E}"/>
          </ac:spMkLst>
        </pc:spChg>
      </pc:sldChg>
      <pc:sldChg chg="modSp mod">
        <pc:chgData name="KACHOUR Maher" userId="09775c39-7739-40bf-ba04-c8ef3ab24a94" providerId="ADAL" clId="{98B62C0F-C5CD-470F-A85D-6BE9EDA11397}" dt="2021-10-15T13:46:04.484" v="332" actId="20577"/>
        <pc:sldMkLst>
          <pc:docMk/>
          <pc:sldMk cId="385761548" sldId="264"/>
        </pc:sldMkLst>
        <pc:spChg chg="mod">
          <ac:chgData name="KACHOUR Maher" userId="09775c39-7739-40bf-ba04-c8ef3ab24a94" providerId="ADAL" clId="{98B62C0F-C5CD-470F-A85D-6BE9EDA11397}" dt="2021-10-15T13:46:04.484" v="332" actId="20577"/>
          <ac:spMkLst>
            <pc:docMk/>
            <pc:sldMk cId="385761548" sldId="264"/>
            <ac:spMk id="5" creationId="{D7B24147-55AB-4BC4-B183-ED51FCA4DB97}"/>
          </ac:spMkLst>
        </pc:spChg>
      </pc:sldChg>
    </pc:docChg>
  </pc:docChgLst>
  <pc:docChgLst>
    <pc:chgData name="KACHOUR Maher" userId="09775c39-7739-40bf-ba04-c8ef3ab24a94" providerId="ADAL" clId="{6BC31A12-6872-407D-B196-620DB8D11C41}"/>
    <pc:docChg chg="custSel delSld modSld">
      <pc:chgData name="KACHOUR Maher" userId="09775c39-7739-40bf-ba04-c8ef3ab24a94" providerId="ADAL" clId="{6BC31A12-6872-407D-B196-620DB8D11C41}" dt="2021-10-15T14:34:10.557" v="32" actId="20577"/>
      <pc:docMkLst>
        <pc:docMk/>
      </pc:docMkLst>
      <pc:sldChg chg="addSp delSp modSp mod">
        <pc:chgData name="KACHOUR Maher" userId="09775c39-7739-40bf-ba04-c8ef3ab24a94" providerId="ADAL" clId="{6BC31A12-6872-407D-B196-620DB8D11C41}" dt="2021-10-15T14:32:52.117" v="21" actId="20577"/>
        <pc:sldMkLst>
          <pc:docMk/>
          <pc:sldMk cId="3884457258" sldId="256"/>
        </pc:sldMkLst>
        <pc:spChg chg="mod">
          <ac:chgData name="KACHOUR Maher" userId="09775c39-7739-40bf-ba04-c8ef3ab24a94" providerId="ADAL" clId="{6BC31A12-6872-407D-B196-620DB8D11C41}" dt="2021-10-15T14:32:52.117" v="21" actId="20577"/>
          <ac:spMkLst>
            <pc:docMk/>
            <pc:sldMk cId="3884457258" sldId="256"/>
            <ac:spMk id="4" creationId="{DF25F7F9-D26E-4B65-8387-484298AE7CF4}"/>
          </ac:spMkLst>
        </pc:spChg>
        <pc:graphicFrameChg chg="del">
          <ac:chgData name="KACHOUR Maher" userId="09775c39-7739-40bf-ba04-c8ef3ab24a94" providerId="ADAL" clId="{6BC31A12-6872-407D-B196-620DB8D11C41}" dt="2021-10-15T14:32:18.067" v="7" actId="478"/>
          <ac:graphicFrameMkLst>
            <pc:docMk/>
            <pc:sldMk cId="3884457258" sldId="256"/>
            <ac:graphicFrameMk id="5" creationId="{8D618231-F795-4672-A643-43223F39DFB3}"/>
          </ac:graphicFrameMkLst>
        </pc:graphicFrameChg>
        <pc:picChg chg="add mod">
          <ac:chgData name="KACHOUR Maher" userId="09775c39-7739-40bf-ba04-c8ef3ab24a94" providerId="ADAL" clId="{6BC31A12-6872-407D-B196-620DB8D11C41}" dt="2021-10-15T14:32:31.636" v="12" actId="1076"/>
          <ac:picMkLst>
            <pc:docMk/>
            <pc:sldMk cId="3884457258" sldId="256"/>
            <ac:picMk id="6" creationId="{F522A9A2-6AFD-4695-93C8-765E6CDE86C3}"/>
          </ac:picMkLst>
        </pc:picChg>
      </pc:sldChg>
      <pc:sldChg chg="modSp mod">
        <pc:chgData name="KACHOUR Maher" userId="09775c39-7739-40bf-ba04-c8ef3ab24a94" providerId="ADAL" clId="{6BC31A12-6872-407D-B196-620DB8D11C41}" dt="2021-10-15T14:28:53.903" v="2" actId="20577"/>
        <pc:sldMkLst>
          <pc:docMk/>
          <pc:sldMk cId="0" sldId="257"/>
        </pc:sldMkLst>
        <pc:spChg chg="mod">
          <ac:chgData name="KACHOUR Maher" userId="09775c39-7739-40bf-ba04-c8ef3ab24a94" providerId="ADAL" clId="{6BC31A12-6872-407D-B196-620DB8D11C41}" dt="2021-10-15T14:28:53.903" v="2" actId="20577"/>
          <ac:spMkLst>
            <pc:docMk/>
            <pc:sldMk cId="0" sldId="257"/>
            <ac:spMk id="3" creationId="{00000000-0000-0000-0000-000000000000}"/>
          </ac:spMkLst>
        </pc:spChg>
      </pc:sldChg>
      <pc:sldChg chg="delSp modSp mod">
        <pc:chgData name="KACHOUR Maher" userId="09775c39-7739-40bf-ba04-c8ef3ab24a94" providerId="ADAL" clId="{6BC31A12-6872-407D-B196-620DB8D11C41}" dt="2021-10-15T14:34:10.557" v="32" actId="20577"/>
        <pc:sldMkLst>
          <pc:docMk/>
          <pc:sldMk cId="1632906986" sldId="258"/>
        </pc:sldMkLst>
        <pc:spChg chg="mod">
          <ac:chgData name="KACHOUR Maher" userId="09775c39-7739-40bf-ba04-c8ef3ab24a94" providerId="ADAL" clId="{6BC31A12-6872-407D-B196-620DB8D11C41}" dt="2021-10-15T14:34:10.557" v="32" actId="20577"/>
          <ac:spMkLst>
            <pc:docMk/>
            <pc:sldMk cId="1632906986" sldId="258"/>
            <ac:spMk id="3" creationId="{CC9FE004-1C6E-4667-8710-CA96506DE21E}"/>
          </ac:spMkLst>
        </pc:spChg>
        <pc:graphicFrameChg chg="del">
          <ac:chgData name="KACHOUR Maher" userId="09775c39-7739-40bf-ba04-c8ef3ab24a94" providerId="ADAL" clId="{6BC31A12-6872-407D-B196-620DB8D11C41}" dt="2021-10-15T14:33:00.913" v="22" actId="478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del">
        <pc:chgData name="KACHOUR Maher" userId="09775c39-7739-40bf-ba04-c8ef3ab24a94" providerId="ADAL" clId="{6BC31A12-6872-407D-B196-620DB8D11C41}" dt="2021-10-15T14:31:34.412" v="3" actId="47"/>
        <pc:sldMkLst>
          <pc:docMk/>
          <pc:sldMk cId="3342625250" sldId="259"/>
        </pc:sldMkLst>
      </pc:sldChg>
      <pc:sldChg chg="del">
        <pc:chgData name="KACHOUR Maher" userId="09775c39-7739-40bf-ba04-c8ef3ab24a94" providerId="ADAL" clId="{6BC31A12-6872-407D-B196-620DB8D11C41}" dt="2021-10-15T14:31:36.378" v="4" actId="47"/>
        <pc:sldMkLst>
          <pc:docMk/>
          <pc:sldMk cId="4200507792" sldId="262"/>
        </pc:sldMkLst>
      </pc:sldChg>
      <pc:sldChg chg="del">
        <pc:chgData name="KACHOUR Maher" userId="09775c39-7739-40bf-ba04-c8ef3ab24a94" providerId="ADAL" clId="{6BC31A12-6872-407D-B196-620DB8D11C41}" dt="2021-10-15T14:33:07.928" v="23" actId="47"/>
        <pc:sldMkLst>
          <pc:docMk/>
          <pc:sldMk cId="290671189" sldId="263"/>
        </pc:sldMkLst>
      </pc:sldChg>
      <pc:sldChg chg="del">
        <pc:chgData name="KACHOUR Maher" userId="09775c39-7739-40bf-ba04-c8ef3ab24a94" providerId="ADAL" clId="{6BC31A12-6872-407D-B196-620DB8D11C41}" dt="2021-10-15T14:31:38.419" v="5" actId="47"/>
        <pc:sldMkLst>
          <pc:docMk/>
          <pc:sldMk cId="385761548" sldId="264"/>
        </pc:sldMkLst>
      </pc:sldChg>
    </pc:docChg>
  </pc:docChgLst>
  <pc:docChgLst>
    <pc:chgData name="KACHOUR Maher" userId="09775c39-7739-40bf-ba04-c8ef3ab24a94" providerId="ADAL" clId="{2370CBF8-D1D8-4922-A968-E90E226146FA}"/>
    <pc:docChg chg="undo custSel addSld modSld">
      <pc:chgData name="KACHOUR Maher" userId="09775c39-7739-40bf-ba04-c8ef3ab24a94" providerId="ADAL" clId="{2370CBF8-D1D8-4922-A968-E90E226146FA}" dt="2021-10-14T14:52:58.120" v="341" actId="26606"/>
      <pc:docMkLst>
        <pc:docMk/>
      </pc:docMkLst>
      <pc:sldChg chg="modSp mod">
        <pc:chgData name="KACHOUR Maher" userId="09775c39-7739-40bf-ba04-c8ef3ab24a94" providerId="ADAL" clId="{2370CBF8-D1D8-4922-A968-E90E226146FA}" dt="2021-10-14T14:21:33.156" v="202" actId="1076"/>
        <pc:sldMkLst>
          <pc:docMk/>
          <pc:sldMk cId="3884457258" sldId="256"/>
        </pc:sldMkLst>
        <pc:spChg chg="mod">
          <ac:chgData name="KACHOUR Maher" userId="09775c39-7739-40bf-ba04-c8ef3ab24a94" providerId="ADAL" clId="{2370CBF8-D1D8-4922-A968-E90E226146FA}" dt="2021-10-14T14:21:33.156" v="202" actId="1076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2370CBF8-D1D8-4922-A968-E90E226146FA}" dt="2021-10-14T14:21:02.557" v="199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 modGraphic">
          <ac:chgData name="KACHOUR Maher" userId="09775c39-7739-40bf-ba04-c8ef3ab24a94" providerId="ADAL" clId="{2370CBF8-D1D8-4922-A968-E90E226146FA}" dt="2021-10-14T14:11:19.595" v="64" actId="14734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2370CBF8-D1D8-4922-A968-E90E226146FA}" dt="2021-10-14T14:07:55.333" v="1" actId="20577"/>
        <pc:sldMkLst>
          <pc:docMk/>
          <pc:sldMk cId="0" sldId="257"/>
        </pc:sldMkLst>
        <pc:spChg chg="mod">
          <ac:chgData name="KACHOUR Maher" userId="09775c39-7739-40bf-ba04-c8ef3ab24a94" providerId="ADAL" clId="{2370CBF8-D1D8-4922-A968-E90E226146FA}" dt="2021-10-14T14:07:55.333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modSp mod">
        <pc:chgData name="KACHOUR Maher" userId="09775c39-7739-40bf-ba04-c8ef3ab24a94" providerId="ADAL" clId="{2370CBF8-D1D8-4922-A968-E90E226146FA}" dt="2021-10-14T14:21:23.943" v="201" actId="1076"/>
        <pc:sldMkLst>
          <pc:docMk/>
          <pc:sldMk cId="1632906986" sldId="258"/>
        </pc:sldMkLst>
        <pc:spChg chg="mod">
          <ac:chgData name="KACHOUR Maher" userId="09775c39-7739-40bf-ba04-c8ef3ab24a94" providerId="ADAL" clId="{2370CBF8-D1D8-4922-A968-E90E226146FA}" dt="2021-10-14T14:14:18.992" v="72" actId="1076"/>
          <ac:spMkLst>
            <pc:docMk/>
            <pc:sldMk cId="1632906986" sldId="258"/>
            <ac:spMk id="2" creationId="{A4AEDEBA-6FE9-4F23-B02B-9FB71BC17484}"/>
          </ac:spMkLst>
        </pc:spChg>
        <pc:graphicFrameChg chg="mod modGraphic">
          <ac:chgData name="KACHOUR Maher" userId="09775c39-7739-40bf-ba04-c8ef3ab24a94" providerId="ADAL" clId="{2370CBF8-D1D8-4922-A968-E90E226146FA}" dt="2021-10-14T14:21:19.090" v="200" actId="14734"/>
          <ac:graphicFrameMkLst>
            <pc:docMk/>
            <pc:sldMk cId="1632906986" sldId="258"/>
            <ac:graphicFrameMk id="5" creationId="{C5935286-E84C-4A5B-9E95-1C36A0F9B1CD}"/>
          </ac:graphicFrameMkLst>
        </pc:graphicFrameChg>
        <pc:picChg chg="add mod">
          <ac:chgData name="KACHOUR Maher" userId="09775c39-7739-40bf-ba04-c8ef3ab24a94" providerId="ADAL" clId="{2370CBF8-D1D8-4922-A968-E90E226146FA}" dt="2021-10-14T14:21:23.943" v="201" actId="1076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2370CBF8-D1D8-4922-A968-E90E226146FA}" dt="2021-10-14T14:34:58.077" v="263" actId="14734"/>
        <pc:sldMkLst>
          <pc:docMk/>
          <pc:sldMk cId="3342625250" sldId="259"/>
        </pc:sldMkLst>
        <pc:spChg chg="mod">
          <ac:chgData name="KACHOUR Maher" userId="09775c39-7739-40bf-ba04-c8ef3ab24a94" providerId="ADAL" clId="{2370CBF8-D1D8-4922-A968-E90E226146FA}" dt="2021-10-14T14:15:14.332" v="77" actId="1076"/>
          <ac:spMkLst>
            <pc:docMk/>
            <pc:sldMk cId="3342625250" sldId="259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34:47.405" v="260" actId="27636"/>
          <ac:spMkLst>
            <pc:docMk/>
            <pc:sldMk cId="3342625250" sldId="259"/>
            <ac:spMk id="3" creationId="{86DA4EC6-6600-48BE-AED2-90A0A908CF8F}"/>
          </ac:spMkLst>
        </pc:spChg>
        <pc:graphicFrameChg chg="mod modGraphic">
          <ac:chgData name="KACHOUR Maher" userId="09775c39-7739-40bf-ba04-c8ef3ab24a94" providerId="ADAL" clId="{2370CBF8-D1D8-4922-A968-E90E226146FA}" dt="2021-10-14T14:34:58.077" v="263" actId="14734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addSp modSp mod setBg">
        <pc:chgData name="KACHOUR Maher" userId="09775c39-7739-40bf-ba04-c8ef3ab24a94" providerId="ADAL" clId="{2370CBF8-D1D8-4922-A968-E90E226146FA}" dt="2021-10-14T14:48:39.199" v="337" actId="26606"/>
        <pc:sldMkLst>
          <pc:docMk/>
          <pc:sldMk cId="962425727" sldId="260"/>
        </pc:sldMkLst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2" creationId="{159DF4AF-EB56-497F-9EC4-3792B7715C09}"/>
          </ac:spMkLst>
        </pc:spChg>
        <pc:spChg chg="mo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3" creationId="{86DA4EC6-6600-48BE-AED2-90A0A908CF8F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1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3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5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48:39.199" v="337" actId="26606"/>
          <ac:spMkLst>
            <pc:docMk/>
            <pc:sldMk cId="962425727" sldId="260"/>
            <ac:spMk id="17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48:39.199" v="337" actId="26606"/>
          <ac:graphicFrameMkLst>
            <pc:docMk/>
            <pc:sldMk cId="962425727" sldId="260"/>
            <ac:graphicFrameMk id="4" creationId="{D8731FE7-289F-4569-8899-DD98785D8C02}"/>
          </ac:graphicFrameMkLst>
        </pc:graphicFrameChg>
        <pc:picChg chg="add mod">
          <ac:chgData name="KACHOUR Maher" userId="09775c39-7739-40bf-ba04-c8ef3ab24a94" providerId="ADAL" clId="{2370CBF8-D1D8-4922-A968-E90E226146FA}" dt="2021-10-14T14:48:39.199" v="337" actId="26606"/>
          <ac:picMkLst>
            <pc:docMk/>
            <pc:sldMk cId="962425727" sldId="260"/>
            <ac:picMk id="6" creationId="{D9442BFA-85B6-46F2-A05F-18E8C23113C9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31:11.788" v="212" actId="1076"/>
        <pc:sldMkLst>
          <pc:docMk/>
          <pc:sldMk cId="925746931" sldId="261"/>
        </pc:sldMkLst>
        <pc:picChg chg="del">
          <ac:chgData name="KACHOUR Maher" userId="09775c39-7739-40bf-ba04-c8ef3ab24a94" providerId="ADAL" clId="{2370CBF8-D1D8-4922-A968-E90E226146FA}" dt="2021-10-14T14:31:00.341" v="204" actId="478"/>
          <ac:picMkLst>
            <pc:docMk/>
            <pc:sldMk cId="925746931" sldId="261"/>
            <ac:picMk id="6" creationId="{C89D6DEA-6D91-456E-968B-68D46AFB39DB}"/>
          </ac:picMkLst>
        </pc:picChg>
        <pc:picChg chg="add mod">
          <ac:chgData name="KACHOUR Maher" userId="09775c39-7739-40bf-ba04-c8ef3ab24a94" providerId="ADAL" clId="{2370CBF8-D1D8-4922-A968-E90E226146FA}" dt="2021-10-14T14:31:11.788" v="212" actId="1076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add mod">
        <pc:chgData name="KACHOUR Maher" userId="09775c39-7739-40bf-ba04-c8ef3ab24a94" providerId="ADAL" clId="{2370CBF8-D1D8-4922-A968-E90E226146FA}" dt="2021-10-14T14:52:58.120" v="341" actId="26606"/>
        <pc:sldMkLst>
          <pc:docMk/>
          <pc:sldMk cId="4200507792" sldId="262"/>
        </pc:sldMkLst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1" creationId="{385E1BDC-A9B0-4A87-82E3-F3187F69A802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3" creationId="{0990C621-3B8B-4820-8328-D47EF7CE823C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5" creationId="{C1A2385B-1D2A-4E17-84FA-6CB7F0AAE473}"/>
          </ac:spMkLst>
        </pc:spChg>
        <pc:spChg chg="del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17" creationId="{5E791F2F-79DB-4CC0-9FA1-001E3E91E8B7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2" creationId="{385E1BDC-A9B0-4A87-82E3-F3187F69A802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4" creationId="{0990C621-3B8B-4820-8328-D47EF7CE823C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6" creationId="{C1A2385B-1D2A-4E17-84FA-6CB7F0AAE473}"/>
          </ac:spMkLst>
        </pc:spChg>
        <pc:spChg chg="add">
          <ac:chgData name="KACHOUR Maher" userId="09775c39-7739-40bf-ba04-c8ef3ab24a94" providerId="ADAL" clId="{2370CBF8-D1D8-4922-A968-E90E226146FA}" dt="2021-10-14T14:52:58.120" v="341" actId="26606"/>
          <ac:spMkLst>
            <pc:docMk/>
            <pc:sldMk cId="4200507792" sldId="262"/>
            <ac:spMk id="28" creationId="{5E791F2F-79DB-4CC0-9FA1-001E3E91E8B7}"/>
          </ac:spMkLst>
        </pc:spChg>
        <pc:graphicFrameChg chg="mod ord modGraphic">
          <ac:chgData name="KACHOUR Maher" userId="09775c39-7739-40bf-ba04-c8ef3ab24a94" providerId="ADAL" clId="{2370CBF8-D1D8-4922-A968-E90E226146FA}" dt="2021-10-14T14:52:58.120" v="341" actId="26606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2370CBF8-D1D8-4922-A968-E90E226146FA}" dt="2021-10-14T14:52:53.431" v="339" actId="478"/>
          <ac:picMkLst>
            <pc:docMk/>
            <pc:sldMk cId="4200507792" sldId="262"/>
            <ac:picMk id="6" creationId="{D9442BFA-85B6-46F2-A05F-18E8C23113C9}"/>
          </ac:picMkLst>
        </pc:picChg>
        <pc:picChg chg="add mod">
          <ac:chgData name="KACHOUR Maher" userId="09775c39-7739-40bf-ba04-c8ef3ab24a94" providerId="ADAL" clId="{2370CBF8-D1D8-4922-A968-E90E226146FA}" dt="2021-10-14T14:52:58.120" v="341" actId="26606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  <pc:docChgLst>
    <pc:chgData name="KACHOUR Maher" userId="09775c39-7739-40bf-ba04-c8ef3ab24a94" providerId="ADAL" clId="{299F7250-7637-4866-9EA8-65D382F570EA}"/>
    <pc:docChg chg="modSld">
      <pc:chgData name="KACHOUR Maher" userId="09775c39-7739-40bf-ba04-c8ef3ab24a94" providerId="ADAL" clId="{299F7250-7637-4866-9EA8-65D382F570EA}" dt="2021-10-16T15:47:16.913" v="14" actId="20577"/>
      <pc:docMkLst>
        <pc:docMk/>
      </pc:docMkLst>
      <pc:sldChg chg="modSp mod">
        <pc:chgData name="KACHOUR Maher" userId="09775c39-7739-40bf-ba04-c8ef3ab24a94" providerId="ADAL" clId="{299F7250-7637-4866-9EA8-65D382F570EA}" dt="2021-10-16T15:47:16.913" v="14" actId="20577"/>
        <pc:sldMkLst>
          <pc:docMk/>
          <pc:sldMk cId="3884457258" sldId="256"/>
        </pc:sldMkLst>
        <pc:spChg chg="mod">
          <ac:chgData name="KACHOUR Maher" userId="09775c39-7739-40bf-ba04-c8ef3ab24a94" providerId="ADAL" clId="{299F7250-7637-4866-9EA8-65D382F570EA}" dt="2021-10-16T15:47:16.913" v="14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299F7250-7637-4866-9EA8-65D382F570EA}" dt="2021-10-16T15:38:00.374" v="10" actId="20577"/>
        <pc:sldMkLst>
          <pc:docMk/>
          <pc:sldMk cId="0" sldId="257"/>
        </pc:sldMkLst>
        <pc:spChg chg="mod">
          <ac:chgData name="KACHOUR Maher" userId="09775c39-7739-40bf-ba04-c8ef3ab24a94" providerId="ADAL" clId="{299F7250-7637-4866-9EA8-65D382F570EA}" dt="2021-10-16T15:38:00.374" v="10" actId="20577"/>
          <ac:spMkLst>
            <pc:docMk/>
            <pc:sldMk cId="0" sldId="257"/>
            <ac:spMk id="3" creationId="{00000000-0000-0000-0000-000000000000}"/>
          </ac:spMkLst>
        </pc:spChg>
      </pc:sldChg>
    </pc:docChg>
  </pc:docChgLst>
  <pc:docChgLst>
    <pc:chgData name="KACHOUR Maher" userId="09775c39-7739-40bf-ba04-c8ef3ab24a94" providerId="ADAL" clId="{1916F0B8-EFD0-4B1D-B006-AB9FC9879DBC}"/>
    <pc:docChg chg="modSld">
      <pc:chgData name="KACHOUR Maher" userId="09775c39-7739-40bf-ba04-c8ef3ab24a94" providerId="ADAL" clId="{1916F0B8-EFD0-4B1D-B006-AB9FC9879DBC}" dt="2021-10-15T14:43:24.176" v="9" actId="20577"/>
      <pc:docMkLst>
        <pc:docMk/>
      </pc:docMkLst>
      <pc:sldChg chg="modSp mod">
        <pc:chgData name="KACHOUR Maher" userId="09775c39-7739-40bf-ba04-c8ef3ab24a94" providerId="ADAL" clId="{1916F0B8-EFD0-4B1D-B006-AB9FC9879DBC}" dt="2021-10-15T14:43:12.451" v="7"/>
        <pc:sldMkLst>
          <pc:docMk/>
          <pc:sldMk cId="3884457258" sldId="256"/>
        </pc:sldMkLst>
        <pc:spChg chg="mod">
          <ac:chgData name="KACHOUR Maher" userId="09775c39-7739-40bf-ba04-c8ef3ab24a94" providerId="ADAL" clId="{1916F0B8-EFD0-4B1D-B006-AB9FC9879DBC}" dt="2021-10-15T14:42:36.715" v="1" actId="20577"/>
          <ac:spMkLst>
            <pc:docMk/>
            <pc:sldMk cId="3884457258" sldId="256"/>
            <ac:spMk id="2" creationId="{A4AEDEBA-6FE9-4F23-B02B-9FB71BC17484}"/>
          </ac:spMkLst>
        </pc:spChg>
        <pc:spChg chg="mod">
          <ac:chgData name="KACHOUR Maher" userId="09775c39-7739-40bf-ba04-c8ef3ab24a94" providerId="ADAL" clId="{1916F0B8-EFD0-4B1D-B006-AB9FC9879DBC}" dt="2021-10-15T14:43:12.451" v="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1916F0B8-EFD0-4B1D-B006-AB9FC9879DBC}" dt="2021-10-15T14:43:24.176" v="9" actId="20577"/>
        <pc:sldMkLst>
          <pc:docMk/>
          <pc:sldMk cId="1632906986" sldId="258"/>
        </pc:sldMkLst>
        <pc:spChg chg="mod">
          <ac:chgData name="KACHOUR Maher" userId="09775c39-7739-40bf-ba04-c8ef3ab24a94" providerId="ADAL" clId="{1916F0B8-EFD0-4B1D-B006-AB9FC9879DBC}" dt="2021-10-15T14:43:24.176" v="9" actId="20577"/>
          <ac:spMkLst>
            <pc:docMk/>
            <pc:sldMk cId="1632906986" sldId="258"/>
            <ac:spMk id="2" creationId="{A4AEDEBA-6FE9-4F23-B02B-9FB71BC17484}"/>
          </ac:spMkLst>
        </pc:spChg>
      </pc:sldChg>
    </pc:docChg>
  </pc:docChgLst>
  <pc:docChgLst>
    <pc:chgData name="KACHOUR Maher" userId="09775c39-7739-40bf-ba04-c8ef3ab24a94" providerId="ADAL" clId="{E5A1AE0A-D964-4669-B03E-987D59F22204}"/>
    <pc:docChg chg="modSld">
      <pc:chgData name="KACHOUR Maher" userId="09775c39-7739-40bf-ba04-c8ef3ab24a94" providerId="ADAL" clId="{E5A1AE0A-D964-4669-B03E-987D59F22204}" dt="2021-10-14T10:16:47.651" v="1" actId="20577"/>
      <pc:docMkLst>
        <pc:docMk/>
      </pc:docMkLst>
      <pc:sldChg chg="modSp mod">
        <pc:chgData name="KACHOUR Maher" userId="09775c39-7739-40bf-ba04-c8ef3ab24a94" providerId="ADAL" clId="{E5A1AE0A-D964-4669-B03E-987D59F22204}" dt="2021-10-14T10:16:42.339" v="0" actId="20577"/>
        <pc:sldMkLst>
          <pc:docMk/>
          <pc:sldMk cId="3884457258" sldId="256"/>
        </pc:sldMkLst>
        <pc:spChg chg="mod">
          <ac:chgData name="KACHOUR Maher" userId="09775c39-7739-40bf-ba04-c8ef3ab24a94" providerId="ADAL" clId="{E5A1AE0A-D964-4669-B03E-987D59F22204}" dt="2021-10-14T10:16:42.339" v="0" actId="20577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E5A1AE0A-D964-4669-B03E-987D59F22204}" dt="2021-10-14T10:16:47.651" v="1" actId="20577"/>
        <pc:sldMkLst>
          <pc:docMk/>
          <pc:sldMk cId="3342625250" sldId="259"/>
        </pc:sldMkLst>
        <pc:spChg chg="mod">
          <ac:chgData name="KACHOUR Maher" userId="09775c39-7739-40bf-ba04-c8ef3ab24a94" providerId="ADAL" clId="{E5A1AE0A-D964-4669-B03E-987D59F22204}" dt="2021-10-14T10:16:47.651" v="1" actId="20577"/>
          <ac:spMkLst>
            <pc:docMk/>
            <pc:sldMk cId="3342625250" sldId="259"/>
            <ac:spMk id="3" creationId="{86DA4EC6-6600-48BE-AED2-90A0A908CF8F}"/>
          </ac:spMkLst>
        </pc:spChg>
      </pc:sldChg>
    </pc:docChg>
  </pc:docChgLst>
  <pc:docChgLst>
    <pc:chgData name="KACHOUR Maher" userId="09775c39-7739-40bf-ba04-c8ef3ab24a94" providerId="ADAL" clId="{9DB9D0F6-702B-4124-8092-98911D29BF5A}"/>
    <pc:docChg chg="custSel modSld">
      <pc:chgData name="KACHOUR Maher" userId="09775c39-7739-40bf-ba04-c8ef3ab24a94" providerId="ADAL" clId="{9DB9D0F6-702B-4124-8092-98911D29BF5A}" dt="2021-10-15T11:29:56.723" v="475" actId="14100"/>
      <pc:docMkLst>
        <pc:docMk/>
      </pc:docMkLst>
      <pc:sldChg chg="modSp mod">
        <pc:chgData name="KACHOUR Maher" userId="09775c39-7739-40bf-ba04-c8ef3ab24a94" providerId="ADAL" clId="{9DB9D0F6-702B-4124-8092-98911D29BF5A}" dt="2021-10-15T10:26:13.111" v="128" actId="20577"/>
        <pc:sldMkLst>
          <pc:docMk/>
          <pc:sldMk cId="3884457258" sldId="256"/>
        </pc:sldMkLst>
        <pc:spChg chg="mod">
          <ac:chgData name="KACHOUR Maher" userId="09775c39-7739-40bf-ba04-c8ef3ab24a94" providerId="ADAL" clId="{9DB9D0F6-702B-4124-8092-98911D29BF5A}" dt="2021-10-15T10:25:15.143" v="98" actId="20577"/>
          <ac:spMkLst>
            <pc:docMk/>
            <pc:sldMk cId="3884457258" sldId="256"/>
            <ac:spMk id="4" creationId="{DF25F7F9-D26E-4B65-8387-484298AE7CF4}"/>
          </ac:spMkLst>
        </pc:spChg>
        <pc:graphicFrameChg chg="modGraphic">
          <ac:chgData name="KACHOUR Maher" userId="09775c39-7739-40bf-ba04-c8ef3ab24a94" providerId="ADAL" clId="{9DB9D0F6-702B-4124-8092-98911D29BF5A}" dt="2021-10-15T10:26:13.111" v="128" actId="20577"/>
          <ac:graphicFrameMkLst>
            <pc:docMk/>
            <pc:sldMk cId="3884457258" sldId="256"/>
            <ac:graphicFrameMk id="5" creationId="{8D618231-F795-4672-A643-43223F39DFB3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4:09.721" v="1" actId="20577"/>
        <pc:sldMkLst>
          <pc:docMk/>
          <pc:sldMk cId="0" sldId="257"/>
        </pc:sldMkLst>
        <pc:spChg chg="mod">
          <ac:chgData name="KACHOUR Maher" userId="09775c39-7739-40bf-ba04-c8ef3ab24a94" providerId="ADAL" clId="{9DB9D0F6-702B-4124-8092-98911D29BF5A}" dt="2021-10-15T10:24:09.721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modSp mod">
        <pc:chgData name="KACHOUR Maher" userId="09775c39-7739-40bf-ba04-c8ef3ab24a94" providerId="ADAL" clId="{9DB9D0F6-702B-4124-8092-98911D29BF5A}" dt="2021-10-15T10:38:20.518" v="283" actId="20577"/>
        <pc:sldMkLst>
          <pc:docMk/>
          <pc:sldMk cId="1632906986" sldId="258"/>
        </pc:sldMkLst>
        <pc:spChg chg="mod">
          <ac:chgData name="KACHOUR Maher" userId="09775c39-7739-40bf-ba04-c8ef3ab24a94" providerId="ADAL" clId="{9DB9D0F6-702B-4124-8092-98911D29BF5A}" dt="2021-10-15T10:38:20.518" v="283" actId="20577"/>
          <ac:spMkLst>
            <pc:docMk/>
            <pc:sldMk cId="1632906986" sldId="258"/>
            <ac:spMk id="3" creationId="{CC9FE004-1C6E-4667-8710-CA96506DE21E}"/>
          </ac:spMkLst>
        </pc:spChg>
        <pc:graphicFrameChg chg="modGraphic">
          <ac:chgData name="KACHOUR Maher" userId="09775c39-7739-40bf-ba04-c8ef3ab24a94" providerId="ADAL" clId="{9DB9D0F6-702B-4124-8092-98911D29BF5A}" dt="2021-10-15T10:33:37.819" v="148" actId="2164"/>
          <ac:graphicFrameMkLst>
            <pc:docMk/>
            <pc:sldMk cId="1632906986" sldId="258"/>
            <ac:graphicFrameMk id="5" creationId="{C5935286-E84C-4A5B-9E95-1C36A0F9B1CD}"/>
          </ac:graphicFrameMkLst>
        </pc:graphicFrameChg>
      </pc:sldChg>
      <pc:sldChg chg="modSp mod">
        <pc:chgData name="KACHOUR Maher" userId="09775c39-7739-40bf-ba04-c8ef3ab24a94" providerId="ADAL" clId="{9DB9D0F6-702B-4124-8092-98911D29BF5A}" dt="2021-10-15T10:27:03.747" v="147" actId="20577"/>
        <pc:sldMkLst>
          <pc:docMk/>
          <pc:sldMk cId="3342625250" sldId="259"/>
        </pc:sldMkLst>
        <pc:spChg chg="mod">
          <ac:chgData name="KACHOUR Maher" userId="09775c39-7739-40bf-ba04-c8ef3ab24a94" providerId="ADAL" clId="{9DB9D0F6-702B-4124-8092-98911D29BF5A}" dt="2021-10-15T10:27:03.747" v="147" actId="20577"/>
          <ac:spMkLst>
            <pc:docMk/>
            <pc:sldMk cId="3342625250" sldId="259"/>
            <ac:spMk id="3" creationId="{86DA4EC6-6600-48BE-AED2-90A0A908CF8F}"/>
          </ac:spMkLst>
        </pc:spChg>
      </pc:sldChg>
      <pc:sldChg chg="addSp delSp modSp mod">
        <pc:chgData name="KACHOUR Maher" userId="09775c39-7739-40bf-ba04-c8ef3ab24a94" providerId="ADAL" clId="{9DB9D0F6-702B-4124-8092-98911D29BF5A}" dt="2021-10-15T11:29:56.723" v="475" actId="14100"/>
        <pc:sldMkLst>
          <pc:docMk/>
          <pc:sldMk cId="4200507792" sldId="262"/>
        </pc:sldMkLst>
        <pc:spChg chg="del mod">
          <ac:chgData name="KACHOUR Maher" userId="09775c39-7739-40bf-ba04-c8ef3ab24a94" providerId="ADAL" clId="{9DB9D0F6-702B-4124-8092-98911D29BF5A}" dt="2021-10-15T10:39:23.679" v="286"/>
          <ac:spMkLst>
            <pc:docMk/>
            <pc:sldMk cId="4200507792" sldId="262"/>
            <ac:spMk id="5" creationId="{D7B24147-55AB-4BC4-B183-ED51FCA4DB97}"/>
          </ac:spMkLst>
        </pc:spChg>
        <pc:spChg chg="add mod">
          <ac:chgData name="KACHOUR Maher" userId="09775c39-7739-40bf-ba04-c8ef3ab24a94" providerId="ADAL" clId="{9DB9D0F6-702B-4124-8092-98911D29BF5A}" dt="2021-10-15T11:29:56.723" v="475" actId="14100"/>
          <ac:spMkLst>
            <pc:docMk/>
            <pc:sldMk cId="4200507792" sldId="262"/>
            <ac:spMk id="6" creationId="{B9F24573-B8C6-4491-AFA0-36142DDC64B5}"/>
          </ac:spMkLst>
        </pc:spChg>
        <pc:graphicFrameChg chg="del">
          <ac:chgData name="KACHOUR Maher" userId="09775c39-7739-40bf-ba04-c8ef3ab24a94" providerId="ADAL" clId="{9DB9D0F6-702B-4124-8092-98911D29BF5A}" dt="2021-10-15T11:19:57.953" v="287" actId="478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graphicFrameChg chg="add mod modGraphic">
          <ac:chgData name="KACHOUR Maher" userId="09775c39-7739-40bf-ba04-c8ef3ab24a94" providerId="ADAL" clId="{9DB9D0F6-702B-4124-8092-98911D29BF5A}" dt="2021-10-15T11:22:36.354" v="343" actId="14734"/>
          <ac:graphicFrameMkLst>
            <pc:docMk/>
            <pc:sldMk cId="4200507792" sldId="262"/>
            <ac:graphicFrameMk id="10" creationId="{096B941A-D693-4148-80B8-A45B24E4FAD1}"/>
          </ac:graphicFrameMkLst>
        </pc:graphicFrameChg>
      </pc:sldChg>
    </pc:docChg>
  </pc:docChgLst>
  <pc:docChgLst>
    <pc:chgData name="KACHOUR Maher" userId="09775c39-7739-40bf-ba04-c8ef3ab24a94" providerId="ADAL" clId="{A485481B-7CFB-49EC-B580-AB3492269FCD}"/>
    <pc:docChg chg="undo custSel delSld modSld">
      <pc:chgData name="KACHOUR Maher" userId="09775c39-7739-40bf-ba04-c8ef3ab24a94" providerId="ADAL" clId="{A485481B-7CFB-49EC-B580-AB3492269FCD}" dt="2021-10-14T16:21:46.485" v="467" actId="255"/>
      <pc:docMkLst>
        <pc:docMk/>
      </pc:docMkLst>
      <pc:sldChg chg="modSp mod">
        <pc:chgData name="KACHOUR Maher" userId="09775c39-7739-40bf-ba04-c8ef3ab24a94" providerId="ADAL" clId="{A485481B-7CFB-49EC-B580-AB3492269FCD}" dt="2021-10-14T16:21:46.485" v="467" actId="255"/>
        <pc:sldMkLst>
          <pc:docMk/>
          <pc:sldMk cId="3884457258" sldId="256"/>
        </pc:sldMkLst>
        <pc:spChg chg="mod">
          <ac:chgData name="KACHOUR Maher" userId="09775c39-7739-40bf-ba04-c8ef3ab24a94" providerId="ADAL" clId="{A485481B-7CFB-49EC-B580-AB3492269FCD}" dt="2021-10-14T16:21:46.485" v="467" actId="255"/>
          <ac:spMkLst>
            <pc:docMk/>
            <pc:sldMk cId="3884457258" sldId="256"/>
            <ac:spMk id="4" creationId="{DF25F7F9-D26E-4B65-8387-484298AE7CF4}"/>
          </ac:spMkLst>
        </pc:spChg>
      </pc:sldChg>
      <pc:sldChg chg="modSp mod">
        <pc:chgData name="KACHOUR Maher" userId="09775c39-7739-40bf-ba04-c8ef3ab24a94" providerId="ADAL" clId="{A485481B-7CFB-49EC-B580-AB3492269FCD}" dt="2021-10-14T15:39:01.978" v="1" actId="20577"/>
        <pc:sldMkLst>
          <pc:docMk/>
          <pc:sldMk cId="0" sldId="257"/>
        </pc:sldMkLst>
        <pc:spChg chg="mod">
          <ac:chgData name="KACHOUR Maher" userId="09775c39-7739-40bf-ba04-c8ef3ab24a94" providerId="ADAL" clId="{A485481B-7CFB-49EC-B580-AB3492269FCD}" dt="2021-10-14T15:39:01.978" v="1" actId="20577"/>
          <ac:spMkLst>
            <pc:docMk/>
            <pc:sldMk cId="0" sldId="257"/>
            <ac:spMk id="3" creationId="{00000000-0000-0000-0000-000000000000}"/>
          </ac:spMkLst>
        </pc:spChg>
      </pc:sldChg>
      <pc:sldChg chg="addSp delSp modSp mod">
        <pc:chgData name="KACHOUR Maher" userId="09775c39-7739-40bf-ba04-c8ef3ab24a94" providerId="ADAL" clId="{A485481B-7CFB-49EC-B580-AB3492269FCD}" dt="2021-10-14T15:47:29.387" v="241" actId="20577"/>
        <pc:sldMkLst>
          <pc:docMk/>
          <pc:sldMk cId="1632906986" sldId="258"/>
        </pc:sldMkLst>
        <pc:spChg chg="add mod">
          <ac:chgData name="KACHOUR Maher" userId="09775c39-7739-40bf-ba04-c8ef3ab24a94" providerId="ADAL" clId="{A485481B-7CFB-49EC-B580-AB3492269FCD}" dt="2021-10-14T15:47:29.387" v="241" actId="20577"/>
          <ac:spMkLst>
            <pc:docMk/>
            <pc:sldMk cId="1632906986" sldId="258"/>
            <ac:spMk id="3" creationId="{CC9FE004-1C6E-4667-8710-CA96506DE21E}"/>
          </ac:spMkLst>
        </pc:spChg>
        <pc:picChg chg="del">
          <ac:chgData name="KACHOUR Maher" userId="09775c39-7739-40bf-ba04-c8ef3ab24a94" providerId="ADAL" clId="{A485481B-7CFB-49EC-B580-AB3492269FCD}" dt="2021-10-14T15:39:42.963" v="49" actId="478"/>
          <ac:picMkLst>
            <pc:docMk/>
            <pc:sldMk cId="1632906986" sldId="258"/>
            <ac:picMk id="6" creationId="{C89D6DEA-6D91-456E-968B-68D46AFB39DB}"/>
          </ac:picMkLst>
        </pc:picChg>
      </pc:sldChg>
      <pc:sldChg chg="modSp mod">
        <pc:chgData name="KACHOUR Maher" userId="09775c39-7739-40bf-ba04-c8ef3ab24a94" providerId="ADAL" clId="{A485481B-7CFB-49EC-B580-AB3492269FCD}" dt="2021-10-14T16:21:33.183" v="465" actId="5793"/>
        <pc:sldMkLst>
          <pc:docMk/>
          <pc:sldMk cId="3342625250" sldId="259"/>
        </pc:sldMkLst>
        <pc:spChg chg="mod">
          <ac:chgData name="KACHOUR Maher" userId="09775c39-7739-40bf-ba04-c8ef3ab24a94" providerId="ADAL" clId="{A485481B-7CFB-49EC-B580-AB3492269FCD}" dt="2021-10-14T16:21:33.183" v="465" actId="5793"/>
          <ac:spMkLst>
            <pc:docMk/>
            <pc:sldMk cId="3342625250" sldId="259"/>
            <ac:spMk id="3" creationId="{86DA4EC6-6600-48BE-AED2-90A0A908CF8F}"/>
          </ac:spMkLst>
        </pc:spChg>
        <pc:graphicFrameChg chg="mod">
          <ac:chgData name="KACHOUR Maher" userId="09775c39-7739-40bf-ba04-c8ef3ab24a94" providerId="ADAL" clId="{A485481B-7CFB-49EC-B580-AB3492269FCD}" dt="2021-10-14T16:21:29.049" v="464" actId="1076"/>
          <ac:graphicFrameMkLst>
            <pc:docMk/>
            <pc:sldMk cId="3342625250" sldId="259"/>
            <ac:graphicFrameMk id="4" creationId="{D8731FE7-289F-4569-8899-DD98785D8C02}"/>
          </ac:graphicFrameMkLst>
        </pc:graphicFrameChg>
      </pc:sldChg>
      <pc:sldChg chg="del">
        <pc:chgData name="KACHOUR Maher" userId="09775c39-7739-40bf-ba04-c8ef3ab24a94" providerId="ADAL" clId="{A485481B-7CFB-49EC-B580-AB3492269FCD}" dt="2021-10-14T15:47:59.547" v="243" actId="47"/>
        <pc:sldMkLst>
          <pc:docMk/>
          <pc:sldMk cId="962425727" sldId="260"/>
        </pc:sldMkLst>
      </pc:sldChg>
      <pc:sldChg chg="delSp del mod">
        <pc:chgData name="KACHOUR Maher" userId="09775c39-7739-40bf-ba04-c8ef3ab24a94" providerId="ADAL" clId="{A485481B-7CFB-49EC-B580-AB3492269FCD}" dt="2021-10-14T15:47:34.163" v="242" actId="47"/>
        <pc:sldMkLst>
          <pc:docMk/>
          <pc:sldMk cId="925746931" sldId="261"/>
        </pc:sldMkLst>
        <pc:graphicFrameChg chg="del">
          <ac:chgData name="KACHOUR Maher" userId="09775c39-7739-40bf-ba04-c8ef3ab24a94" providerId="ADAL" clId="{A485481B-7CFB-49EC-B580-AB3492269FCD}" dt="2021-10-14T15:39:50.801" v="50" actId="478"/>
          <ac:graphicFrameMkLst>
            <pc:docMk/>
            <pc:sldMk cId="925746931" sldId="261"/>
            <ac:graphicFrameMk id="5" creationId="{C5935286-E84C-4A5B-9E95-1C36A0F9B1CD}"/>
          </ac:graphicFrameMkLst>
        </pc:graphicFrameChg>
        <pc:picChg chg="del">
          <ac:chgData name="KACHOUR Maher" userId="09775c39-7739-40bf-ba04-c8ef3ab24a94" providerId="ADAL" clId="{A485481B-7CFB-49EC-B580-AB3492269FCD}" dt="2021-10-14T15:39:53.045" v="51" actId="478"/>
          <ac:picMkLst>
            <pc:docMk/>
            <pc:sldMk cId="925746931" sldId="261"/>
            <ac:picMk id="7" creationId="{5B838518-7C53-4901-924B-9F6D0B5CF932}"/>
          </ac:picMkLst>
        </pc:picChg>
      </pc:sldChg>
      <pc:sldChg chg="addSp delSp modSp mod">
        <pc:chgData name="KACHOUR Maher" userId="09775c39-7739-40bf-ba04-c8ef3ab24a94" providerId="ADAL" clId="{A485481B-7CFB-49EC-B580-AB3492269FCD}" dt="2021-10-14T16:20:16.665" v="458" actId="2711"/>
        <pc:sldMkLst>
          <pc:docMk/>
          <pc:sldMk cId="4200507792" sldId="262"/>
        </pc:sldMkLst>
        <pc:spChg chg="add mod">
          <ac:chgData name="KACHOUR Maher" userId="09775c39-7739-40bf-ba04-c8ef3ab24a94" providerId="ADAL" clId="{A485481B-7CFB-49EC-B580-AB3492269FCD}" dt="2021-10-14T16:20:16.665" v="458" actId="2711"/>
          <ac:spMkLst>
            <pc:docMk/>
            <pc:sldMk cId="4200507792" sldId="262"/>
            <ac:spMk id="5" creationId="{D7B24147-55AB-4BC4-B183-ED51FCA4DB97}"/>
          </ac:spMkLst>
        </pc:spChg>
        <pc:graphicFrameChg chg="mod modGraphic">
          <ac:chgData name="KACHOUR Maher" userId="09775c39-7739-40bf-ba04-c8ef3ab24a94" providerId="ADAL" clId="{A485481B-7CFB-49EC-B580-AB3492269FCD}" dt="2021-10-14T16:04:52.105" v="376" actId="20577"/>
          <ac:graphicFrameMkLst>
            <pc:docMk/>
            <pc:sldMk cId="4200507792" sldId="262"/>
            <ac:graphicFrameMk id="4" creationId="{D8731FE7-289F-4569-8899-DD98785D8C02}"/>
          </ac:graphicFrameMkLst>
        </pc:graphicFrameChg>
        <pc:picChg chg="del">
          <ac:chgData name="KACHOUR Maher" userId="09775c39-7739-40bf-ba04-c8ef3ab24a94" providerId="ADAL" clId="{A485481B-7CFB-49EC-B580-AB3492269FCD}" dt="2021-10-14T15:48:05.667" v="244" actId="478"/>
          <ac:picMkLst>
            <pc:docMk/>
            <pc:sldMk cId="4200507792" sldId="262"/>
            <ac:picMk id="7" creationId="{958ABDF4-6E1A-4367-888B-832F902E6529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77AE212-0171-46AE-8E49-1CDDCCBAB5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69D17709-3586-4413-8C57-88A655BF611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812FB15F-31F7-42EB-97F8-CDB8699A8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CAE9C7CD-64B8-465E-8053-798C6AE592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C1F7703-1EDD-4526-BB95-F54078D1A4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617597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447C34B-654C-4571-88BB-488402A84D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F5515DB-EE46-4EA1-8A3E-B632968AD6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EA2172-2869-4AA5-B383-D557538A0A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3B9714E-411E-4AC0-8966-07D5760F9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38C6D21D-937B-40C2-8A63-39058266B5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850942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C42E3D-CA4F-4BFD-AD36-0904DB5DB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CEFD7A04-81BC-4037-AD3E-A48294CE97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40E4EE9-6E93-4965-9058-70FB387B00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6B8D8E3-9541-497D-9ECB-DD57953FC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F0F9D0DC-EC51-4995-BE87-F5FC4515E4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29979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3E2D7BA-FC12-4C5A-AB53-E05F7C796D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EF4F1541-9C69-4927-90B4-2122644C60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9DA90D8A-E81D-407C-B6C1-5293894168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55860C9D-CE69-43AE-8868-EEE59E3896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F4D103D5-EAD2-451B-8D25-3BD09AECF4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581D7E5-B079-468B-92CF-12BB8ED99C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469961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ADFD046-AA2D-4F99-BE42-B7289FCCEA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220E4D5C-6CCE-4BA3-9CC4-DC8893C5E0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E04D4306-EC37-4953-9EE6-F4826F13D7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F756300F-C5BC-4DB6-B830-BA609556859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B158BD14-4231-410F-A447-354D62C0DA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258E48DF-9B31-4CBC-A75D-4BCF2BEB16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38314C72-1EDA-4BDE-BE53-5D437EE9E3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6B7C118E-36BB-4471-821A-2F130F215C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00024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44175DE-1319-4C91-9BFD-77C791B618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D00D5AD8-9D44-4AA1-9983-40F3FB5556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25287635-D1F4-41FD-9CBB-9AD8A79619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B64C0172-E288-4D63-B4BB-6564BF203C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01369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CA904FE6-BCB0-4FBF-8C1D-D66B3AE898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F1087665-B103-42FD-9E8E-9358EAF8B4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0B01C9F2-C9A9-432C-A5CB-435BCFF4EE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75228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9DDAE7A-4833-4438-B97D-50321F0D43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54D6FC-DB41-43FC-93F3-0ABE14ABD1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073487C-5798-4C11-928D-46165B538C5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DF7A70DF-3C03-4B95-857D-B30D0594A2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9065463C-4C8C-42BE-9B2F-3F1FF47463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43FCA3A6-3649-480C-A08B-F92A72158D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4150745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27E3B22-1637-4513-B016-4EB166A5D5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B9897341-9FBD-474E-A55E-14082D876BC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EE46A815-DCFA-4152-8DA8-1FDF07CBF5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0B3575E-3689-4618-8E8E-CBDEF1DEBC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B64D76A-4F97-44F8-A38C-2C3735A4B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007FBBC9-F694-403C-8CD9-C875965A40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508193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35D5356-44D7-4AF8-93AB-EF50760E1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613A9FDB-515C-4224-A8E8-ECE965CA95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7B5EA598-D460-4768-AC9B-4804E0D670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1217A8A6-7F41-4137-AA90-DDF2098E1C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977FC1C-AF2A-422A-9E5D-140ABAD775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65716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22B73B33-C23C-4B6F-9A5A-C0A90D0964B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51058171-B4A0-4913-B9D3-530F4A106E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3AAA07E-0501-45F5-BCF3-EAAE49ADE1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B12B5C0-2D5F-4C25-8A6A-A29E22A15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E49CD76-AADA-49E9-AA96-E76AE025EF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157860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5FB94CA4-ABA4-4E64-8113-4F30EC80B7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1AE283C3-B9A1-4DBB-9349-EC7E3AF071E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7D2094-3FF4-4D62-8640-40630C8C111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C05F16C-AE71-49F6-89C0-B3088814C8AC}" type="datetimeFigureOut">
              <a:rPr lang="fr-FR" smtClean="0"/>
              <a:t>04/04/2023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6A7C3CA7-F6EE-4ACF-94D4-6A8B9B50E83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1D4DAD6-0976-4B5B-BAF6-C35949083D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27174FD-5829-4ACE-BC71-68B7C3386B1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45659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8" name="Picture 414" descr="C:\Users\Tom\AppData\Local\Microsoft\Windows\Temporary Internet Files\Content.IE5\54P6HUVA\MPj04385580000[1].jp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12192000" cy="8001000"/>
          </a:xfrm>
          <a:prstGeom prst="rect">
            <a:avLst/>
          </a:prstGeom>
          <a:noFill/>
        </p:spPr>
      </p:pic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fr-FR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Session </a:t>
            </a:r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10 </a:t>
            </a:r>
          </a:p>
          <a:p>
            <a:r>
              <a:rPr lang="fr-FR" dirty="0">
                <a:solidFill>
                  <a:schemeClr val="tx1"/>
                </a:solidFill>
                <a:latin typeface="Cambria" panose="02040503050406030204" pitchFamily="18" charset="0"/>
                <a:ea typeface="Cambria" panose="02040503050406030204" pitchFamily="18" charset="0"/>
              </a:rPr>
              <a:t>M. Kachour</a:t>
            </a: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>
                <a:latin typeface="Cambria" panose="02040503050406030204" pitchFamily="18" charset="0"/>
                <a:ea typeface="Cambria" panose="02040503050406030204" pitchFamily="18" charset="0"/>
              </a:rPr>
              <a:t>Data Description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57325" y="25698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438150" y="1438275"/>
            <a:ext cx="10039350" cy="48673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The human resources department of a company wants to study the link between two characteristics: x the age of the employees and y the degree of stress (score on a scale ranging from 0 to 3). Both characteristics were studied on 124 employees. 
The results of the survey are presented in the following table:
</a:t>
            </a:r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endParaRPr lang="fr-FR" sz="2000" dirty="0">
              <a:latin typeface="Cambria" panose="02040503050406030204" pitchFamily="18" charset="0"/>
              <a:ea typeface="Cambria" panose="02040503050406030204" pitchFamily="18" charset="0"/>
            </a:endParaRPr>
          </a:p>
          <a:p>
            <a:pPr marL="285750" indent="-285750">
              <a:buFontTx/>
              <a:buChar char="-"/>
            </a:pPr>
            <a:r>
              <a:rPr lang="en-US" dirty="0">
                <a:latin typeface="Georgia" panose="02040502050405020303" pitchFamily="18" charset="0"/>
                <a:ea typeface="Calibri" panose="020F0502020204030204" pitchFamily="34" charset="0"/>
                <a:cs typeface="F15"/>
              </a:rPr>
              <a:t>Calculate the linear correlation coefficient between the data two variables studied. Interpret the result.</a:t>
            </a:r>
            <a:endParaRPr lang="fr-FR" dirty="0"/>
          </a:p>
          <a:p>
            <a:endParaRPr lang="fr-FR" dirty="0"/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522A9A2-6AFD-4695-93C8-765E6CDE86C3}"/>
              </a:ext>
            </a:extLst>
          </p:cNvPr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93356" y="2936874"/>
            <a:ext cx="4205287" cy="2153285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8844572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4AEDEBA-6FE9-4F23-B02B-9FB71BC174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264676"/>
            <a:ext cx="9144000" cy="1230312"/>
          </a:xfrm>
        </p:spPr>
        <p:txBody>
          <a:bodyPr/>
          <a:lstStyle/>
          <a:p>
            <a:r>
              <a:rPr lang="fr-FR" dirty="0" err="1"/>
              <a:t>Exercise</a:t>
            </a:r>
            <a:r>
              <a:rPr lang="fr-FR" dirty="0"/>
              <a:t> 1 - Solution</a:t>
            </a:r>
          </a:p>
        </p:txBody>
      </p:sp>
      <p:sp>
        <p:nvSpPr>
          <p:cNvPr id="4" name="ZoneTexte 3">
            <a:extLst>
              <a:ext uri="{FF2B5EF4-FFF2-40B4-BE49-F238E27FC236}">
                <a16:creationId xmlns:a16="http://schemas.microsoft.com/office/drawing/2014/main" id="{DF25F7F9-D26E-4B65-8387-484298AE7CF4}"/>
              </a:ext>
            </a:extLst>
          </p:cNvPr>
          <p:cNvSpPr txBox="1"/>
          <p:nvPr/>
        </p:nvSpPr>
        <p:spPr>
          <a:xfrm>
            <a:off x="1123950" y="2552700"/>
            <a:ext cx="1003935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fr-FR" dirty="0"/>
          </a:p>
          <a:p>
            <a:endParaRPr lang="fr-FR" dirty="0"/>
          </a:p>
          <a:p>
            <a:endParaRPr lang="fr-FR" dirty="0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CC9FE004-1C6E-4667-8710-CA96506DE21E}"/>
              </a:ext>
            </a:extLst>
          </p:cNvPr>
          <p:cNvSpPr txBox="1"/>
          <p:nvPr/>
        </p:nvSpPr>
        <p:spPr>
          <a:xfrm>
            <a:off x="951632" y="1967061"/>
            <a:ext cx="8116167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/>
            <a:r>
              <a:rPr lang="fr-FR" sz="2400" dirty="0" err="1"/>
              <a:t>Average</a:t>
            </a:r>
            <a:r>
              <a:rPr lang="fr-FR" sz="2400" dirty="0"/>
              <a:t> </a:t>
            </a:r>
            <a:r>
              <a:rPr lang="fr-FR" sz="2400" dirty="0" err="1"/>
              <a:t>age</a:t>
            </a:r>
            <a:r>
              <a:rPr lang="fr-FR" sz="2400" dirty="0"/>
              <a:t> : ≈ 36.04032</a:t>
            </a:r>
          </a:p>
          <a:p>
            <a:pPr lvl="0"/>
            <a:r>
              <a:rPr lang="fr-FR" sz="2400" dirty="0"/>
              <a:t>Age standard </a:t>
            </a:r>
            <a:r>
              <a:rPr lang="fr-FR" sz="2400" dirty="0" err="1"/>
              <a:t>deviation</a:t>
            </a:r>
            <a:r>
              <a:rPr lang="fr-FR" sz="2400" dirty="0"/>
              <a:t> : ≈ 11.57054</a:t>
            </a:r>
          </a:p>
          <a:p>
            <a:pPr lvl="0"/>
            <a:r>
              <a:rPr lang="fr-FR" sz="2400" dirty="0" err="1"/>
              <a:t>Average</a:t>
            </a:r>
            <a:r>
              <a:rPr lang="fr-FR" sz="2400" dirty="0"/>
              <a:t> stress </a:t>
            </a:r>
            <a:r>
              <a:rPr lang="fr-FR" sz="2400" dirty="0" err="1"/>
              <a:t>level</a:t>
            </a:r>
            <a:r>
              <a:rPr lang="fr-FR" sz="2400" dirty="0"/>
              <a:t> : ≈ 1.112903</a:t>
            </a:r>
          </a:p>
          <a:p>
            <a:pPr lvl="0"/>
            <a:r>
              <a:rPr lang="en-US" sz="2400" dirty="0"/>
              <a:t>The standard deviation of stress level </a:t>
            </a:r>
            <a:r>
              <a:rPr lang="fr-FR" sz="2400" dirty="0"/>
              <a:t>: ≈ 1.064149</a:t>
            </a:r>
          </a:p>
          <a:p>
            <a:pPr lvl="0"/>
            <a:r>
              <a:rPr lang="fr-FR" sz="2400" dirty="0"/>
              <a:t>Covariance ≈ 2.438996 &gt; 0</a:t>
            </a:r>
          </a:p>
          <a:p>
            <a:pPr lvl="0"/>
            <a:r>
              <a:rPr lang="fr-FR" sz="2400" dirty="0"/>
              <a:t>The </a:t>
            </a:r>
            <a:r>
              <a:rPr lang="fr-FR" sz="2400" dirty="0" err="1"/>
              <a:t>linear</a:t>
            </a:r>
            <a:r>
              <a:rPr lang="fr-FR" sz="2400" dirty="0"/>
              <a:t> </a:t>
            </a:r>
            <a:r>
              <a:rPr lang="fr-FR" sz="2400" dirty="0" err="1"/>
              <a:t>correlation</a:t>
            </a:r>
            <a:r>
              <a:rPr lang="fr-FR" sz="2400" dirty="0"/>
              <a:t> coefficient ≈ 0.1980865</a:t>
            </a:r>
          </a:p>
          <a:p>
            <a:endParaRPr lang="fr-FR" sz="2400" dirty="0"/>
          </a:p>
          <a:p>
            <a:pPr lvl="1"/>
            <a:endParaRPr lang="fr-FR" sz="1600" dirty="0"/>
          </a:p>
        </p:txBody>
      </p:sp>
    </p:spTree>
    <p:extLst>
      <p:ext uri="{BB962C8B-B14F-4D97-AF65-F5344CB8AC3E}">
        <p14:creationId xmlns:p14="http://schemas.microsoft.com/office/powerpoint/2010/main" val="1632906986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130</Words>
  <Application>Microsoft Office PowerPoint</Application>
  <PresentationFormat>Grand écran</PresentationFormat>
  <Paragraphs>21</Paragraphs>
  <Slides>3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</vt:i4>
      </vt:variant>
    </vt:vector>
  </HeadingPairs>
  <TitlesOfParts>
    <vt:vector size="10" baseType="lpstr">
      <vt:lpstr>Arial</vt:lpstr>
      <vt:lpstr>Calibri</vt:lpstr>
      <vt:lpstr>Calibri Light</vt:lpstr>
      <vt:lpstr>Cambria</vt:lpstr>
      <vt:lpstr>F15</vt:lpstr>
      <vt:lpstr>Georgia</vt:lpstr>
      <vt:lpstr>Thème Office</vt:lpstr>
      <vt:lpstr>Data Description </vt:lpstr>
      <vt:lpstr>Exercise 1</vt:lpstr>
      <vt:lpstr>Exercise 1 - Solution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Description</dc:title>
  <dc:creator>KACHOUR Maher</dc:creator>
  <cp:lastModifiedBy>KACHOUR Maher</cp:lastModifiedBy>
  <cp:revision>2</cp:revision>
  <dcterms:created xsi:type="dcterms:W3CDTF">2021-10-14T08:08:29Z</dcterms:created>
  <dcterms:modified xsi:type="dcterms:W3CDTF">2023-04-04T07:23:16Z</dcterms:modified>
</cp:coreProperties>
</file>