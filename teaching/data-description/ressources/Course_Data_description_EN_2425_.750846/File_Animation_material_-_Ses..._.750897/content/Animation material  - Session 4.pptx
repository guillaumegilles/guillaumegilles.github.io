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2" r:id="rId6"/>
    <p:sldId id="283" r:id="rId7"/>
    <p:sldId id="293" r:id="rId8"/>
    <p:sldId id="294" r:id="rId9"/>
    <p:sldId id="295" r:id="rId10"/>
    <p:sldId id="304" r:id="rId11"/>
    <p:sldId id="296" r:id="rId12"/>
    <p:sldId id="305" r:id="rId13"/>
    <p:sldId id="306" r:id="rId14"/>
    <p:sldId id="299" r:id="rId15"/>
    <p:sldId id="300" r:id="rId16"/>
    <p:sldId id="298" r:id="rId17"/>
    <p:sldId id="297" r:id="rId18"/>
    <p:sldId id="301" r:id="rId19"/>
    <p:sldId id="307" r:id="rId20"/>
    <p:sldId id="302" r:id="rId21"/>
    <p:sldId id="303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AB409-75DC-4FAC-A4DF-8B85F913556A}" v="2" dt="2021-10-14T15:26:28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5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844AB409-75DC-4FAC-A4DF-8B85F913556A}"/>
    <pc:docChg chg="custSel addSld modSld">
      <pc:chgData name="KACHOUR Maher" userId="09775c39-7739-40bf-ba04-c8ef3ab24a94" providerId="ADAL" clId="{844AB409-75DC-4FAC-A4DF-8B85F913556A}" dt="2021-10-14T15:29:46.682" v="185" actId="14100"/>
      <pc:docMkLst>
        <pc:docMk/>
      </pc:docMkLst>
      <pc:sldChg chg="delSp modSp mod">
        <pc:chgData name="KACHOUR Maher" userId="09775c39-7739-40bf-ba04-c8ef3ab24a94" providerId="ADAL" clId="{844AB409-75DC-4FAC-A4DF-8B85F913556A}" dt="2021-10-14T15:17:55.183" v="83" actId="20577"/>
        <pc:sldMkLst>
          <pc:docMk/>
          <pc:sldMk cId="162450746" sldId="295"/>
        </pc:sldMkLst>
        <pc:spChg chg="mod">
          <ac:chgData name="KACHOUR Maher" userId="09775c39-7739-40bf-ba04-c8ef3ab24a94" providerId="ADAL" clId="{844AB409-75DC-4FAC-A4DF-8B85F913556A}" dt="2021-10-14T15:17:55.183" v="83" actId="20577"/>
          <ac:spMkLst>
            <pc:docMk/>
            <pc:sldMk cId="162450746" sldId="295"/>
            <ac:spMk id="3" creationId="{63461B6D-BA36-413D-9F6C-B467BA334FDF}"/>
          </ac:spMkLst>
        </pc:spChg>
        <pc:picChg chg="mod">
          <ac:chgData name="KACHOUR Maher" userId="09775c39-7739-40bf-ba04-c8ef3ab24a94" providerId="ADAL" clId="{844AB409-75DC-4FAC-A4DF-8B85F913556A}" dt="2021-10-14T15:14:46.706" v="25" actId="1076"/>
          <ac:picMkLst>
            <pc:docMk/>
            <pc:sldMk cId="162450746" sldId="295"/>
            <ac:picMk id="6" creationId="{7D763DB1-30AE-447E-92CA-AEF5A03003A0}"/>
          </ac:picMkLst>
        </pc:picChg>
        <pc:picChg chg="del">
          <ac:chgData name="KACHOUR Maher" userId="09775c39-7739-40bf-ba04-c8ef3ab24a94" providerId="ADAL" clId="{844AB409-75DC-4FAC-A4DF-8B85F913556A}" dt="2021-10-14T15:14:44.399" v="24" actId="478"/>
          <ac:picMkLst>
            <pc:docMk/>
            <pc:sldMk cId="162450746" sldId="295"/>
            <ac:picMk id="9" creationId="{B309F6AE-80CC-4357-AA91-5E0AA5F73491}"/>
          </ac:picMkLst>
        </pc:picChg>
      </pc:sldChg>
      <pc:sldChg chg="addSp delSp modSp mod">
        <pc:chgData name="KACHOUR Maher" userId="09775c39-7739-40bf-ba04-c8ef3ab24a94" providerId="ADAL" clId="{844AB409-75DC-4FAC-A4DF-8B85F913556A}" dt="2021-10-14T15:26:38.716" v="173" actId="1076"/>
        <pc:sldMkLst>
          <pc:docMk/>
          <pc:sldMk cId="4230637915" sldId="296"/>
        </pc:sldMkLst>
        <pc:spChg chg="mod">
          <ac:chgData name="KACHOUR Maher" userId="09775c39-7739-40bf-ba04-c8ef3ab24a94" providerId="ADAL" clId="{844AB409-75DC-4FAC-A4DF-8B85F913556A}" dt="2021-10-14T15:26:36.307" v="172" actId="20577"/>
          <ac:spMkLst>
            <pc:docMk/>
            <pc:sldMk cId="4230637915" sldId="296"/>
            <ac:spMk id="3" creationId="{C80DDF4C-28B2-4CE1-8156-6C6941DB8D01}"/>
          </ac:spMkLst>
        </pc:spChg>
        <pc:picChg chg="del">
          <ac:chgData name="KACHOUR Maher" userId="09775c39-7739-40bf-ba04-c8ef3ab24a94" providerId="ADAL" clId="{844AB409-75DC-4FAC-A4DF-8B85F913556A}" dt="2021-10-14T15:26:27.478" v="168" actId="478"/>
          <ac:picMkLst>
            <pc:docMk/>
            <pc:sldMk cId="4230637915" sldId="296"/>
            <ac:picMk id="6" creationId="{0860D7A9-281B-4BB4-B90D-517EDDE64281}"/>
          </ac:picMkLst>
        </pc:picChg>
        <pc:picChg chg="add mod">
          <ac:chgData name="KACHOUR Maher" userId="09775c39-7739-40bf-ba04-c8ef3ab24a94" providerId="ADAL" clId="{844AB409-75DC-4FAC-A4DF-8B85F913556A}" dt="2021-10-14T15:26:38.716" v="173" actId="1076"/>
          <ac:picMkLst>
            <pc:docMk/>
            <pc:sldMk cId="4230637915" sldId="296"/>
            <ac:picMk id="7" creationId="{2A173E0E-E5A3-4481-A5B9-76D2C0A8BB68}"/>
          </ac:picMkLst>
        </pc:picChg>
        <pc:picChg chg="del">
          <ac:chgData name="KACHOUR Maher" userId="09775c39-7739-40bf-ba04-c8ef3ab24a94" providerId="ADAL" clId="{844AB409-75DC-4FAC-A4DF-8B85F913556A}" dt="2021-10-14T15:25:38.820" v="116" actId="478"/>
          <ac:picMkLst>
            <pc:docMk/>
            <pc:sldMk cId="4230637915" sldId="296"/>
            <ac:picMk id="10" creationId="{3D70233D-9D09-4BCC-89DC-2BAE5D395353}"/>
          </ac:picMkLst>
        </pc:picChg>
        <pc:picChg chg="del">
          <ac:chgData name="KACHOUR Maher" userId="09775c39-7739-40bf-ba04-c8ef3ab24a94" providerId="ADAL" clId="{844AB409-75DC-4FAC-A4DF-8B85F913556A}" dt="2021-10-14T15:25:41.110" v="117" actId="478"/>
          <ac:picMkLst>
            <pc:docMk/>
            <pc:sldMk cId="4230637915" sldId="296"/>
            <ac:picMk id="12" creationId="{2DEB0F6A-6692-4E33-AE13-11EEFD5E4343}"/>
          </ac:picMkLst>
        </pc:picChg>
      </pc:sldChg>
      <pc:sldChg chg="delSp modSp mod">
        <pc:chgData name="KACHOUR Maher" userId="09775c39-7739-40bf-ba04-c8ef3ab24a94" providerId="ADAL" clId="{844AB409-75DC-4FAC-A4DF-8B85F913556A}" dt="2021-10-14T15:29:46.682" v="185" actId="14100"/>
        <pc:sldMkLst>
          <pc:docMk/>
          <pc:sldMk cId="1919202102" sldId="301"/>
        </pc:sldMkLst>
        <pc:picChg chg="mod">
          <ac:chgData name="KACHOUR Maher" userId="09775c39-7739-40bf-ba04-c8ef3ab24a94" providerId="ADAL" clId="{844AB409-75DC-4FAC-A4DF-8B85F913556A}" dt="2021-10-14T15:29:46.682" v="185" actId="14100"/>
          <ac:picMkLst>
            <pc:docMk/>
            <pc:sldMk cId="1919202102" sldId="301"/>
            <ac:picMk id="4" creationId="{C16214FE-653A-46AA-994C-A05B503D93A4}"/>
          </ac:picMkLst>
        </pc:picChg>
        <pc:picChg chg="del">
          <ac:chgData name="KACHOUR Maher" userId="09775c39-7739-40bf-ba04-c8ef3ab24a94" providerId="ADAL" clId="{844AB409-75DC-4FAC-A4DF-8B85F913556A}" dt="2021-10-14T15:29:34.567" v="180" actId="478"/>
          <ac:picMkLst>
            <pc:docMk/>
            <pc:sldMk cId="1919202102" sldId="301"/>
            <ac:picMk id="8" creationId="{557F5BD3-9A59-4763-A5BA-78B60E86B58A}"/>
          </ac:picMkLst>
        </pc:picChg>
      </pc:sldChg>
      <pc:sldChg chg="addSp delSp modSp add mod">
        <pc:chgData name="KACHOUR Maher" userId="09775c39-7739-40bf-ba04-c8ef3ab24a94" providerId="ADAL" clId="{844AB409-75DC-4FAC-A4DF-8B85F913556A}" dt="2021-10-14T15:19:47.239" v="100" actId="1076"/>
        <pc:sldMkLst>
          <pc:docMk/>
          <pc:sldMk cId="4144632654" sldId="304"/>
        </pc:sldMkLst>
        <pc:spChg chg="mod">
          <ac:chgData name="KACHOUR Maher" userId="09775c39-7739-40bf-ba04-c8ef3ab24a94" providerId="ADAL" clId="{844AB409-75DC-4FAC-A4DF-8B85F913556A}" dt="2021-10-14T15:14:23.411" v="19" actId="20577"/>
          <ac:spMkLst>
            <pc:docMk/>
            <pc:sldMk cId="4144632654" sldId="304"/>
            <ac:spMk id="3" creationId="{63461B6D-BA36-413D-9F6C-B467BA334FDF}"/>
          </ac:spMkLst>
        </pc:spChg>
        <pc:picChg chg="add mod">
          <ac:chgData name="KACHOUR Maher" userId="09775c39-7739-40bf-ba04-c8ef3ab24a94" providerId="ADAL" clId="{844AB409-75DC-4FAC-A4DF-8B85F913556A}" dt="2021-10-14T15:19:47.239" v="100" actId="1076"/>
          <ac:picMkLst>
            <pc:docMk/>
            <pc:sldMk cId="4144632654" sldId="304"/>
            <ac:picMk id="5" creationId="{1EE5FCE5-671E-4F4D-835B-51A7300D52B5}"/>
          </ac:picMkLst>
        </pc:picChg>
        <pc:picChg chg="del">
          <ac:chgData name="KACHOUR Maher" userId="09775c39-7739-40bf-ba04-c8ef3ab24a94" providerId="ADAL" clId="{844AB409-75DC-4FAC-A4DF-8B85F913556A}" dt="2021-10-14T15:14:12.553" v="1" actId="478"/>
          <ac:picMkLst>
            <pc:docMk/>
            <pc:sldMk cId="4144632654" sldId="304"/>
            <ac:picMk id="6" creationId="{7D763DB1-30AE-447E-92CA-AEF5A03003A0}"/>
          </ac:picMkLst>
        </pc:picChg>
        <pc:picChg chg="add mod">
          <ac:chgData name="KACHOUR Maher" userId="09775c39-7739-40bf-ba04-c8ef3ab24a94" providerId="ADAL" clId="{844AB409-75DC-4FAC-A4DF-8B85F913556A}" dt="2021-10-14T15:19:22.255" v="96" actId="1076"/>
          <ac:picMkLst>
            <pc:docMk/>
            <pc:sldMk cId="4144632654" sldId="304"/>
            <ac:picMk id="7" creationId="{4B181DEE-1FB9-4431-B261-A35AF1A77074}"/>
          </ac:picMkLst>
        </pc:picChg>
        <pc:picChg chg="mod">
          <ac:chgData name="KACHOUR Maher" userId="09775c39-7739-40bf-ba04-c8ef3ab24a94" providerId="ADAL" clId="{844AB409-75DC-4FAC-A4DF-8B85F913556A}" dt="2021-10-14T15:18:20.874" v="88" actId="14100"/>
          <ac:picMkLst>
            <pc:docMk/>
            <pc:sldMk cId="4144632654" sldId="304"/>
            <ac:picMk id="9" creationId="{B309F6AE-80CC-4357-AA91-5E0AA5F73491}"/>
          </ac:picMkLst>
        </pc:picChg>
      </pc:sldChg>
      <pc:sldChg chg="delSp modSp add mod">
        <pc:chgData name="KACHOUR Maher" userId="09775c39-7739-40bf-ba04-c8ef3ab24a94" providerId="ADAL" clId="{844AB409-75DC-4FAC-A4DF-8B85F913556A}" dt="2021-10-14T15:25:18.594" v="113" actId="1076"/>
        <pc:sldMkLst>
          <pc:docMk/>
          <pc:sldMk cId="599287697" sldId="305"/>
        </pc:sldMkLst>
        <pc:spChg chg="mod">
          <ac:chgData name="KACHOUR Maher" userId="09775c39-7739-40bf-ba04-c8ef3ab24a94" providerId="ADAL" clId="{844AB409-75DC-4FAC-A4DF-8B85F913556A}" dt="2021-10-14T15:25:05.328" v="110" actId="6549"/>
          <ac:spMkLst>
            <pc:docMk/>
            <pc:sldMk cId="599287697" sldId="305"/>
            <ac:spMk id="3" creationId="{C80DDF4C-28B2-4CE1-8156-6C6941DB8D01}"/>
          </ac:spMkLst>
        </pc:spChg>
        <pc:picChg chg="mod">
          <ac:chgData name="KACHOUR Maher" userId="09775c39-7739-40bf-ba04-c8ef3ab24a94" providerId="ADAL" clId="{844AB409-75DC-4FAC-A4DF-8B85F913556A}" dt="2021-10-14T15:25:18.594" v="113" actId="1076"/>
          <ac:picMkLst>
            <pc:docMk/>
            <pc:sldMk cId="599287697" sldId="305"/>
            <ac:picMk id="10" creationId="{3D70233D-9D09-4BCC-89DC-2BAE5D395353}"/>
          </ac:picMkLst>
        </pc:picChg>
        <pc:picChg chg="del">
          <ac:chgData name="KACHOUR Maher" userId="09775c39-7739-40bf-ba04-c8ef3ab24a94" providerId="ADAL" clId="{844AB409-75DC-4FAC-A4DF-8B85F913556A}" dt="2021-10-14T15:25:15.540" v="112" actId="478"/>
          <ac:picMkLst>
            <pc:docMk/>
            <pc:sldMk cId="599287697" sldId="305"/>
            <ac:picMk id="12" creationId="{2DEB0F6A-6692-4E33-AE13-11EEFD5E4343}"/>
          </ac:picMkLst>
        </pc:picChg>
      </pc:sldChg>
      <pc:sldChg chg="delSp modSp add mod">
        <pc:chgData name="KACHOUR Maher" userId="09775c39-7739-40bf-ba04-c8ef3ab24a94" providerId="ADAL" clId="{844AB409-75DC-4FAC-A4DF-8B85F913556A}" dt="2021-10-14T15:25:24.341" v="115" actId="1076"/>
        <pc:sldMkLst>
          <pc:docMk/>
          <pc:sldMk cId="3633304103" sldId="306"/>
        </pc:sldMkLst>
        <pc:picChg chg="del">
          <ac:chgData name="KACHOUR Maher" userId="09775c39-7739-40bf-ba04-c8ef3ab24a94" providerId="ADAL" clId="{844AB409-75DC-4FAC-A4DF-8B85F913556A}" dt="2021-10-14T15:25:21.997" v="114" actId="478"/>
          <ac:picMkLst>
            <pc:docMk/>
            <pc:sldMk cId="3633304103" sldId="306"/>
            <ac:picMk id="10" creationId="{3D70233D-9D09-4BCC-89DC-2BAE5D395353}"/>
          </ac:picMkLst>
        </pc:picChg>
        <pc:picChg chg="mod">
          <ac:chgData name="KACHOUR Maher" userId="09775c39-7739-40bf-ba04-c8ef3ab24a94" providerId="ADAL" clId="{844AB409-75DC-4FAC-A4DF-8B85F913556A}" dt="2021-10-14T15:25:24.341" v="115" actId="1076"/>
          <ac:picMkLst>
            <pc:docMk/>
            <pc:sldMk cId="3633304103" sldId="306"/>
            <ac:picMk id="12" creationId="{2DEB0F6A-6692-4E33-AE13-11EEFD5E4343}"/>
          </ac:picMkLst>
        </pc:picChg>
      </pc:sldChg>
      <pc:sldChg chg="delSp modSp add mod">
        <pc:chgData name="KACHOUR Maher" userId="09775c39-7739-40bf-ba04-c8ef3ab24a94" providerId="ADAL" clId="{844AB409-75DC-4FAC-A4DF-8B85F913556A}" dt="2021-10-14T15:29:31.425" v="179" actId="14100"/>
        <pc:sldMkLst>
          <pc:docMk/>
          <pc:sldMk cId="934473900" sldId="307"/>
        </pc:sldMkLst>
        <pc:picChg chg="del">
          <ac:chgData name="KACHOUR Maher" userId="09775c39-7739-40bf-ba04-c8ef3ab24a94" providerId="ADAL" clId="{844AB409-75DC-4FAC-A4DF-8B85F913556A}" dt="2021-10-14T15:29:21.843" v="175" actId="478"/>
          <ac:picMkLst>
            <pc:docMk/>
            <pc:sldMk cId="934473900" sldId="307"/>
            <ac:picMk id="4" creationId="{C16214FE-653A-46AA-994C-A05B503D93A4}"/>
          </ac:picMkLst>
        </pc:picChg>
        <pc:picChg chg="mod">
          <ac:chgData name="KACHOUR Maher" userId="09775c39-7739-40bf-ba04-c8ef3ab24a94" providerId="ADAL" clId="{844AB409-75DC-4FAC-A4DF-8B85F913556A}" dt="2021-10-14T15:29:31.425" v="179" actId="14100"/>
          <ac:picMkLst>
            <pc:docMk/>
            <pc:sldMk cId="934473900" sldId="307"/>
            <ac:picMk id="8" creationId="{557F5BD3-9A59-4763-A5BA-78B60E86B5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4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4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78A98-30B3-468F-BFD6-C3388BB6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Numerical summaries of a variable
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3373FE-F419-458C-B663-2DCE89F9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 are several indicators that summarize the data of a variable:
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
Dispersion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Form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74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6E722-1B8B-4CBA-86B2-2205DC10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indicators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CC3693-CF4A-4558-A44D-9D7CF1BED4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45800" r="9051" b="29000"/>
          <a:stretch/>
        </p:blipFill>
        <p:spPr>
          <a:xfrm>
            <a:off x="428992" y="1988840"/>
            <a:ext cx="8448939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1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0B86B280-FCBC-46BA-BF9C-EB2F474F380E}"/>
              </a:ext>
            </a:extLst>
          </p:cNvPr>
          <p:cNvSpPr/>
          <p:nvPr/>
        </p:nvSpPr>
        <p:spPr>
          <a:xfrm>
            <a:off x="6358855" y="1389088"/>
            <a:ext cx="2677641" cy="1262249"/>
          </a:xfrm>
          <a:prstGeom prst="wedgeEllipseCallout">
            <a:avLst>
              <a:gd name="adj1" fmla="val -63946"/>
              <a:gd name="adj2" fmla="val 783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8433B6-F441-42D4-A9D0-5E607341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Position indicators – values relating to a percentage</a:t>
            </a:r>
            <a:endParaRPr lang="fr-FR" sz="2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7A5BF8-E26D-4098-8639-13D1B4A2C041}"/>
              </a:ext>
            </a:extLst>
          </p:cNvPr>
          <p:cNvSpPr txBox="1"/>
          <p:nvPr/>
        </p:nvSpPr>
        <p:spPr>
          <a:xfrm>
            <a:off x="6806555" y="1534632"/>
            <a:ext cx="18722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These values can be calculated (using the same technique) when the data are ordinal qualitative variable.
</a:t>
            </a:r>
            <a:endParaRPr lang="fr-F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DD284F9-DE1D-4E10-A7E4-DA9ED398B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7" t="34881" r="9860" b="17800"/>
          <a:stretch/>
        </p:blipFill>
        <p:spPr>
          <a:xfrm>
            <a:off x="175523" y="1534632"/>
            <a:ext cx="5836637" cy="429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5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433B6-F441-42D4-A9D0-5E607341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Position indicators – values relating to a percentage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9F41D09-9FE8-46BE-84C0-3A0FFDA025F6}"/>
                  </a:ext>
                </a:extLst>
              </p:cNvPr>
              <p:cNvSpPr txBox="1"/>
              <p:nvPr/>
            </p:nvSpPr>
            <p:spPr>
              <a:xfrm>
                <a:off x="6264188" y="1732166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9F41D09-9FE8-46BE-84C0-3A0FFDA02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188" y="1732166"/>
                <a:ext cx="216024" cy="369332"/>
              </a:xfrm>
              <a:prstGeom prst="rect">
                <a:avLst/>
              </a:prstGeom>
              <a:blipFill>
                <a:blip r:embed="rId3"/>
                <a:stretch>
                  <a:fillRect r="-65714"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9E9FD11-9C80-4422-A7E3-95923570F314}"/>
                  </a:ext>
                </a:extLst>
              </p:cNvPr>
              <p:cNvSpPr txBox="1"/>
              <p:nvPr/>
            </p:nvSpPr>
            <p:spPr>
              <a:xfrm>
                <a:off x="6480212" y="373309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9E9FD11-9C80-4422-A7E3-95923570F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212" y="3733099"/>
                <a:ext cx="216024" cy="369332"/>
              </a:xfrm>
              <a:prstGeom prst="rect">
                <a:avLst/>
              </a:prstGeom>
              <a:blipFill>
                <a:blip r:embed="rId4"/>
                <a:stretch>
                  <a:fillRect r="-71429"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81A96A5-9271-45B9-8DBA-67DD2854FED0}"/>
                  </a:ext>
                </a:extLst>
              </p:cNvPr>
              <p:cNvSpPr txBox="1"/>
              <p:nvPr/>
            </p:nvSpPr>
            <p:spPr>
              <a:xfrm>
                <a:off x="6111763" y="474204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81A96A5-9271-45B9-8DBA-67DD2854F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763" y="4742042"/>
                <a:ext cx="216024" cy="369332"/>
              </a:xfrm>
              <a:prstGeom prst="rect">
                <a:avLst/>
              </a:prstGeom>
              <a:blipFill>
                <a:blip r:embed="rId5"/>
                <a:stretch>
                  <a:fillRect r="-7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46ED603-A7DB-4950-8FA1-4C9994DE6CE7}"/>
                  </a:ext>
                </a:extLst>
              </p:cNvPr>
              <p:cNvSpPr txBox="1"/>
              <p:nvPr/>
            </p:nvSpPr>
            <p:spPr>
              <a:xfrm>
                <a:off x="4139952" y="5373216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846ED603-A7DB-4950-8FA1-4C9994DE6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5373216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924651C2-BDD5-4350-9617-62A0F4CCF966}"/>
                  </a:ext>
                </a:extLst>
              </p:cNvPr>
              <p:cNvSpPr txBox="1"/>
              <p:nvPr/>
            </p:nvSpPr>
            <p:spPr>
              <a:xfrm>
                <a:off x="6267375" y="5764633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924651C2-BDD5-4350-9617-62A0F4CCF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75" y="5764633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08EF013-EB6C-4913-86BA-0DEAF1A616ED}"/>
                  </a:ext>
                </a:extLst>
              </p:cNvPr>
              <p:cNvSpPr txBox="1"/>
              <p:nvPr/>
            </p:nvSpPr>
            <p:spPr>
              <a:xfrm>
                <a:off x="7255097" y="6129718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08EF013-EB6C-4913-86BA-0DEAF1A61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097" y="6129718"/>
                <a:ext cx="216024" cy="369332"/>
              </a:xfrm>
              <a:prstGeom prst="rect">
                <a:avLst/>
              </a:prstGeom>
              <a:blipFill>
                <a:blip r:embed="rId9"/>
                <a:stretch>
                  <a:fillRect r="-7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B73FD8D-6DA3-4D5A-B1C7-DFC0CD0AB047}"/>
                  </a:ext>
                </a:extLst>
              </p:cNvPr>
              <p:cNvSpPr txBox="1"/>
              <p:nvPr/>
            </p:nvSpPr>
            <p:spPr>
              <a:xfrm>
                <a:off x="4505164" y="508107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B73FD8D-6DA3-4D5A-B1C7-DFC0CD0AB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164" y="5081072"/>
                <a:ext cx="216024" cy="369332"/>
              </a:xfrm>
              <a:prstGeom prst="rect">
                <a:avLst/>
              </a:prstGeom>
              <a:blipFill>
                <a:blip r:embed="rId10"/>
                <a:stretch>
                  <a:fillRect r="-77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CCED2C86-9C70-4AE9-9A8B-08155ABC522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3937" t="36891" r="9838" b="20601"/>
          <a:stretch/>
        </p:blipFill>
        <p:spPr>
          <a:xfrm>
            <a:off x="845269" y="1430664"/>
            <a:ext cx="7535814" cy="497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6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3A2FC-E2F5-4C2C-966F-0F27856A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 
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61B6D-BA36-413D-9F6C-B467BA33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1: The data below represent the distribution of 70 families in a village by number of children (under 18 years of age)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Calculate quartiles associated with the data.
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D763DB1-30AE-447E-92CA-AEF5A03003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7" t="51400" r="20075" b="29000"/>
          <a:stretch/>
        </p:blipFill>
        <p:spPr>
          <a:xfrm>
            <a:off x="2411760" y="2132856"/>
            <a:ext cx="4045614" cy="171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3A2FC-E2F5-4C2C-966F-0F27856A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 
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61B6D-BA36-413D-9F6C-B467BA33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Solution: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309F6AE-80CC-4357-AA91-5E0AA5F734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25" t="40200" r="9838" b="23400"/>
          <a:stretch/>
        </p:blipFill>
        <p:spPr>
          <a:xfrm>
            <a:off x="107504" y="1656606"/>
            <a:ext cx="5544616" cy="36467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B181DEE-1FB9-4431-B261-A35AF1A770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937" t="51400" r="20075" b="29000"/>
          <a:stretch/>
        </p:blipFill>
        <p:spPr>
          <a:xfrm>
            <a:off x="2896555" y="4867041"/>
            <a:ext cx="4045614" cy="171632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EE5FCE5-671E-4F4D-835B-51A7300D5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082" y="4867041"/>
            <a:ext cx="2156599" cy="16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3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/>
          <a:lstStyle/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Example 2: The data below represents the height of 100 students/sports club members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Calculate quartiles associated with data.
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173E0E-E5A3-4481-A5B9-76D2C0A8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2309018"/>
            <a:ext cx="26670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3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Solution: 
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860D7A9-281B-4BB4-B90D-517EDDE64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7" t="50000" r="14563" b="33200"/>
          <a:stretch/>
        </p:blipFill>
        <p:spPr>
          <a:xfrm>
            <a:off x="2123728" y="1636146"/>
            <a:ext cx="4652767" cy="139583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D70233D-9D09-4BCC-89DC-2BAE5D3953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725" t="38800" r="10625" b="20722"/>
          <a:stretch/>
        </p:blipFill>
        <p:spPr>
          <a:xfrm>
            <a:off x="2339752" y="3237139"/>
            <a:ext cx="4563603" cy="299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87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Quartiles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Solution: 
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860D7A9-281B-4BB4-B90D-517EDDE64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37" t="50000" r="14563" b="33200"/>
          <a:stretch/>
        </p:blipFill>
        <p:spPr>
          <a:xfrm>
            <a:off x="2123728" y="1636146"/>
            <a:ext cx="4652767" cy="139583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DEB0F6A-6692-4E33-AE13-11EEFD5E43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725" t="43330" r="10625" b="34448"/>
          <a:stretch/>
        </p:blipFill>
        <p:spPr>
          <a:xfrm>
            <a:off x="2601581" y="3365355"/>
            <a:ext cx="4149365" cy="149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04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Values relating to a percentage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 
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143769-CA83-45E4-BCF4-80A56654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50" y="1417638"/>
            <a:ext cx="3898776" cy="525172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F2E0BCC-4E90-454A-8F49-A84AD9B9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517552"/>
            <a:ext cx="4010026" cy="5151808"/>
          </a:xfrm>
          <a:prstGeom prst="rect">
            <a:avLst/>
          </a:prstGeom>
        </p:spPr>
      </p:pic>
      <p:sp>
        <p:nvSpPr>
          <p:cNvPr id="7" name="Bulle narrative : ronde 6">
            <a:extLst>
              <a:ext uri="{FF2B5EF4-FFF2-40B4-BE49-F238E27FC236}">
                <a16:creationId xmlns:a16="http://schemas.microsoft.com/office/drawing/2014/main" id="{AA32D4D2-D860-4B91-A6B6-F04DB63A4E58}"/>
              </a:ext>
            </a:extLst>
          </p:cNvPr>
          <p:cNvSpPr/>
          <p:nvPr/>
        </p:nvSpPr>
        <p:spPr>
          <a:xfrm>
            <a:off x="5652120" y="2996952"/>
            <a:ext cx="1224136" cy="864096"/>
          </a:xfrm>
          <a:prstGeom prst="wedgeEllipseCallout">
            <a:avLst>
              <a:gd name="adj1" fmla="val 68994"/>
              <a:gd name="adj2" fmla="val 9975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EB5EFF-A88B-43E0-82B3-27BEA8CBDDE0}"/>
              </a:ext>
            </a:extLst>
          </p:cNvPr>
          <p:cNvSpPr txBox="1"/>
          <p:nvPr/>
        </p:nvSpPr>
        <p:spPr>
          <a:xfrm>
            <a:off x="5746204" y="3259723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Median</a:t>
            </a: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7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Values relating to a percentage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endParaRPr lang="fr-FR" sz="3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BE7825-F2B4-4723-A08B-DBE736A0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6793"/>
            <a:ext cx="8064895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8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Values relating to a percentage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fr-FR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Graphically</a:t>
            </a:r>
            <a:endParaRPr lang="fr-FR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B67AB2A-B679-4D16-8BF9-BE0AF584B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036496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9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EA1F4-0D63-4AEF-B357-FEA5AC37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detection of the existence of extreme values 
</a:t>
            </a: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AF870070-00FF-4974-9840-A6A5B3693D60}"/>
              </a:ext>
            </a:extLst>
          </p:cNvPr>
          <p:cNvSpPr/>
          <p:nvPr/>
        </p:nvSpPr>
        <p:spPr>
          <a:xfrm>
            <a:off x="5268850" y="5973961"/>
            <a:ext cx="2664296" cy="850106"/>
          </a:xfrm>
          <a:prstGeom prst="wedgeEllipseCallout">
            <a:avLst>
              <a:gd name="adj1" fmla="val -71760"/>
              <a:gd name="adj2" fmla="val -10946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C87052-A8C2-4C0E-8BD4-0762D38E4A9B}"/>
              </a:ext>
            </a:extLst>
          </p:cNvPr>
          <p:cNvSpPr txBox="1"/>
          <p:nvPr/>
        </p:nvSpPr>
        <p:spPr>
          <a:xfrm>
            <a:off x="6084168" y="604507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mbria" panose="02040503050406030204" pitchFamily="18" charset="0"/>
                <a:ea typeface="Cambria" panose="02040503050406030204" pitchFamily="18" charset="0"/>
              </a:rPr>
              <a:t>This tool is not possible if the data are from a qualitative variable </a:t>
            </a:r>
            <a:endParaRPr lang="fr-FR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55E3AD-1F41-4B9B-B50B-AED28017A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1" t="43000" r="12200" b="29001"/>
          <a:stretch/>
        </p:blipFill>
        <p:spPr>
          <a:xfrm>
            <a:off x="1272064" y="1252552"/>
            <a:ext cx="6252264" cy="28419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57A212F-44C5-476A-A637-6E62B9EB54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951" t="48261" r="9838" b="37061"/>
          <a:stretch/>
        </p:blipFill>
        <p:spPr>
          <a:xfrm>
            <a:off x="1519935" y="4077072"/>
            <a:ext cx="4924273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31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construction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6214FE-653A-46AA-994C-A05B503D93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38800" r="9828" b="23400"/>
          <a:stretch/>
        </p:blipFill>
        <p:spPr>
          <a:xfrm>
            <a:off x="611560" y="2060848"/>
            <a:ext cx="777686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2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construction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7F5BD3-9A59-4763-A5BA-78B60E86B5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43000" r="9828" b="30401"/>
          <a:stretch/>
        </p:blipFill>
        <p:spPr>
          <a:xfrm>
            <a:off x="655348" y="1772816"/>
            <a:ext cx="8165124" cy="434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73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The box plot – construction
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A1F126-5179-4300-A3E9-86B64BF0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74" y="2132856"/>
            <a:ext cx="8245364" cy="38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7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1A6547-570A-4238-BFB7-790DAE80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 dirty="0">
                <a:latin typeface="Cambria" panose="02040503050406030204" pitchFamily="18" charset="0"/>
                <a:ea typeface="Cambria" panose="02040503050406030204" pitchFamily="18" charset="0"/>
              </a:rPr>
              <a:t>Remark
</a:t>
            </a:r>
            <a:endParaRPr lang="en-US" sz="45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A524445-ED39-4786-9430-EF322CF82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50" t="41600" r="9838" b="26200"/>
          <a:stretch/>
        </p:blipFill>
        <p:spPr>
          <a:xfrm>
            <a:off x="451890" y="1556792"/>
            <a:ext cx="824022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523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CBBB177BCECA4BA07D6B8F331069E6" ma:contentTypeVersion="8" ma:contentTypeDescription="Crée un document." ma:contentTypeScope="" ma:versionID="a1792ed5d19ee5ab252c33350085386f">
  <xsd:schema xmlns:xsd="http://www.w3.org/2001/XMLSchema" xmlns:xs="http://www.w3.org/2001/XMLSchema" xmlns:p="http://schemas.microsoft.com/office/2006/metadata/properties" xmlns:ns2="9e182b23-170a-47e8-a965-13b876d21b7d" targetNamespace="http://schemas.microsoft.com/office/2006/metadata/properties" ma:root="true" ma:fieldsID="f2f4ce115f52bc9505b5498e049d5905" ns2:_="">
    <xsd:import namespace="9e182b23-170a-47e8-a965-13b876d21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2b23-170a-47e8-a965-13b876d21b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DB3F03-72BF-43AE-B3AC-449371718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82b23-170a-47e8-a965-13b876d21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9045A2-3489-46EE-BFED-59AEF9ED33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232</Words>
  <Application>Microsoft Office PowerPoint</Application>
  <PresentationFormat>Affichage à l'écran (4:3)</PresentationFormat>
  <Paragraphs>55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Thème Office</vt:lpstr>
      <vt:lpstr>Data Description</vt:lpstr>
      <vt:lpstr>Numerical summaries of a variable
</vt:lpstr>
      <vt:lpstr>Position indicators </vt:lpstr>
      <vt:lpstr>Position indicators – values relating to a percentage</vt:lpstr>
      <vt:lpstr>Position indicators – values relating to a percentage</vt:lpstr>
      <vt:lpstr>Examples – Calculating Quartiles 
</vt:lpstr>
      <vt:lpstr>Examples – Calculating Quartiles 
</vt:lpstr>
      <vt:lpstr>Examples – Calculating Quartiles</vt:lpstr>
      <vt:lpstr>Examples – Calculating Quartiles</vt:lpstr>
      <vt:lpstr>Examples – Calculating Quartiles</vt:lpstr>
      <vt:lpstr>Values relating to a percentage– Graphically 
</vt:lpstr>
      <vt:lpstr>Values relating to a percentage– Graphically</vt:lpstr>
      <vt:lpstr>Values relating to a percentage– Graphically</vt:lpstr>
      <vt:lpstr>The box plot – detection of the existence of extreme values 
</vt:lpstr>
      <vt:lpstr>The box plot – construction</vt:lpstr>
      <vt:lpstr>The box plot – construction</vt:lpstr>
      <vt:lpstr>The box plot – construction
</vt:lpstr>
      <vt:lpstr>Remark
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7</cp:revision>
  <dcterms:created xsi:type="dcterms:W3CDTF">2021-02-02T16:40:54Z</dcterms:created>
  <dcterms:modified xsi:type="dcterms:W3CDTF">2021-10-14T15:30:05Z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0x01010082CBBB177BCECA4BA07D6B8F331069E6</vt:lpwstr>
  </property>
</Properties>
</file>