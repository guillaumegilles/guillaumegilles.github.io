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604B707E-D995-4FC9-B99F-0642FE50A2B7}"/>
    <pc:docChg chg="modSld">
      <pc:chgData name="KACHOUR Maher" userId="09775c39-7739-40bf-ba04-c8ef3ab24a94" providerId="ADAL" clId="{604B707E-D995-4FC9-B99F-0642FE50A2B7}" dt="2021-10-16T15:46:58.611" v="13" actId="20577"/>
      <pc:docMkLst>
        <pc:docMk/>
      </pc:docMkLst>
      <pc:sldChg chg="modSp mod">
        <pc:chgData name="KACHOUR Maher" userId="09775c39-7739-40bf-ba04-c8ef3ab24a94" providerId="ADAL" clId="{604B707E-D995-4FC9-B99F-0642FE50A2B7}" dt="2021-10-16T15:46:58.611" v="1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04B707E-D995-4FC9-B99F-0642FE50A2B7}" dt="2021-10-16T15:46:58.611" v="13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604B707E-D995-4FC9-B99F-0642FE50A2B7}" dt="2021-10-16T15:37:27.284" v="10" actId="20577"/>
        <pc:sldMkLst>
          <pc:docMk/>
          <pc:sldMk cId="0" sldId="257"/>
        </pc:sldMkLst>
        <pc:spChg chg="mod">
          <ac:chgData name="KACHOUR Maher" userId="09775c39-7739-40bf-ba04-c8ef3ab24a94" providerId="ADAL" clId="{604B707E-D995-4FC9-B99F-0642FE50A2B7}" dt="2021-10-16T15:37:27.284" v="1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94D5C91C-B5EF-4C9A-8ABB-947F4FCF732B}"/>
    <pc:docChg chg="custSel addSld delSld modSld">
      <pc:chgData name="KACHOUR Maher" userId="09775c39-7739-40bf-ba04-c8ef3ab24a94" providerId="ADAL" clId="{94D5C91C-B5EF-4C9A-8ABB-947F4FCF732B}" dt="2021-10-15T14:48:00.791" v="12" actId="2890"/>
      <pc:docMkLst>
        <pc:docMk/>
      </pc:docMkLst>
      <pc:sldChg chg="del">
        <pc:chgData name="KACHOUR Maher" userId="09775c39-7739-40bf-ba04-c8ef3ab24a94" providerId="ADAL" clId="{94D5C91C-B5EF-4C9A-8ABB-947F4FCF732B}" dt="2021-10-15T14:47:28.138" v="0" actId="47"/>
        <pc:sldMkLst>
          <pc:docMk/>
          <pc:sldMk cId="1632906986" sldId="258"/>
        </pc:sldMkLst>
      </pc:sldChg>
      <pc:sldChg chg="addSp delSp modSp new mod">
        <pc:chgData name="KACHOUR Maher" userId="09775c39-7739-40bf-ba04-c8ef3ab24a94" providerId="ADAL" clId="{94D5C91C-B5EF-4C9A-8ABB-947F4FCF732B}" dt="2021-10-15T14:47:50.983" v="9" actId="1076"/>
        <pc:sldMkLst>
          <pc:docMk/>
          <pc:sldMk cId="2445846435" sldId="258"/>
        </pc:sldMkLst>
        <pc:spChg chg="mod">
          <ac:chgData name="KACHOUR Maher" userId="09775c39-7739-40bf-ba04-c8ef3ab24a94" providerId="ADAL" clId="{94D5C91C-B5EF-4C9A-8ABB-947F4FCF732B}" dt="2021-10-15T14:47:36.569" v="5" actId="20577"/>
          <ac:spMkLst>
            <pc:docMk/>
            <pc:sldMk cId="2445846435" sldId="258"/>
            <ac:spMk id="2" creationId="{AC8F0829-8C2D-41A4-B6B5-8EA769932FDA}"/>
          </ac:spMkLst>
        </pc:spChg>
        <pc:spChg chg="del">
          <ac:chgData name="KACHOUR Maher" userId="09775c39-7739-40bf-ba04-c8ef3ab24a94" providerId="ADAL" clId="{94D5C91C-B5EF-4C9A-8ABB-947F4FCF732B}" dt="2021-10-15T14:47:39.129" v="6" actId="478"/>
          <ac:spMkLst>
            <pc:docMk/>
            <pc:sldMk cId="2445846435" sldId="258"/>
            <ac:spMk id="3" creationId="{2303F941-3BE4-4032-A91A-E76A0D07D6B5}"/>
          </ac:spMkLst>
        </pc:spChg>
        <pc:spChg chg="add mod">
          <ac:chgData name="KACHOUR Maher" userId="09775c39-7739-40bf-ba04-c8ef3ab24a94" providerId="ADAL" clId="{94D5C91C-B5EF-4C9A-8ABB-947F4FCF732B}" dt="2021-10-15T14:47:50.983" v="9" actId="1076"/>
          <ac:spMkLst>
            <pc:docMk/>
            <pc:sldMk cId="2445846435" sldId="258"/>
            <ac:spMk id="4" creationId="{794260D1-2034-4C08-B4B5-F67E27A0903A}"/>
          </ac:spMkLst>
        </pc:spChg>
      </pc:sldChg>
      <pc:sldChg chg="add">
        <pc:chgData name="KACHOUR Maher" userId="09775c39-7739-40bf-ba04-c8ef3ab24a94" providerId="ADAL" clId="{94D5C91C-B5EF-4C9A-8ABB-947F4FCF732B}" dt="2021-10-15T14:47:55.143" v="10" actId="2890"/>
        <pc:sldMkLst>
          <pc:docMk/>
          <pc:sldMk cId="3631147099" sldId="259"/>
        </pc:sldMkLst>
      </pc:sldChg>
      <pc:sldChg chg="add">
        <pc:chgData name="KACHOUR Maher" userId="09775c39-7739-40bf-ba04-c8ef3ab24a94" providerId="ADAL" clId="{94D5C91C-B5EF-4C9A-8ABB-947F4FCF732B}" dt="2021-10-15T14:47:57.630" v="11" actId="2890"/>
        <pc:sldMkLst>
          <pc:docMk/>
          <pc:sldMk cId="3811334422" sldId="260"/>
        </pc:sldMkLst>
      </pc:sldChg>
      <pc:sldChg chg="add">
        <pc:chgData name="KACHOUR Maher" userId="09775c39-7739-40bf-ba04-c8ef3ab24a94" providerId="ADAL" clId="{94D5C91C-B5EF-4C9A-8ABB-947F4FCF732B}" dt="2021-10-15T14:48:00.791" v="12" actId="2890"/>
        <pc:sldMkLst>
          <pc:docMk/>
          <pc:sldMk cId="2005285782" sldId="261"/>
        </pc:sldMkLst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16/10/2021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175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846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3114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133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F0829-8C2D-41A4-B6B5-8EA76993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4260D1-2034-4C08-B4B5-F67E27A0903A}"/>
              </a:ext>
            </a:extLst>
          </p:cNvPr>
          <p:cNvSpPr txBox="1"/>
          <p:nvPr/>
        </p:nvSpPr>
        <p:spPr>
          <a:xfrm>
            <a:off x="647700" y="1533525"/>
            <a:ext cx="10829925" cy="44291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0528578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90</Words>
  <Application>Microsoft Office PowerPoint</Application>
  <PresentationFormat>Grand écran</PresentationFormat>
  <Paragraphs>18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Exercise 1</vt:lpstr>
      <vt:lpstr>Note</vt:lpstr>
      <vt:lpstr>Note</vt:lpstr>
      <vt:lpstr>Note</vt:lpstr>
      <vt:lpstr>Note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2021-10-16T15:47:02Z</dcterms:modified>
</cp:coreProperties>
</file>