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0" r:id="rId4"/>
    <p:sldId id="259" r:id="rId5"/>
    <p:sldId id="261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16F837-1C8E-4FB7-834B-458ACF236868}" v="2" dt="2021-10-14T10:14:43.802"/>
    <p1510:client id="{77A232F7-3259-4C81-9682-B44085D518A1}" v="1" dt="2021-10-14T10:18:27.1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1516F837-1C8E-4FB7-834B-458ACF236868}"/>
    <pc:docChg chg="modSld">
      <pc:chgData name="KACHOUR Maher" userId="09775c39-7739-40bf-ba04-c8ef3ab24a94" providerId="ADAL" clId="{1516F837-1C8E-4FB7-834B-458ACF236868}" dt="2021-10-14T10:16:15.095" v="119" actId="20577"/>
      <pc:docMkLst>
        <pc:docMk/>
      </pc:docMkLst>
      <pc:sldChg chg="modSp mod">
        <pc:chgData name="KACHOUR Maher" userId="09775c39-7739-40bf-ba04-c8ef3ab24a94" providerId="ADAL" clId="{1516F837-1C8E-4FB7-834B-458ACF236868}" dt="2021-10-14T10:14:00.317" v="44" actId="20577"/>
        <pc:sldMkLst>
          <pc:docMk/>
          <pc:sldMk cId="3884457258" sldId="256"/>
        </pc:sldMkLst>
        <pc:spChg chg="mod">
          <ac:chgData name="KACHOUR Maher" userId="09775c39-7739-40bf-ba04-c8ef3ab24a94" providerId="ADAL" clId="{1516F837-1C8E-4FB7-834B-458ACF236868}" dt="2021-10-14T10:12:46.658" v="12" actId="20577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1516F837-1C8E-4FB7-834B-458ACF236868}" dt="2021-10-14T10:13:36.060" v="27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1516F837-1C8E-4FB7-834B-458ACF236868}" dt="2021-10-14T10:14:00.317" v="44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1516F837-1C8E-4FB7-834B-458ACF236868}" dt="2021-10-14T10:12:42.309" v="10" actId="20577"/>
        <pc:sldMkLst>
          <pc:docMk/>
          <pc:sldMk cId="0" sldId="257"/>
        </pc:sldMkLst>
        <pc:spChg chg="mod">
          <ac:chgData name="KACHOUR Maher" userId="09775c39-7739-40bf-ba04-c8ef3ab24a94" providerId="ADAL" clId="{1516F837-1C8E-4FB7-834B-458ACF236868}" dt="2021-10-14T10:12:42.309" v="10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1516F837-1C8E-4FB7-834B-458ACF236868}" dt="2021-10-14T10:16:08.792" v="117" actId="20577"/>
        <pc:sldMkLst>
          <pc:docMk/>
          <pc:sldMk cId="1632906986" sldId="258"/>
        </pc:sldMkLst>
        <pc:spChg chg="mod">
          <ac:chgData name="KACHOUR Maher" userId="09775c39-7739-40bf-ba04-c8ef3ab24a94" providerId="ADAL" clId="{1516F837-1C8E-4FB7-834B-458ACF236868}" dt="2021-10-14T10:16:08.792" v="117" actId="20577"/>
          <ac:spMkLst>
            <pc:docMk/>
            <pc:sldMk cId="1632906986" sldId="258"/>
            <ac:spMk id="2" creationId="{A4AEDEBA-6FE9-4F23-B02B-9FB71BC17484}"/>
          </ac:spMkLst>
        </pc:spChg>
        <pc:graphicFrameChg chg="modGraphic">
          <ac:chgData name="KACHOUR Maher" userId="09775c39-7739-40bf-ba04-c8ef3ab24a94" providerId="ADAL" clId="{1516F837-1C8E-4FB7-834B-458ACF236868}" dt="2021-10-14T10:14:21.481" v="60" actId="20577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1516F837-1C8E-4FB7-834B-458ACF236868}" dt="2021-10-14T10:15:29.617" v="92" actId="20577"/>
        <pc:sldMkLst>
          <pc:docMk/>
          <pc:sldMk cId="3342625250" sldId="259"/>
        </pc:sldMkLst>
        <pc:spChg chg="mod">
          <ac:chgData name="KACHOUR Maher" userId="09775c39-7739-40bf-ba04-c8ef3ab24a94" providerId="ADAL" clId="{1516F837-1C8E-4FB7-834B-458ACF236868}" dt="2021-10-14T10:14:31.010" v="62" actId="20577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1516F837-1C8E-4FB7-834B-458ACF236868}" dt="2021-10-14T10:15:29.617" v="92" actId="20577"/>
          <ac:spMkLst>
            <pc:docMk/>
            <pc:sldMk cId="3342625250" sldId="259"/>
            <ac:spMk id="3" creationId="{86DA4EC6-6600-48BE-AED2-90A0A908CF8F}"/>
          </ac:spMkLst>
        </pc:spChg>
        <pc:graphicFrameChg chg="modGraphic">
          <ac:chgData name="KACHOUR Maher" userId="09775c39-7739-40bf-ba04-c8ef3ab24a94" providerId="ADAL" clId="{1516F837-1C8E-4FB7-834B-458ACF236868}" dt="2021-10-14T10:15:08.492" v="81" actId="20577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modSp mod">
        <pc:chgData name="KACHOUR Maher" userId="09775c39-7739-40bf-ba04-c8ef3ab24a94" providerId="ADAL" clId="{1516F837-1C8E-4FB7-834B-458ACF236868}" dt="2021-10-14T10:16:15.095" v="119" actId="20577"/>
        <pc:sldMkLst>
          <pc:docMk/>
          <pc:sldMk cId="962425727" sldId="260"/>
        </pc:sldMkLst>
        <pc:spChg chg="mod">
          <ac:chgData name="KACHOUR Maher" userId="09775c39-7739-40bf-ba04-c8ef3ab24a94" providerId="ADAL" clId="{1516F837-1C8E-4FB7-834B-458ACF236868}" dt="2021-10-14T10:16:15.095" v="119" actId="20577"/>
          <ac:spMkLst>
            <pc:docMk/>
            <pc:sldMk cId="962425727" sldId="260"/>
            <ac:spMk id="2" creationId="{159DF4AF-EB56-497F-9EC4-3792B7715C09}"/>
          </ac:spMkLst>
        </pc:spChg>
        <pc:graphicFrameChg chg="modGraphic">
          <ac:chgData name="KACHOUR Maher" userId="09775c39-7739-40bf-ba04-c8ef3ab24a94" providerId="ADAL" clId="{1516F837-1C8E-4FB7-834B-458ACF236868}" dt="2021-10-14T10:15:56.820" v="115" actId="20577"/>
          <ac:graphicFrameMkLst>
            <pc:docMk/>
            <pc:sldMk cId="962425727" sldId="260"/>
            <ac:graphicFrameMk id="4" creationId="{D8731FE7-289F-4569-8899-DD98785D8C02}"/>
          </ac:graphicFrameMkLst>
        </pc:graphicFrameChg>
      </pc:sldChg>
    </pc:docChg>
  </pc:docChgLst>
  <pc:docChgLst>
    <pc:chgData name="KACHOUR Maher" userId="09775c39-7739-40bf-ba04-c8ef3ab24a94" providerId="ADAL" clId="{77A232F7-3259-4C81-9682-B44085D518A1}"/>
    <pc:docChg chg="custSel addSld delSld modSld sldOrd">
      <pc:chgData name="KACHOUR Maher" userId="09775c39-7739-40bf-ba04-c8ef3ab24a94" providerId="ADAL" clId="{77A232F7-3259-4C81-9682-B44085D518A1}" dt="2021-10-14T10:18:39.745" v="14"/>
      <pc:docMkLst>
        <pc:docMk/>
      </pc:docMkLst>
      <pc:sldChg chg="del">
        <pc:chgData name="KACHOUR Maher" userId="09775c39-7739-40bf-ba04-c8ef3ab24a94" providerId="ADAL" clId="{77A232F7-3259-4C81-9682-B44085D518A1}" dt="2021-10-14T10:18:03.547" v="0" actId="47"/>
        <pc:sldMkLst>
          <pc:docMk/>
          <pc:sldMk cId="1632906986" sldId="258"/>
        </pc:sldMkLst>
      </pc:sldChg>
      <pc:sldChg chg="addSp delSp modSp new mod">
        <pc:chgData name="KACHOUR Maher" userId="09775c39-7739-40bf-ba04-c8ef3ab24a94" providerId="ADAL" clId="{77A232F7-3259-4C81-9682-B44085D518A1}" dt="2021-10-14T10:18:32.006" v="11" actId="208"/>
        <pc:sldMkLst>
          <pc:docMk/>
          <pc:sldMk cId="561201713" sldId="260"/>
        </pc:sldMkLst>
        <pc:spChg chg="mod">
          <ac:chgData name="KACHOUR Maher" userId="09775c39-7739-40bf-ba04-c8ef3ab24a94" providerId="ADAL" clId="{77A232F7-3259-4C81-9682-B44085D518A1}" dt="2021-10-14T10:18:15.598" v="8" actId="20577"/>
          <ac:spMkLst>
            <pc:docMk/>
            <pc:sldMk cId="561201713" sldId="260"/>
            <ac:spMk id="2" creationId="{108DA988-83BC-4CAF-B5DC-35E19F655FB4}"/>
          </ac:spMkLst>
        </pc:spChg>
        <pc:spChg chg="del">
          <ac:chgData name="KACHOUR Maher" userId="09775c39-7739-40bf-ba04-c8ef3ab24a94" providerId="ADAL" clId="{77A232F7-3259-4C81-9682-B44085D518A1}" dt="2021-10-14T10:18:18.911" v="9" actId="478"/>
          <ac:spMkLst>
            <pc:docMk/>
            <pc:sldMk cId="561201713" sldId="260"/>
            <ac:spMk id="3" creationId="{BC4A66BD-09F4-4A52-9763-F6136A0C36A2}"/>
          </ac:spMkLst>
        </pc:spChg>
        <pc:spChg chg="add mod">
          <ac:chgData name="KACHOUR Maher" userId="09775c39-7739-40bf-ba04-c8ef3ab24a94" providerId="ADAL" clId="{77A232F7-3259-4C81-9682-B44085D518A1}" dt="2021-10-14T10:18:32.006" v="11" actId="208"/>
          <ac:spMkLst>
            <pc:docMk/>
            <pc:sldMk cId="561201713" sldId="260"/>
            <ac:spMk id="4" creationId="{A07A9309-05DA-4A7D-964F-3E41DE0F761D}"/>
          </ac:spMkLst>
        </pc:spChg>
      </pc:sldChg>
      <pc:sldChg chg="del">
        <pc:chgData name="KACHOUR Maher" userId="09775c39-7739-40bf-ba04-c8ef3ab24a94" providerId="ADAL" clId="{77A232F7-3259-4C81-9682-B44085D518A1}" dt="2021-10-14T10:18:05.752" v="1" actId="47"/>
        <pc:sldMkLst>
          <pc:docMk/>
          <pc:sldMk cId="962425727" sldId="260"/>
        </pc:sldMkLst>
      </pc:sldChg>
      <pc:sldChg chg="add ord">
        <pc:chgData name="KACHOUR Maher" userId="09775c39-7739-40bf-ba04-c8ef3ab24a94" providerId="ADAL" clId="{77A232F7-3259-4C81-9682-B44085D518A1}" dt="2021-10-14T10:18:39.745" v="14"/>
        <pc:sldMkLst>
          <pc:docMk/>
          <pc:sldMk cId="3815043514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1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963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studied the morning temperature (i.e. measured between 7am and 7.30am) over 100 days chosen randomly from the periods of winter observed for the last 20 years. 
Complete the following table:
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8D618231-F795-4672-A643-43223F39DF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1087216"/>
                  </p:ext>
                </p:extLst>
              </p:nvPr>
            </p:nvGraphicFramePr>
            <p:xfrm>
              <a:off x="2222500" y="2743200"/>
              <a:ext cx="8128002" cy="286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274234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89921894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5334691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Temperature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Numbre</a:t>
                          </a:r>
                          <a:r>
                            <a:rPr lang="fr-FR" dirty="0"/>
                            <a:t> of </a:t>
                          </a:r>
                          <a:r>
                            <a:rPr lang="fr-FR" dirty="0" err="1"/>
                            <a:t>days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1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fr-FR" sz="1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oMath>
                          </a14:m>
                          <a:r>
                            <a:rPr lang="fr-FR" sz="1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endParaRPr lang="fr-FR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43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8D618231-F795-4672-A643-43223F39DF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1087216"/>
                  </p:ext>
                </p:extLst>
              </p:nvPr>
            </p:nvGraphicFramePr>
            <p:xfrm>
              <a:off x="2222500" y="2743200"/>
              <a:ext cx="8128002" cy="286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274234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89921894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533469163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Temperature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Numbre</a:t>
                          </a:r>
                          <a:r>
                            <a:rPr lang="fr-FR" dirty="0"/>
                            <a:t> of </a:t>
                          </a:r>
                          <a:r>
                            <a:rPr lang="fr-FR" dirty="0" err="1"/>
                            <a:t>days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00901" t="-4762" r="-302703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00901" t="-4762" r="-202703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99103" t="-4762" r="-101794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501351" t="-4762" r="-2252" b="-36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43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8DA988-83BC-4CAF-B5DC-35E19F655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07A9309-05DA-4A7D-964F-3E41DE0F761D}"/>
              </a:ext>
            </a:extLst>
          </p:cNvPr>
          <p:cNvSpPr txBox="1"/>
          <p:nvPr/>
        </p:nvSpPr>
        <p:spPr>
          <a:xfrm>
            <a:off x="752475" y="1876425"/>
            <a:ext cx="11106150" cy="46164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61201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We studied the morning speed (i.e. measured (in Km/h) between 7am and 7.30am) of the wind on n days chosen randomly from the periods of winter observed for the last 20 years. 
Complete the following table:
</a:t>
            </a:r>
            <a:endParaRPr lang="fr-FR" sz="1800" dirty="0"/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5557736"/>
                  </p:ext>
                </p:extLst>
              </p:nvPr>
            </p:nvGraphicFramePr>
            <p:xfrm>
              <a:off x="2331720" y="3115945"/>
              <a:ext cx="8128002" cy="286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274234">
                      <a:extLst>
                        <a:ext uri="{9D8B030D-6E8A-4147-A177-3AD203B41FA5}">
                          <a16:colId xmlns:a16="http://schemas.microsoft.com/office/drawing/2014/main" val="174336170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Speed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Number</a:t>
                          </a:r>
                          <a:r>
                            <a:rPr lang="fr-FR" dirty="0"/>
                            <a:t> of </a:t>
                          </a:r>
                          <a:r>
                            <a:rPr lang="fr-FR" dirty="0" err="1"/>
                            <a:t>days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1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fr-FR" sz="18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r>
                                    <a:rPr lang="fr-FR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oMath>
                          </a14:m>
                          <a:r>
                            <a:rPr lang="fr-FR" sz="18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endParaRPr lang="fr-FR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[0 ; 10[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[10 ; 30[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[30 ; 70[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[70 ; 100[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[100 ; 150[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5557736"/>
                  </p:ext>
                </p:extLst>
              </p:nvPr>
            </p:nvGraphicFramePr>
            <p:xfrm>
              <a:off x="2331720" y="3115945"/>
              <a:ext cx="8128002" cy="286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274234">
                      <a:extLst>
                        <a:ext uri="{9D8B030D-6E8A-4147-A177-3AD203B41FA5}">
                          <a16:colId xmlns:a16="http://schemas.microsoft.com/office/drawing/2014/main" val="174336170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Speed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Number</a:t>
                          </a:r>
                          <a:r>
                            <a:rPr lang="fr-FR" dirty="0"/>
                            <a:t> of </a:t>
                          </a:r>
                          <a:r>
                            <a:rPr lang="fr-FR" dirty="0" err="1"/>
                            <a:t>days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00901" t="-4762" r="-302252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00901" t="-4762" r="-202252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99103" t="-4762" r="-101345" b="-3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501351" t="-4762" r="-1802" b="-36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[0 ; 10[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[10 ; 30[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37.5%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[30 ; 70[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[70 ; 100[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[100 ; 150[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8DA988-83BC-4CAF-B5DC-35E19F655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07A9309-05DA-4A7D-964F-3E41DE0F761D}"/>
              </a:ext>
            </a:extLst>
          </p:cNvPr>
          <p:cNvSpPr txBox="1"/>
          <p:nvPr/>
        </p:nvSpPr>
        <p:spPr>
          <a:xfrm>
            <a:off x="752475" y="1876425"/>
            <a:ext cx="11106150" cy="46164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1504351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163</Words>
  <Application>Microsoft Office PowerPoint</Application>
  <PresentationFormat>Grand écran</PresentationFormat>
  <Paragraphs>42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</vt:lpstr>
      <vt:lpstr>Cambria Math</vt:lpstr>
      <vt:lpstr>Thème Office</vt:lpstr>
      <vt:lpstr>Data Description </vt:lpstr>
      <vt:lpstr>Exercise 1</vt:lpstr>
      <vt:lpstr>Note</vt:lpstr>
      <vt:lpstr>Exercise 2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2021-10-14T10:18:53Z</dcterms:modified>
</cp:coreProperties>
</file>