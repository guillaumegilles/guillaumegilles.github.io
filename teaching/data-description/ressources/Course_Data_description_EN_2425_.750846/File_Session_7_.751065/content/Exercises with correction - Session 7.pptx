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53DD8-B3E4-4039-B56F-E5EF414AC823}" v="14" dt="2021-10-15T12:58:48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1DA53DD8-B3E4-4039-B56F-E5EF414AC823}"/>
    <pc:docChg chg="custSel modSld">
      <pc:chgData name="KACHOUR Maher" userId="09775c39-7739-40bf-ba04-c8ef3ab24a94" providerId="ADAL" clId="{1DA53DD8-B3E4-4039-B56F-E5EF414AC823}" dt="2021-10-16T15:45:16.360" v="26" actId="255"/>
      <pc:docMkLst>
        <pc:docMk/>
      </pc:docMkLst>
      <pc:sldChg chg="modSp mod">
        <pc:chgData name="KACHOUR Maher" userId="09775c39-7739-40bf-ba04-c8ef3ab24a94" providerId="ADAL" clId="{1DA53DD8-B3E4-4039-B56F-E5EF414AC823}" dt="2021-10-16T15:45:03.340" v="23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DA53DD8-B3E4-4039-B56F-E5EF414AC823}" dt="2021-10-15T12:57:00.57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DA53DD8-B3E4-4039-B56F-E5EF414AC823}" dt="2021-10-16T15:45:03.340" v="23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DA53DD8-B3E4-4039-B56F-E5EF414AC823}" dt="2021-10-16T15:35:59.577" v="21" actId="20577"/>
        <pc:sldMkLst>
          <pc:docMk/>
          <pc:sldMk cId="0" sldId="257"/>
        </pc:sldMkLst>
        <pc:spChg chg="mod">
          <ac:chgData name="KACHOUR Maher" userId="09775c39-7739-40bf-ba04-c8ef3ab24a94" providerId="ADAL" clId="{1DA53DD8-B3E4-4039-B56F-E5EF414AC823}" dt="2021-10-16T15:35:59.577" v="2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DA53DD8-B3E4-4039-B56F-E5EF414AC823}" dt="2021-10-15T12:57:36.547" v="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DA53DD8-B3E4-4039-B56F-E5EF414AC823}" dt="2021-10-15T12:57:36.547" v="3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1DA53DD8-B3E4-4039-B56F-E5EF414AC823}" dt="2021-10-16T15:45:16.360" v="26" actId="255"/>
        <pc:sldMkLst>
          <pc:docMk/>
          <pc:sldMk cId="3342625250" sldId="259"/>
        </pc:sldMkLst>
        <pc:spChg chg="mod">
          <ac:chgData name="KACHOUR Maher" userId="09775c39-7739-40bf-ba04-c8ef3ab24a94" providerId="ADAL" clId="{1DA53DD8-B3E4-4039-B56F-E5EF414AC823}" dt="2021-10-16T15:45:16.360" v="26" actId="255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1DA53DD8-B3E4-4039-B56F-E5EF414AC823}" dt="2021-10-15T12:58:26.227" v="1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DA53DD8-B3E4-4039-B56F-E5EF414AC823}" dt="2021-10-15T12:57:53.724" v="5" actId="20577"/>
        <pc:sldMkLst>
          <pc:docMk/>
          <pc:sldMk cId="290671189" sldId="263"/>
        </pc:sldMkLst>
        <pc:spChg chg="mod">
          <ac:chgData name="KACHOUR Maher" userId="09775c39-7739-40bf-ba04-c8ef3ab24a94" providerId="ADAL" clId="{1DA53DD8-B3E4-4039-B56F-E5EF414AC823}" dt="2021-10-15T12:57:53.724" v="5" actId="20577"/>
          <ac:spMkLst>
            <pc:docMk/>
            <pc:sldMk cId="290671189" sldId="263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×40+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×34+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×86+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0.43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1600" dirty="0"/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×100=134.2225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=100%&gt;15%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3108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over 240 days chosen </a:t>
            </a:r>
            <a:r>
              <a:rPr lang="en-US" sz="2400" dirty="0"/>
              <a:t>randomly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244432"/>
              </p:ext>
            </p:extLst>
          </p:nvPr>
        </p:nvGraphicFramePr>
        <p:xfrm>
          <a:off x="5146826" y="2850753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263684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731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240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0.15)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1600" dirty="0"/>
                  <a:t> </a:t>
                </a:r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×100=76.12387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blipFill>
                <a:blip r:embed="rId3"/>
                <a:stretch>
                  <a:fillRect r="-90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4416" y="2716244"/>
              <a:ext cx="3908460" cy="36684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dirty="0"/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121.1632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blipFill>
                <a:blip r:embed="rId3"/>
                <a:stretch>
                  <a:fillRect l="-15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810</Words>
  <Application>Microsoft Office PowerPoint</Application>
  <PresentationFormat>Grand écran</PresentationFormat>
  <Paragraphs>174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1 - Solution</vt:lpstr>
      <vt:lpstr>Exercice 2</vt:lpstr>
      <vt:lpstr>Exercice 2 -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KACHOUR Maher</cp:lastModifiedBy>
  <cp:revision>2</cp:revision>
  <dcterms:created xsi:type="dcterms:W3CDTF">2021-10-14T08:08:29Z</dcterms:created>
  <dcterms:modified xsi:type="dcterms:W3CDTF">2023-04-04T07:22:34Z</dcterms:modified>
</cp:coreProperties>
</file>