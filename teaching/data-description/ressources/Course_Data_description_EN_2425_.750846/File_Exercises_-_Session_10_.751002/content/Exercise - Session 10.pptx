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D5C91C-B5EF-4C9A-8ABB-947F4FCF732B}" v="1" dt="2021-10-15T14:47:46.4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4ABD2275-C5F7-41A4-8E89-05497293A01B}"/>
    <pc:docChg chg="undo custSel addSld delSld modSld">
      <pc:chgData name="KACHOUR Maher" userId="09775c39-7739-40bf-ba04-c8ef3ab24a94" providerId="ADAL" clId="{4ABD2275-C5F7-41A4-8E89-05497293A01B}" dt="2021-10-15T12:54:04.799" v="370"/>
      <pc:docMkLst>
        <pc:docMk/>
      </pc:docMkLst>
      <pc:sldChg chg="modSp mod">
        <pc:chgData name="KACHOUR Maher" userId="09775c39-7739-40bf-ba04-c8ef3ab24a94" providerId="ADAL" clId="{4ABD2275-C5F7-41A4-8E89-05497293A01B}" dt="2021-10-15T12:19:46.946" v="32" actId="20577"/>
        <pc:sldMkLst>
          <pc:docMk/>
          <pc:sldMk cId="3884457258" sldId="256"/>
        </pc:sldMkLst>
        <pc:spChg chg="mod">
          <ac:chgData name="KACHOUR Maher" userId="09775c39-7739-40bf-ba04-c8ef3ab24a94" providerId="ADAL" clId="{4ABD2275-C5F7-41A4-8E89-05497293A01B}" dt="2021-10-15T12:19:46.946" v="32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4ABD2275-C5F7-41A4-8E89-05497293A01B}" dt="2021-10-15T12:18:54.606" v="1" actId="20577"/>
        <pc:sldMkLst>
          <pc:docMk/>
          <pc:sldMk cId="0" sldId="257"/>
        </pc:sldMkLst>
        <pc:spChg chg="mod">
          <ac:chgData name="KACHOUR Maher" userId="09775c39-7739-40bf-ba04-c8ef3ab24a94" providerId="ADAL" clId="{4ABD2275-C5F7-41A4-8E89-05497293A01B}" dt="2021-10-15T12:18:54.606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4ABD2275-C5F7-41A4-8E89-05497293A01B}" dt="2021-10-15T12:30:13.433" v="200" actId="20577"/>
        <pc:sldMkLst>
          <pc:docMk/>
          <pc:sldMk cId="1632906986" sldId="258"/>
        </pc:sldMkLst>
        <pc:spChg chg="mod">
          <ac:chgData name="KACHOUR Maher" userId="09775c39-7739-40bf-ba04-c8ef3ab24a94" providerId="ADAL" clId="{4ABD2275-C5F7-41A4-8E89-05497293A01B}" dt="2021-10-15T12:30:13.433" v="200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4ABD2275-C5F7-41A4-8E89-05497293A01B}" dt="2021-10-15T12:31:01.760" v="201"/>
        <pc:sldMkLst>
          <pc:docMk/>
          <pc:sldMk cId="3342625250" sldId="259"/>
        </pc:sldMkLst>
        <pc:spChg chg="mod">
          <ac:chgData name="KACHOUR Maher" userId="09775c39-7739-40bf-ba04-c8ef3ab24a94" providerId="ADAL" clId="{4ABD2275-C5F7-41A4-8E89-05497293A01B}" dt="2021-10-15T12:31:01.760" v="201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4ABD2275-C5F7-41A4-8E89-05497293A01B}" dt="2021-10-15T12:50:26.395" v="355" actId="20577"/>
        <pc:sldMkLst>
          <pc:docMk/>
          <pc:sldMk cId="4200507792" sldId="262"/>
        </pc:sldMkLst>
        <pc:spChg chg="mod">
          <ac:chgData name="KACHOUR Maher" userId="09775c39-7739-40bf-ba04-c8ef3ab24a94" providerId="ADAL" clId="{4ABD2275-C5F7-41A4-8E89-05497293A01B}" dt="2021-10-15T12:50:26.395" v="355" actId="20577"/>
          <ac:spMkLst>
            <pc:docMk/>
            <pc:sldMk cId="4200507792" sldId="262"/>
            <ac:spMk id="6" creationId="{B9F24573-B8C6-4491-AFA0-36142DDC64B5}"/>
          </ac:spMkLst>
        </pc:spChg>
        <pc:graphicFrameChg chg="modGraphic">
          <ac:chgData name="KACHOUR Maher" userId="09775c39-7739-40bf-ba04-c8ef3ab24a94" providerId="ADAL" clId="{4ABD2275-C5F7-41A4-8E89-05497293A01B}" dt="2021-10-15T12:44:32.729" v="279" actId="216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  <pc:sldChg chg="addSp delSp modSp add mod">
        <pc:chgData name="KACHOUR Maher" userId="09775c39-7739-40bf-ba04-c8ef3ab24a94" providerId="ADAL" clId="{4ABD2275-C5F7-41A4-8E89-05497293A01B}" dt="2021-10-15T12:43:38.482" v="278" actId="14734"/>
        <pc:sldMkLst>
          <pc:docMk/>
          <pc:sldMk cId="290671189" sldId="263"/>
        </pc:sldMkLst>
        <pc:spChg chg="mod">
          <ac:chgData name="KACHOUR Maher" userId="09775c39-7739-40bf-ba04-c8ef3ab24a94" providerId="ADAL" clId="{4ABD2275-C5F7-41A4-8E89-05497293A01B}" dt="2021-10-15T12:43:14.657" v="275" actId="1076"/>
          <ac:spMkLst>
            <pc:docMk/>
            <pc:sldMk cId="290671189" sldId="263"/>
            <ac:spMk id="3" creationId="{CC9FE004-1C6E-4667-8710-CA96506DE21E}"/>
          </ac:spMkLst>
        </pc:spChg>
        <pc:graphicFrameChg chg="del mod modGraphic">
          <ac:chgData name="KACHOUR Maher" userId="09775c39-7739-40bf-ba04-c8ef3ab24a94" providerId="ADAL" clId="{4ABD2275-C5F7-41A4-8E89-05497293A01B}" dt="2021-10-15T12:42:17.404" v="265" actId="478"/>
          <ac:graphicFrameMkLst>
            <pc:docMk/>
            <pc:sldMk cId="290671189" sldId="263"/>
            <ac:graphicFrameMk id="5" creationId="{C5935286-E84C-4A5B-9E95-1C36A0F9B1CD}"/>
          </ac:graphicFrameMkLst>
        </pc:graphicFrameChg>
        <pc:graphicFrameChg chg="add mod modGraphic">
          <ac:chgData name="KACHOUR Maher" userId="09775c39-7739-40bf-ba04-c8ef3ab24a94" providerId="ADAL" clId="{4ABD2275-C5F7-41A4-8E89-05497293A01B}" dt="2021-10-15T12:43:38.482" v="278" actId="14734"/>
          <ac:graphicFrameMkLst>
            <pc:docMk/>
            <pc:sldMk cId="290671189" sldId="263"/>
            <ac:graphicFrameMk id="6" creationId="{C960491C-B5FD-4D83-9566-AD3C9234B2D6}"/>
          </ac:graphicFrameMkLst>
        </pc:graphicFrameChg>
      </pc:sldChg>
      <pc:sldChg chg="add del">
        <pc:chgData name="KACHOUR Maher" userId="09775c39-7739-40bf-ba04-c8ef3ab24a94" providerId="ADAL" clId="{4ABD2275-C5F7-41A4-8E89-05497293A01B}" dt="2021-10-15T12:52:05.238" v="357" actId="47"/>
        <pc:sldMkLst>
          <pc:docMk/>
          <pc:sldMk cId="236773734" sldId="264"/>
        </pc:sldMkLst>
      </pc:sldChg>
      <pc:sldChg chg="delSp modSp add mod setBg delDesignElem">
        <pc:chgData name="KACHOUR Maher" userId="09775c39-7739-40bf-ba04-c8ef3ab24a94" providerId="ADAL" clId="{4ABD2275-C5F7-41A4-8E89-05497293A01B}" dt="2021-10-15T12:54:04.799" v="370"/>
        <pc:sldMkLst>
          <pc:docMk/>
          <pc:sldMk cId="385761548" sldId="264"/>
        </pc:sldMkLst>
        <pc:spChg chg="mod">
          <ac:chgData name="KACHOUR Maher" userId="09775c39-7739-40bf-ba04-c8ef3ab24a94" providerId="ADAL" clId="{4ABD2275-C5F7-41A4-8E89-05497293A01B}" dt="2021-10-15T12:54:04.799" v="370"/>
          <ac:spMkLst>
            <pc:docMk/>
            <pc:sldMk cId="385761548" sldId="264"/>
            <ac:spMk id="5" creationId="{D7B24147-55AB-4BC4-B183-ED51FCA4DB97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2" creationId="{385E1BDC-A9B0-4A87-82E3-F3187F69A802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4" creationId="{0990C621-3B8B-4820-8328-D47EF7CE823C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6" creationId="{C1A2385B-1D2A-4E17-84FA-6CB7F0AAE473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8" creationId="{5E791F2F-79DB-4CC0-9FA1-001E3E91E8B7}"/>
          </ac:spMkLst>
        </pc:spChg>
      </pc:sldChg>
    </pc:docChg>
  </pc:docChgLst>
  <pc:docChgLst>
    <pc:chgData name="KACHOUR Maher" userId="09775c39-7739-40bf-ba04-c8ef3ab24a94" providerId="ADAL" clId="{98B62C0F-C5CD-470F-A85D-6BE9EDA11397}"/>
    <pc:docChg chg="modSld">
      <pc:chgData name="KACHOUR Maher" userId="09775c39-7739-40bf-ba04-c8ef3ab24a94" providerId="ADAL" clId="{98B62C0F-C5CD-470F-A85D-6BE9EDA11397}" dt="2021-10-15T13:48:18.072" v="334" actId="20577"/>
      <pc:docMkLst>
        <pc:docMk/>
      </pc:docMkLst>
      <pc:sldChg chg="modSp mod">
        <pc:chgData name="KACHOUR Maher" userId="09775c39-7739-40bf-ba04-c8ef3ab24a94" providerId="ADAL" clId="{98B62C0F-C5CD-470F-A85D-6BE9EDA11397}" dt="2021-10-15T13:33:57.990" v="26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8B62C0F-C5CD-470F-A85D-6BE9EDA11397}" dt="2021-10-15T13:33:57.990" v="26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98B62C0F-C5CD-470F-A85D-6BE9EDA11397}" dt="2021-10-15T13:48:18.072" v="334" actId="20577"/>
        <pc:sldMkLst>
          <pc:docMk/>
          <pc:sldMk cId="0" sldId="257"/>
        </pc:sldMkLst>
        <pc:spChg chg="mod">
          <ac:chgData name="KACHOUR Maher" userId="09775c39-7739-40bf-ba04-c8ef3ab24a94" providerId="ADAL" clId="{98B62C0F-C5CD-470F-A85D-6BE9EDA11397}" dt="2021-10-15T13:48:18.072" v="334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8B62C0F-C5CD-470F-A85D-6BE9EDA11397}" dt="2021-10-15T13:37:16.659" v="105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8B62C0F-C5CD-470F-A85D-6BE9EDA11397}" dt="2021-10-15T13:37:16.659" v="105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98B62C0F-C5CD-470F-A85D-6BE9EDA11397}" dt="2021-10-15T13:39:54.239" v="222"/>
        <pc:sldMkLst>
          <pc:docMk/>
          <pc:sldMk cId="3342625250" sldId="259"/>
        </pc:sldMkLst>
        <pc:spChg chg="mod">
          <ac:chgData name="KACHOUR Maher" userId="09775c39-7739-40bf-ba04-c8ef3ab24a94" providerId="ADAL" clId="{98B62C0F-C5CD-470F-A85D-6BE9EDA11397}" dt="2021-10-15T13:39:54.239" v="222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98B62C0F-C5CD-470F-A85D-6BE9EDA11397}" dt="2021-10-15T13:42:21.153" v="269" actId="255"/>
        <pc:sldMkLst>
          <pc:docMk/>
          <pc:sldMk cId="4200507792" sldId="262"/>
        </pc:sldMkLst>
        <pc:spChg chg="mod">
          <ac:chgData name="KACHOUR Maher" userId="09775c39-7739-40bf-ba04-c8ef3ab24a94" providerId="ADAL" clId="{98B62C0F-C5CD-470F-A85D-6BE9EDA11397}" dt="2021-10-15T13:42:21.153" v="269" actId="255"/>
          <ac:spMkLst>
            <pc:docMk/>
            <pc:sldMk cId="4200507792" sldId="262"/>
            <ac:spMk id="6" creationId="{B9F24573-B8C6-4491-AFA0-36142DDC64B5}"/>
          </ac:spMkLst>
        </pc:spChg>
      </pc:sldChg>
      <pc:sldChg chg="modSp mod">
        <pc:chgData name="KACHOUR Maher" userId="09775c39-7739-40bf-ba04-c8ef3ab24a94" providerId="ADAL" clId="{98B62C0F-C5CD-470F-A85D-6BE9EDA11397}" dt="2021-10-15T13:39:35.183" v="221" actId="1076"/>
        <pc:sldMkLst>
          <pc:docMk/>
          <pc:sldMk cId="290671189" sldId="263"/>
        </pc:sldMkLst>
        <pc:spChg chg="mod">
          <ac:chgData name="KACHOUR Maher" userId="09775c39-7739-40bf-ba04-c8ef3ab24a94" providerId="ADAL" clId="{98B62C0F-C5CD-470F-A85D-6BE9EDA11397}" dt="2021-10-15T13:39:35.183" v="221" actId="1076"/>
          <ac:spMkLst>
            <pc:docMk/>
            <pc:sldMk cId="290671189" sldId="263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98B62C0F-C5CD-470F-A85D-6BE9EDA11397}" dt="2021-10-15T13:46:04.484" v="332" actId="20577"/>
        <pc:sldMkLst>
          <pc:docMk/>
          <pc:sldMk cId="385761548" sldId="264"/>
        </pc:sldMkLst>
        <pc:spChg chg="mod">
          <ac:chgData name="KACHOUR Maher" userId="09775c39-7739-40bf-ba04-c8ef3ab24a94" providerId="ADAL" clId="{98B62C0F-C5CD-470F-A85D-6BE9EDA11397}" dt="2021-10-15T13:46:04.484" v="332" actId="20577"/>
          <ac:spMkLst>
            <pc:docMk/>
            <pc:sldMk cId="385761548" sldId="264"/>
            <ac:spMk id="5" creationId="{D7B24147-55AB-4BC4-B183-ED51FCA4DB97}"/>
          </ac:spMkLst>
        </pc:spChg>
      </pc:sldChg>
    </pc:docChg>
  </pc:docChgLst>
  <pc:docChgLst>
    <pc:chgData name="KACHOUR Maher" userId="09775c39-7739-40bf-ba04-c8ef3ab24a94" providerId="ADAL" clId="{6BC31A12-6872-407D-B196-620DB8D11C41}"/>
    <pc:docChg chg="custSel delSld modSld">
      <pc:chgData name="KACHOUR Maher" userId="09775c39-7739-40bf-ba04-c8ef3ab24a94" providerId="ADAL" clId="{6BC31A12-6872-407D-B196-620DB8D11C41}" dt="2021-10-15T14:34:10.557" v="32" actId="20577"/>
      <pc:docMkLst>
        <pc:docMk/>
      </pc:docMkLst>
      <pc:sldChg chg="addSp delSp modSp mod">
        <pc:chgData name="KACHOUR Maher" userId="09775c39-7739-40bf-ba04-c8ef3ab24a94" providerId="ADAL" clId="{6BC31A12-6872-407D-B196-620DB8D11C41}" dt="2021-10-15T14:32:52.117" v="21" actId="20577"/>
        <pc:sldMkLst>
          <pc:docMk/>
          <pc:sldMk cId="3884457258" sldId="256"/>
        </pc:sldMkLst>
        <pc:spChg chg="mod">
          <ac:chgData name="KACHOUR Maher" userId="09775c39-7739-40bf-ba04-c8ef3ab24a94" providerId="ADAL" clId="{6BC31A12-6872-407D-B196-620DB8D11C41}" dt="2021-10-15T14:32:52.117" v="21" actId="20577"/>
          <ac:spMkLst>
            <pc:docMk/>
            <pc:sldMk cId="3884457258" sldId="256"/>
            <ac:spMk id="4" creationId="{DF25F7F9-D26E-4B65-8387-484298AE7CF4}"/>
          </ac:spMkLst>
        </pc:spChg>
        <pc:graphicFrameChg chg="del">
          <ac:chgData name="KACHOUR Maher" userId="09775c39-7739-40bf-ba04-c8ef3ab24a94" providerId="ADAL" clId="{6BC31A12-6872-407D-B196-620DB8D11C41}" dt="2021-10-15T14:32:18.067" v="7" actId="478"/>
          <ac:graphicFrameMkLst>
            <pc:docMk/>
            <pc:sldMk cId="3884457258" sldId="256"/>
            <ac:graphicFrameMk id="5" creationId="{8D618231-F795-4672-A643-43223F39DFB3}"/>
          </ac:graphicFrameMkLst>
        </pc:graphicFrameChg>
        <pc:picChg chg="add mod">
          <ac:chgData name="KACHOUR Maher" userId="09775c39-7739-40bf-ba04-c8ef3ab24a94" providerId="ADAL" clId="{6BC31A12-6872-407D-B196-620DB8D11C41}" dt="2021-10-15T14:32:31.636" v="12" actId="1076"/>
          <ac:picMkLst>
            <pc:docMk/>
            <pc:sldMk cId="3884457258" sldId="256"/>
            <ac:picMk id="6" creationId="{F522A9A2-6AFD-4695-93C8-765E6CDE86C3}"/>
          </ac:picMkLst>
        </pc:picChg>
      </pc:sldChg>
      <pc:sldChg chg="modSp mod">
        <pc:chgData name="KACHOUR Maher" userId="09775c39-7739-40bf-ba04-c8ef3ab24a94" providerId="ADAL" clId="{6BC31A12-6872-407D-B196-620DB8D11C41}" dt="2021-10-15T14:28:53.903" v="2" actId="20577"/>
        <pc:sldMkLst>
          <pc:docMk/>
          <pc:sldMk cId="0" sldId="257"/>
        </pc:sldMkLst>
        <pc:spChg chg="mod">
          <ac:chgData name="KACHOUR Maher" userId="09775c39-7739-40bf-ba04-c8ef3ab24a94" providerId="ADAL" clId="{6BC31A12-6872-407D-B196-620DB8D11C41}" dt="2021-10-15T14:28:53.903" v="2" actId="20577"/>
          <ac:spMkLst>
            <pc:docMk/>
            <pc:sldMk cId="0" sldId="257"/>
            <ac:spMk id="3" creationId="{00000000-0000-0000-0000-000000000000}"/>
          </ac:spMkLst>
        </pc:spChg>
      </pc:sldChg>
      <pc:sldChg chg="delSp modSp mod">
        <pc:chgData name="KACHOUR Maher" userId="09775c39-7739-40bf-ba04-c8ef3ab24a94" providerId="ADAL" clId="{6BC31A12-6872-407D-B196-620DB8D11C41}" dt="2021-10-15T14:34:10.557" v="32" actId="20577"/>
        <pc:sldMkLst>
          <pc:docMk/>
          <pc:sldMk cId="1632906986" sldId="258"/>
        </pc:sldMkLst>
        <pc:spChg chg="mod">
          <ac:chgData name="KACHOUR Maher" userId="09775c39-7739-40bf-ba04-c8ef3ab24a94" providerId="ADAL" clId="{6BC31A12-6872-407D-B196-620DB8D11C41}" dt="2021-10-15T14:34:10.557" v="32" actId="20577"/>
          <ac:spMkLst>
            <pc:docMk/>
            <pc:sldMk cId="1632906986" sldId="258"/>
            <ac:spMk id="3" creationId="{CC9FE004-1C6E-4667-8710-CA96506DE21E}"/>
          </ac:spMkLst>
        </pc:spChg>
        <pc:graphicFrameChg chg="del">
          <ac:chgData name="KACHOUR Maher" userId="09775c39-7739-40bf-ba04-c8ef3ab24a94" providerId="ADAL" clId="{6BC31A12-6872-407D-B196-620DB8D11C41}" dt="2021-10-15T14:33:00.913" v="22" actId="478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del">
        <pc:chgData name="KACHOUR Maher" userId="09775c39-7739-40bf-ba04-c8ef3ab24a94" providerId="ADAL" clId="{6BC31A12-6872-407D-B196-620DB8D11C41}" dt="2021-10-15T14:31:34.412" v="3" actId="47"/>
        <pc:sldMkLst>
          <pc:docMk/>
          <pc:sldMk cId="3342625250" sldId="259"/>
        </pc:sldMkLst>
      </pc:sldChg>
      <pc:sldChg chg="del">
        <pc:chgData name="KACHOUR Maher" userId="09775c39-7739-40bf-ba04-c8ef3ab24a94" providerId="ADAL" clId="{6BC31A12-6872-407D-B196-620DB8D11C41}" dt="2021-10-15T14:31:36.378" v="4" actId="47"/>
        <pc:sldMkLst>
          <pc:docMk/>
          <pc:sldMk cId="4200507792" sldId="262"/>
        </pc:sldMkLst>
      </pc:sldChg>
      <pc:sldChg chg="del">
        <pc:chgData name="KACHOUR Maher" userId="09775c39-7739-40bf-ba04-c8ef3ab24a94" providerId="ADAL" clId="{6BC31A12-6872-407D-B196-620DB8D11C41}" dt="2021-10-15T14:33:07.928" v="23" actId="47"/>
        <pc:sldMkLst>
          <pc:docMk/>
          <pc:sldMk cId="290671189" sldId="263"/>
        </pc:sldMkLst>
      </pc:sldChg>
      <pc:sldChg chg="del">
        <pc:chgData name="KACHOUR Maher" userId="09775c39-7739-40bf-ba04-c8ef3ab24a94" providerId="ADAL" clId="{6BC31A12-6872-407D-B196-620DB8D11C41}" dt="2021-10-15T14:31:38.419" v="5" actId="47"/>
        <pc:sldMkLst>
          <pc:docMk/>
          <pc:sldMk cId="385761548" sldId="264"/>
        </pc:sldMkLst>
      </pc:sldChg>
    </pc:docChg>
  </pc:docChgLst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1916F0B8-EFD0-4B1D-B006-AB9FC9879DBC}"/>
    <pc:docChg chg="modSld">
      <pc:chgData name="KACHOUR Maher" userId="09775c39-7739-40bf-ba04-c8ef3ab24a94" providerId="ADAL" clId="{1916F0B8-EFD0-4B1D-B006-AB9FC9879DBC}" dt="2021-10-15T14:43:24.176" v="9" actId="20577"/>
      <pc:docMkLst>
        <pc:docMk/>
      </pc:docMkLst>
      <pc:sldChg chg="modSp mod">
        <pc:chgData name="KACHOUR Maher" userId="09775c39-7739-40bf-ba04-c8ef3ab24a94" providerId="ADAL" clId="{1916F0B8-EFD0-4B1D-B006-AB9FC9879DBC}" dt="2021-10-15T14:43:12.451" v="7"/>
        <pc:sldMkLst>
          <pc:docMk/>
          <pc:sldMk cId="3884457258" sldId="256"/>
        </pc:sldMkLst>
        <pc:spChg chg="mod">
          <ac:chgData name="KACHOUR Maher" userId="09775c39-7739-40bf-ba04-c8ef3ab24a94" providerId="ADAL" clId="{1916F0B8-EFD0-4B1D-B006-AB9FC9879DBC}" dt="2021-10-15T14:42:36.715" v="1" actId="20577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1916F0B8-EFD0-4B1D-B006-AB9FC9879DBC}" dt="2021-10-15T14:43:12.451" v="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1916F0B8-EFD0-4B1D-B006-AB9FC9879DBC}" dt="2021-10-15T14:43:24.176" v="9" actId="20577"/>
        <pc:sldMkLst>
          <pc:docMk/>
          <pc:sldMk cId="1632906986" sldId="258"/>
        </pc:sldMkLst>
        <pc:spChg chg="mod">
          <ac:chgData name="KACHOUR Maher" userId="09775c39-7739-40bf-ba04-c8ef3ab24a94" providerId="ADAL" clId="{1916F0B8-EFD0-4B1D-B006-AB9FC9879DBC}" dt="2021-10-15T14:43:24.176" v="9" actId="20577"/>
          <ac:spMkLst>
            <pc:docMk/>
            <pc:sldMk cId="1632906986" sldId="258"/>
            <ac:spMk id="2" creationId="{A4AEDEBA-6FE9-4F23-B02B-9FB71BC17484}"/>
          </ac:spMkLst>
        </pc:spChg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9DB9D0F6-702B-4124-8092-98911D29BF5A}"/>
    <pc:docChg chg="custSel modSld">
      <pc:chgData name="KACHOUR Maher" userId="09775c39-7739-40bf-ba04-c8ef3ab24a94" providerId="ADAL" clId="{9DB9D0F6-702B-4124-8092-98911D29BF5A}" dt="2021-10-15T11:29:56.723" v="475" actId="14100"/>
      <pc:docMkLst>
        <pc:docMk/>
      </pc:docMkLst>
      <pc:sldChg chg="modSp mod">
        <pc:chgData name="KACHOUR Maher" userId="09775c39-7739-40bf-ba04-c8ef3ab24a94" providerId="ADAL" clId="{9DB9D0F6-702B-4124-8092-98911D29BF5A}" dt="2021-10-15T10:26:13.111" v="128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DB9D0F6-702B-4124-8092-98911D29BF5A}" dt="2021-10-15T10:25:15.143" v="98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9DB9D0F6-702B-4124-8092-98911D29BF5A}" dt="2021-10-15T10:26:13.111" v="128" actId="20577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4:09.721" v="1" actId="20577"/>
        <pc:sldMkLst>
          <pc:docMk/>
          <pc:sldMk cId="0" sldId="257"/>
        </pc:sldMkLst>
        <pc:spChg chg="mod">
          <ac:chgData name="KACHOUR Maher" userId="09775c39-7739-40bf-ba04-c8ef3ab24a94" providerId="ADAL" clId="{9DB9D0F6-702B-4124-8092-98911D29BF5A}" dt="2021-10-15T10:24:09.721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DB9D0F6-702B-4124-8092-98911D29BF5A}" dt="2021-10-15T10:38:20.518" v="283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DB9D0F6-702B-4124-8092-98911D29BF5A}" dt="2021-10-15T10:38:20.518" v="283" actId="20577"/>
          <ac:spMkLst>
            <pc:docMk/>
            <pc:sldMk cId="1632906986" sldId="258"/>
            <ac:spMk id="3" creationId="{CC9FE004-1C6E-4667-8710-CA96506DE21E}"/>
          </ac:spMkLst>
        </pc:spChg>
        <pc:graphicFrameChg chg="modGraphic">
          <ac:chgData name="KACHOUR Maher" userId="09775c39-7739-40bf-ba04-c8ef3ab24a94" providerId="ADAL" clId="{9DB9D0F6-702B-4124-8092-98911D29BF5A}" dt="2021-10-15T10:33:37.819" v="148" actId="2164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7:03.747" v="147" actId="20577"/>
        <pc:sldMkLst>
          <pc:docMk/>
          <pc:sldMk cId="3342625250" sldId="259"/>
        </pc:sldMkLst>
        <pc:spChg chg="mod">
          <ac:chgData name="KACHOUR Maher" userId="09775c39-7739-40bf-ba04-c8ef3ab24a94" providerId="ADAL" clId="{9DB9D0F6-702B-4124-8092-98911D29BF5A}" dt="2021-10-15T10:27:03.747" v="147" actId="20577"/>
          <ac:spMkLst>
            <pc:docMk/>
            <pc:sldMk cId="3342625250" sldId="259"/>
            <ac:spMk id="3" creationId="{86DA4EC6-6600-48BE-AED2-90A0A908CF8F}"/>
          </ac:spMkLst>
        </pc:spChg>
      </pc:sldChg>
      <pc:sldChg chg="addSp delSp modSp mod">
        <pc:chgData name="KACHOUR Maher" userId="09775c39-7739-40bf-ba04-c8ef3ab24a94" providerId="ADAL" clId="{9DB9D0F6-702B-4124-8092-98911D29BF5A}" dt="2021-10-15T11:29:56.723" v="475" actId="14100"/>
        <pc:sldMkLst>
          <pc:docMk/>
          <pc:sldMk cId="4200507792" sldId="262"/>
        </pc:sldMkLst>
        <pc:spChg chg="del mod">
          <ac:chgData name="KACHOUR Maher" userId="09775c39-7739-40bf-ba04-c8ef3ab24a94" providerId="ADAL" clId="{9DB9D0F6-702B-4124-8092-98911D29BF5A}" dt="2021-10-15T10:39:23.679" v="286"/>
          <ac:spMkLst>
            <pc:docMk/>
            <pc:sldMk cId="4200507792" sldId="262"/>
            <ac:spMk id="5" creationId="{D7B24147-55AB-4BC4-B183-ED51FCA4DB97}"/>
          </ac:spMkLst>
        </pc:spChg>
        <pc:spChg chg="add mod">
          <ac:chgData name="KACHOUR Maher" userId="09775c39-7739-40bf-ba04-c8ef3ab24a94" providerId="ADAL" clId="{9DB9D0F6-702B-4124-8092-98911D29BF5A}" dt="2021-10-15T11:29:56.723" v="475" actId="14100"/>
          <ac:spMkLst>
            <pc:docMk/>
            <pc:sldMk cId="4200507792" sldId="262"/>
            <ac:spMk id="6" creationId="{B9F24573-B8C6-4491-AFA0-36142DDC64B5}"/>
          </ac:spMkLst>
        </pc:spChg>
        <pc:graphicFrameChg chg="del">
          <ac:chgData name="KACHOUR Maher" userId="09775c39-7739-40bf-ba04-c8ef3ab24a94" providerId="ADAL" clId="{9DB9D0F6-702B-4124-8092-98911D29BF5A}" dt="2021-10-15T11:19:57.953" v="287" actId="478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graphicFrameChg chg="add mod modGraphic">
          <ac:chgData name="KACHOUR Maher" userId="09775c39-7739-40bf-ba04-c8ef3ab24a94" providerId="ADAL" clId="{9DB9D0F6-702B-4124-8092-98911D29BF5A}" dt="2021-10-15T11:22:36.354" v="343" actId="1473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</pc:docChg>
  </pc:docChgLst>
  <pc:docChgLst>
    <pc:chgData name="KACHOUR Maher" userId="09775c39-7739-40bf-ba04-c8ef3ab24a94" providerId="ADAL" clId="{94D5C91C-B5EF-4C9A-8ABB-947F4FCF732B}"/>
    <pc:docChg chg="custSel addSld delSld modSld">
      <pc:chgData name="KACHOUR Maher" userId="09775c39-7739-40bf-ba04-c8ef3ab24a94" providerId="ADAL" clId="{94D5C91C-B5EF-4C9A-8ABB-947F4FCF732B}" dt="2021-10-16T15:53:25.690" v="23" actId="20577"/>
      <pc:docMkLst>
        <pc:docMk/>
      </pc:docMkLst>
      <pc:sldChg chg="modSp mod">
        <pc:chgData name="KACHOUR Maher" userId="09775c39-7739-40bf-ba04-c8ef3ab24a94" providerId="ADAL" clId="{94D5C91C-B5EF-4C9A-8ABB-947F4FCF732B}" dt="2021-10-16T15:53:25.690" v="23" actId="20577"/>
        <pc:sldMkLst>
          <pc:docMk/>
          <pc:sldMk cId="0" sldId="257"/>
        </pc:sldMkLst>
        <pc:spChg chg="mod">
          <ac:chgData name="KACHOUR Maher" userId="09775c39-7739-40bf-ba04-c8ef3ab24a94" providerId="ADAL" clId="{94D5C91C-B5EF-4C9A-8ABB-947F4FCF732B}" dt="2021-10-16T15:53:25.690" v="23" actId="20577"/>
          <ac:spMkLst>
            <pc:docMk/>
            <pc:sldMk cId="0" sldId="257"/>
            <ac:spMk id="3" creationId="{00000000-0000-0000-0000-000000000000}"/>
          </ac:spMkLst>
        </pc:spChg>
      </pc:sldChg>
      <pc:sldChg chg="del">
        <pc:chgData name="KACHOUR Maher" userId="09775c39-7739-40bf-ba04-c8ef3ab24a94" providerId="ADAL" clId="{94D5C91C-B5EF-4C9A-8ABB-947F4FCF732B}" dt="2021-10-15T14:47:28.138" v="0" actId="47"/>
        <pc:sldMkLst>
          <pc:docMk/>
          <pc:sldMk cId="1632906986" sldId="258"/>
        </pc:sldMkLst>
      </pc:sldChg>
      <pc:sldChg chg="addSp delSp modSp new mod">
        <pc:chgData name="KACHOUR Maher" userId="09775c39-7739-40bf-ba04-c8ef3ab24a94" providerId="ADAL" clId="{94D5C91C-B5EF-4C9A-8ABB-947F4FCF732B}" dt="2021-10-15T14:47:50.983" v="9" actId="1076"/>
        <pc:sldMkLst>
          <pc:docMk/>
          <pc:sldMk cId="2445846435" sldId="258"/>
        </pc:sldMkLst>
        <pc:spChg chg="mod">
          <ac:chgData name="KACHOUR Maher" userId="09775c39-7739-40bf-ba04-c8ef3ab24a94" providerId="ADAL" clId="{94D5C91C-B5EF-4C9A-8ABB-947F4FCF732B}" dt="2021-10-15T14:47:36.569" v="5" actId="20577"/>
          <ac:spMkLst>
            <pc:docMk/>
            <pc:sldMk cId="2445846435" sldId="258"/>
            <ac:spMk id="2" creationId="{AC8F0829-8C2D-41A4-B6B5-8EA769932FDA}"/>
          </ac:spMkLst>
        </pc:spChg>
        <pc:spChg chg="del">
          <ac:chgData name="KACHOUR Maher" userId="09775c39-7739-40bf-ba04-c8ef3ab24a94" providerId="ADAL" clId="{94D5C91C-B5EF-4C9A-8ABB-947F4FCF732B}" dt="2021-10-15T14:47:39.129" v="6" actId="478"/>
          <ac:spMkLst>
            <pc:docMk/>
            <pc:sldMk cId="2445846435" sldId="258"/>
            <ac:spMk id="3" creationId="{2303F941-3BE4-4032-A91A-E76A0D07D6B5}"/>
          </ac:spMkLst>
        </pc:spChg>
        <pc:spChg chg="add mod">
          <ac:chgData name="KACHOUR Maher" userId="09775c39-7739-40bf-ba04-c8ef3ab24a94" providerId="ADAL" clId="{94D5C91C-B5EF-4C9A-8ABB-947F4FCF732B}" dt="2021-10-15T14:47:50.983" v="9" actId="1076"/>
          <ac:spMkLst>
            <pc:docMk/>
            <pc:sldMk cId="2445846435" sldId="258"/>
            <ac:spMk id="4" creationId="{794260D1-2034-4C08-B4B5-F67E27A0903A}"/>
          </ac:spMkLst>
        </pc:spChg>
      </pc:sldChg>
      <pc:sldChg chg="add">
        <pc:chgData name="KACHOUR Maher" userId="09775c39-7739-40bf-ba04-c8ef3ab24a94" providerId="ADAL" clId="{94D5C91C-B5EF-4C9A-8ABB-947F4FCF732B}" dt="2021-10-15T14:47:55.143" v="10" actId="2890"/>
        <pc:sldMkLst>
          <pc:docMk/>
          <pc:sldMk cId="3631147099" sldId="259"/>
        </pc:sldMkLst>
      </pc:sldChg>
      <pc:sldChg chg="add">
        <pc:chgData name="KACHOUR Maher" userId="09775c39-7739-40bf-ba04-c8ef3ab24a94" providerId="ADAL" clId="{94D5C91C-B5EF-4C9A-8ABB-947F4FCF732B}" dt="2021-10-15T14:47:57.630" v="11" actId="2890"/>
        <pc:sldMkLst>
          <pc:docMk/>
          <pc:sldMk cId="3811334422" sldId="260"/>
        </pc:sldMkLst>
      </pc:sldChg>
      <pc:sldChg chg="add">
        <pc:chgData name="KACHOUR Maher" userId="09775c39-7739-40bf-ba04-c8ef3ab24a94" providerId="ADAL" clId="{94D5C91C-B5EF-4C9A-8ABB-947F4FCF732B}" dt="2021-10-15T14:48:00.791" v="12" actId="2890"/>
        <pc:sldMkLst>
          <pc:docMk/>
          <pc:sldMk cId="2005285782" sldId="261"/>
        </pc:sldMkLst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4T16:21:46.485" v="467" actId="255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4T15:47:29.387" v="241" actId="20577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4T15:47:29.387" v="241" actId="20577"/>
          <ac:spMkLst>
            <pc:docMk/>
            <pc:sldMk cId="1632906986" sldId="258"/>
            <ac:spMk id="3" creationId="{CC9FE004-1C6E-4667-8710-CA96506DE21E}"/>
          </ac:spMkLst>
        </pc:sp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Session 10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6067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Georgia" panose="02040502050405020303" pitchFamily="18" charset="0"/>
                <a:ea typeface="Calibri" panose="020F0502020204030204" pitchFamily="34" charset="0"/>
                <a:cs typeface="F15"/>
              </a:rPr>
              <a:t>The human resources department of a company wants to study the link between two characteristics: x the age of the employees and y the degree of stress (score on a scale ranging from 0 to 3). Both characteristics were studied on 124 employees. 
The results of the survey are presented in the following table: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latin typeface="Georgia" panose="02040502050405020303" pitchFamily="18" charset="0"/>
                <a:ea typeface="Calibri" panose="020F0502020204030204" pitchFamily="34" charset="0"/>
                <a:cs typeface="F15"/>
              </a:rPr>
              <a:t>Calculate the linear correlation coefficient between the data two variables studied. Interpret the result.
</a:t>
            </a:r>
            <a:endParaRPr lang="fr-FR" dirty="0"/>
          </a:p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522A9A2-6AFD-4695-93C8-765E6CDE86C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3356" y="2936874"/>
            <a:ext cx="4205287" cy="21532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8F0829-8C2D-41A4-B6B5-8EA769932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94260D1-2034-4C08-B4B5-F67E27A0903A}"/>
              </a:ext>
            </a:extLst>
          </p:cNvPr>
          <p:cNvSpPr txBox="1"/>
          <p:nvPr/>
        </p:nvSpPr>
        <p:spPr>
          <a:xfrm>
            <a:off x="647700" y="1533525"/>
            <a:ext cx="10829925" cy="44291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45846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8F0829-8C2D-41A4-B6B5-8EA769932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94260D1-2034-4C08-B4B5-F67E27A0903A}"/>
              </a:ext>
            </a:extLst>
          </p:cNvPr>
          <p:cNvSpPr txBox="1"/>
          <p:nvPr/>
        </p:nvSpPr>
        <p:spPr>
          <a:xfrm>
            <a:off x="647700" y="1533525"/>
            <a:ext cx="10829925" cy="44291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31147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8F0829-8C2D-41A4-B6B5-8EA769932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94260D1-2034-4C08-B4B5-F67E27A0903A}"/>
              </a:ext>
            </a:extLst>
          </p:cNvPr>
          <p:cNvSpPr txBox="1"/>
          <p:nvPr/>
        </p:nvSpPr>
        <p:spPr>
          <a:xfrm>
            <a:off x="647700" y="1533525"/>
            <a:ext cx="10829925" cy="44291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11334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8F0829-8C2D-41A4-B6B5-8EA769932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94260D1-2034-4C08-B4B5-F67E27A0903A}"/>
              </a:ext>
            </a:extLst>
          </p:cNvPr>
          <p:cNvSpPr txBox="1"/>
          <p:nvPr/>
        </p:nvSpPr>
        <p:spPr>
          <a:xfrm>
            <a:off x="647700" y="1533525"/>
            <a:ext cx="10829925" cy="44291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0528578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91</Words>
  <Application>Microsoft Office PowerPoint</Application>
  <PresentationFormat>Grand écran</PresentationFormat>
  <Paragraphs>20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Cambria</vt:lpstr>
      <vt:lpstr>Georgia</vt:lpstr>
      <vt:lpstr>Thème Office</vt:lpstr>
      <vt:lpstr>Data Description </vt:lpstr>
      <vt:lpstr>Exercise 1</vt:lpstr>
      <vt:lpstr>Note</vt:lpstr>
      <vt:lpstr>Note</vt:lpstr>
      <vt:lpstr>Note</vt:lpstr>
      <vt:lpstr>Note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KACHOUR Maher</cp:lastModifiedBy>
  <cp:revision>1</cp:revision>
  <dcterms:created xsi:type="dcterms:W3CDTF">2021-10-14T08:08:29Z</dcterms:created>
  <dcterms:modified xsi:type="dcterms:W3CDTF">2021-10-16T15:53:33Z</dcterms:modified>
</cp:coreProperties>
</file>