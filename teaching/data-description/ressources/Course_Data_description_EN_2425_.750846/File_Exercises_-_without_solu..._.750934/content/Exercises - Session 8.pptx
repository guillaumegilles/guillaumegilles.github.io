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5" r:id="rId4"/>
    <p:sldId id="266" r:id="rId5"/>
    <p:sldId id="259" r:id="rId6"/>
    <p:sldId id="267" r:id="rId7"/>
    <p:sldId id="268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98B62C0F-C5CD-470F-A85D-6BE9EDA11397}"/>
    <pc:docChg chg="modSld">
      <pc:chgData name="KACHOUR Maher" userId="09775c39-7739-40bf-ba04-c8ef3ab24a94" providerId="ADAL" clId="{98B62C0F-C5CD-470F-A85D-6BE9EDA11397}" dt="2021-10-15T13:46:04.484" v="332" actId="20577"/>
      <pc:docMkLst>
        <pc:docMk/>
      </pc:docMkLst>
      <pc:sldChg chg="modSp mod">
        <pc:chgData name="KACHOUR Maher" userId="09775c39-7739-40bf-ba04-c8ef3ab24a94" providerId="ADAL" clId="{98B62C0F-C5CD-470F-A85D-6BE9EDA11397}" dt="2021-10-15T13:33:57.990" v="26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8B62C0F-C5CD-470F-A85D-6BE9EDA11397}" dt="2021-10-15T13:33:57.990" v="26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98B62C0F-C5CD-470F-A85D-6BE9EDA11397}" dt="2021-10-15T13:37:16.659" v="105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8B62C0F-C5CD-470F-A85D-6BE9EDA11397}" dt="2021-10-15T13:37:16.659" v="105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39:54.239" v="222"/>
        <pc:sldMkLst>
          <pc:docMk/>
          <pc:sldMk cId="3342625250" sldId="259"/>
        </pc:sldMkLst>
        <pc:spChg chg="mod">
          <ac:chgData name="KACHOUR Maher" userId="09775c39-7739-40bf-ba04-c8ef3ab24a94" providerId="ADAL" clId="{98B62C0F-C5CD-470F-A85D-6BE9EDA11397}" dt="2021-10-15T13:39:54.239" v="222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98B62C0F-C5CD-470F-A85D-6BE9EDA11397}" dt="2021-10-15T13:42:21.153" v="269" actId="255"/>
        <pc:sldMkLst>
          <pc:docMk/>
          <pc:sldMk cId="4200507792" sldId="262"/>
        </pc:sldMkLst>
        <pc:spChg chg="mod">
          <ac:chgData name="KACHOUR Maher" userId="09775c39-7739-40bf-ba04-c8ef3ab24a94" providerId="ADAL" clId="{98B62C0F-C5CD-470F-A85D-6BE9EDA11397}" dt="2021-10-15T13:42:21.153" v="269" actId="255"/>
          <ac:spMkLst>
            <pc:docMk/>
            <pc:sldMk cId="4200507792" sldId="262"/>
            <ac:spMk id="6" creationId="{B9F24573-B8C6-4491-AFA0-36142DDC64B5}"/>
          </ac:spMkLst>
        </pc:spChg>
      </pc:sldChg>
      <pc:sldChg chg="modSp mod">
        <pc:chgData name="KACHOUR Maher" userId="09775c39-7739-40bf-ba04-c8ef3ab24a94" providerId="ADAL" clId="{98B62C0F-C5CD-470F-A85D-6BE9EDA11397}" dt="2021-10-15T13:39:35.183" v="221" actId="1076"/>
        <pc:sldMkLst>
          <pc:docMk/>
          <pc:sldMk cId="290671189" sldId="263"/>
        </pc:sldMkLst>
        <pc:spChg chg="mod">
          <ac:chgData name="KACHOUR Maher" userId="09775c39-7739-40bf-ba04-c8ef3ab24a94" providerId="ADAL" clId="{98B62C0F-C5CD-470F-A85D-6BE9EDA11397}" dt="2021-10-15T13:39:35.183" v="221" actId="1076"/>
          <ac:spMkLst>
            <pc:docMk/>
            <pc:sldMk cId="290671189" sldId="263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46:04.484" v="332" actId="20577"/>
        <pc:sldMkLst>
          <pc:docMk/>
          <pc:sldMk cId="385761548" sldId="264"/>
        </pc:sldMkLst>
        <pc:spChg chg="mod">
          <ac:chgData name="KACHOUR Maher" userId="09775c39-7739-40bf-ba04-c8ef3ab24a94" providerId="ADAL" clId="{98B62C0F-C5CD-470F-A85D-6BE9EDA11397}" dt="2021-10-15T13:46:04.484" v="332" actId="20577"/>
          <ac:spMkLst>
            <pc:docMk/>
            <pc:sldMk cId="385761548" sldId="264"/>
            <ac:spMk id="5" creationId="{D7B24147-55AB-4BC4-B183-ED51FCA4DB97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D28E3991-B067-4709-9A00-F41093D98B8A}"/>
    <pc:docChg chg="custSel addSld delSld modSld sldOrd">
      <pc:chgData name="KACHOUR Maher" userId="09775c39-7739-40bf-ba04-c8ef3ab24a94" providerId="ADAL" clId="{D28E3991-B067-4709-9A00-F41093D98B8A}" dt="2021-10-15T13:53:31.816" v="16" actId="2890"/>
      <pc:docMkLst>
        <pc:docMk/>
      </pc:docMkLst>
      <pc:sldChg chg="del">
        <pc:chgData name="KACHOUR Maher" userId="09775c39-7739-40bf-ba04-c8ef3ab24a94" providerId="ADAL" clId="{D28E3991-B067-4709-9A00-F41093D98B8A}" dt="2021-10-15T13:53:16.344" v="9" actId="47"/>
        <pc:sldMkLst>
          <pc:docMk/>
          <pc:sldMk cId="1632906986" sldId="258"/>
        </pc:sldMkLst>
      </pc:sldChg>
      <pc:sldChg chg="del">
        <pc:chgData name="KACHOUR Maher" userId="09775c39-7739-40bf-ba04-c8ef3ab24a94" providerId="ADAL" clId="{D28E3991-B067-4709-9A00-F41093D98B8A}" dt="2021-10-15T13:53:26.711" v="14" actId="47"/>
        <pc:sldMkLst>
          <pc:docMk/>
          <pc:sldMk cId="4200507792" sldId="262"/>
        </pc:sldMkLst>
      </pc:sldChg>
      <pc:sldChg chg="del">
        <pc:chgData name="KACHOUR Maher" userId="09775c39-7739-40bf-ba04-c8ef3ab24a94" providerId="ADAL" clId="{D28E3991-B067-4709-9A00-F41093D98B8A}" dt="2021-10-15T13:53:18.529" v="10" actId="47"/>
        <pc:sldMkLst>
          <pc:docMk/>
          <pc:sldMk cId="290671189" sldId="263"/>
        </pc:sldMkLst>
      </pc:sldChg>
      <pc:sldChg chg="del">
        <pc:chgData name="KACHOUR Maher" userId="09775c39-7739-40bf-ba04-c8ef3ab24a94" providerId="ADAL" clId="{D28E3991-B067-4709-9A00-F41093D98B8A}" dt="2021-10-15T13:53:28.688" v="15" actId="47"/>
        <pc:sldMkLst>
          <pc:docMk/>
          <pc:sldMk cId="385761548" sldId="264"/>
        </pc:sldMkLst>
      </pc:sldChg>
      <pc:sldChg chg="addSp delSp modSp new mod">
        <pc:chgData name="KACHOUR Maher" userId="09775c39-7739-40bf-ba04-c8ef3ab24a94" providerId="ADAL" clId="{D28E3991-B067-4709-9A00-F41093D98B8A}" dt="2021-10-15T13:53:09.777" v="7" actId="13822"/>
        <pc:sldMkLst>
          <pc:docMk/>
          <pc:sldMk cId="1290229177" sldId="265"/>
        </pc:sldMkLst>
        <pc:spChg chg="mod">
          <ac:chgData name="KACHOUR Maher" userId="09775c39-7739-40bf-ba04-c8ef3ab24a94" providerId="ADAL" clId="{D28E3991-B067-4709-9A00-F41093D98B8A}" dt="2021-10-15T13:52:55.340" v="4" actId="20577"/>
          <ac:spMkLst>
            <pc:docMk/>
            <pc:sldMk cId="1290229177" sldId="265"/>
            <ac:spMk id="2" creationId="{479BFC20-3D6F-4458-BB5B-891342710CC7}"/>
          </ac:spMkLst>
        </pc:spChg>
        <pc:spChg chg="del">
          <ac:chgData name="KACHOUR Maher" userId="09775c39-7739-40bf-ba04-c8ef3ab24a94" providerId="ADAL" clId="{D28E3991-B067-4709-9A00-F41093D98B8A}" dt="2021-10-15T13:52:58.099" v="5" actId="478"/>
          <ac:spMkLst>
            <pc:docMk/>
            <pc:sldMk cId="1290229177" sldId="265"/>
            <ac:spMk id="3" creationId="{288D1FBA-BDC3-4B9D-B188-A9020B8111E5}"/>
          </ac:spMkLst>
        </pc:spChg>
        <pc:spChg chg="add mod">
          <ac:chgData name="KACHOUR Maher" userId="09775c39-7739-40bf-ba04-c8ef3ab24a94" providerId="ADAL" clId="{D28E3991-B067-4709-9A00-F41093D98B8A}" dt="2021-10-15T13:53:09.777" v="7" actId="13822"/>
          <ac:spMkLst>
            <pc:docMk/>
            <pc:sldMk cId="1290229177" sldId="265"/>
            <ac:spMk id="4" creationId="{ACEF19CB-B9C1-4CAA-9579-EA4AA90D40B4}"/>
          </ac:spMkLst>
        </pc:spChg>
      </pc:sldChg>
      <pc:sldChg chg="add">
        <pc:chgData name="KACHOUR Maher" userId="09775c39-7739-40bf-ba04-c8ef3ab24a94" providerId="ADAL" clId="{D28E3991-B067-4709-9A00-F41093D98B8A}" dt="2021-10-15T13:53:14.095" v="8" actId="2890"/>
        <pc:sldMkLst>
          <pc:docMk/>
          <pc:sldMk cId="993245428" sldId="266"/>
        </pc:sldMkLst>
      </pc:sldChg>
      <pc:sldChg chg="add ord">
        <pc:chgData name="KACHOUR Maher" userId="09775c39-7739-40bf-ba04-c8ef3ab24a94" providerId="ADAL" clId="{D28E3991-B067-4709-9A00-F41093D98B8A}" dt="2021-10-15T13:53:24.595" v="13"/>
        <pc:sldMkLst>
          <pc:docMk/>
          <pc:sldMk cId="1813572863" sldId="267"/>
        </pc:sldMkLst>
      </pc:sldChg>
      <pc:sldChg chg="add">
        <pc:chgData name="KACHOUR Maher" userId="09775c39-7739-40bf-ba04-c8ef3ab24a94" providerId="ADAL" clId="{D28E3991-B067-4709-9A00-F41093D98B8A}" dt="2021-10-15T13:53:31.816" v="16" actId="2890"/>
        <pc:sldMkLst>
          <pc:docMk/>
          <pc:sldMk cId="1318763790" sldId="268"/>
        </pc:sldMkLst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38F0465A-7809-4C9B-8E4B-48BD4BC3F4C4}"/>
    <pc:docChg chg="undo custSel modSld">
      <pc:chgData name="KACHOUR Maher" userId="09775c39-7739-40bf-ba04-c8ef3ab24a94" providerId="ADAL" clId="{38F0465A-7809-4C9B-8E4B-48BD4BC3F4C4}" dt="2021-10-16T15:45:59.119" v="18" actId="20577"/>
      <pc:docMkLst>
        <pc:docMk/>
      </pc:docMkLst>
      <pc:sldChg chg="modSp mod">
        <pc:chgData name="KACHOUR Maher" userId="09775c39-7739-40bf-ba04-c8ef3ab24a94" providerId="ADAL" clId="{38F0465A-7809-4C9B-8E4B-48BD4BC3F4C4}" dt="2021-10-16T15:45:39.674" v="1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38F0465A-7809-4C9B-8E4B-48BD4BC3F4C4}" dt="2021-10-16T15:45:39.674" v="1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38F0465A-7809-4C9B-8E4B-48BD4BC3F4C4}" dt="2021-10-16T15:36:31.701" v="10" actId="20577"/>
        <pc:sldMkLst>
          <pc:docMk/>
          <pc:sldMk cId="0" sldId="257"/>
        </pc:sldMkLst>
        <pc:spChg chg="mod">
          <ac:chgData name="KACHOUR Maher" userId="09775c39-7739-40bf-ba04-c8ef3ab24a94" providerId="ADAL" clId="{38F0465A-7809-4C9B-8E4B-48BD4BC3F4C4}" dt="2021-10-16T15:36:31.701" v="10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38F0465A-7809-4C9B-8E4B-48BD4BC3F4C4}" dt="2021-10-16T15:45:59.119" v="18" actId="20577"/>
        <pc:sldMkLst>
          <pc:docMk/>
          <pc:sldMk cId="3342625250" sldId="259"/>
        </pc:sldMkLst>
        <pc:spChg chg="mod">
          <ac:chgData name="KACHOUR Maher" userId="09775c39-7739-40bf-ba04-c8ef3ab24a94" providerId="ADAL" clId="{38F0465A-7809-4C9B-8E4B-48BD4BC3F4C4}" dt="2021-10-16T15:45:59.119" v="18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31630FBB-2E40-4ECD-9A6F-A1042FA7C207}"/>
    <pc:docChg chg="custSel modSld">
      <pc:chgData name="KACHOUR Maher" userId="09775c39-7739-40bf-ba04-c8ef3ab24a94" providerId="ADAL" clId="{31630FBB-2E40-4ECD-9A6F-A1042FA7C207}" dt="2021-10-15T13:51:53.093" v="55" actId="20577"/>
      <pc:docMkLst>
        <pc:docMk/>
      </pc:docMkLst>
      <pc:sldChg chg="modSp mod">
        <pc:chgData name="KACHOUR Maher" userId="09775c39-7739-40bf-ba04-c8ef3ab24a94" providerId="ADAL" clId="{31630FBB-2E40-4ECD-9A6F-A1042FA7C207}" dt="2021-10-15T13:50:26.215" v="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31630FBB-2E40-4ECD-9A6F-A1042FA7C207}" dt="2021-10-15T13:50:26.215" v="28" actId="20577"/>
          <ac:spMkLst>
            <pc:docMk/>
            <pc:sldMk cId="3884457258" sldId="256"/>
            <ac:spMk id="2" creationId="{A4AEDEBA-6FE9-4F23-B02B-9FB71BC17484}"/>
          </ac:spMkLst>
        </pc:spChg>
      </pc:sldChg>
      <pc:sldChg chg="modSp mod">
        <pc:chgData name="KACHOUR Maher" userId="09775c39-7739-40bf-ba04-c8ef3ab24a94" providerId="ADAL" clId="{31630FBB-2E40-4ECD-9A6F-A1042FA7C207}" dt="2021-10-15T13:47:57.945" v="1" actId="20577"/>
        <pc:sldMkLst>
          <pc:docMk/>
          <pc:sldMk cId="0" sldId="257"/>
        </pc:sldMkLst>
        <pc:spChg chg="mod">
          <ac:chgData name="KACHOUR Maher" userId="09775c39-7739-40bf-ba04-c8ef3ab24a94" providerId="ADAL" clId="{31630FBB-2E40-4ECD-9A6F-A1042FA7C207}" dt="2021-10-15T13:47:57.945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31630FBB-2E40-4ECD-9A6F-A1042FA7C207}" dt="2021-10-15T13:49:38.607" v="8" actId="20577"/>
        <pc:sldMkLst>
          <pc:docMk/>
          <pc:sldMk cId="1632906986" sldId="258"/>
        </pc:sldMkLst>
        <pc:spChg chg="mod">
          <ac:chgData name="KACHOUR Maher" userId="09775c39-7739-40bf-ba04-c8ef3ab24a94" providerId="ADAL" clId="{31630FBB-2E40-4ECD-9A6F-A1042FA7C207}" dt="2021-10-15T13:49:38.607" v="8" actId="20577"/>
          <ac:spMkLst>
            <pc:docMk/>
            <pc:sldMk cId="1632906986" sldId="258"/>
            <ac:spMk id="2" creationId="{A4AEDEBA-6FE9-4F23-B02B-9FB71BC17484}"/>
          </ac:spMkLst>
        </pc:spChg>
        <pc:spChg chg="mod">
          <ac:chgData name="KACHOUR Maher" userId="09775c39-7739-40bf-ba04-c8ef3ab24a94" providerId="ADAL" clId="{31630FBB-2E40-4ECD-9A6F-A1042FA7C207}" dt="2021-10-15T13:49:17.127" v="5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31630FBB-2E40-4ECD-9A6F-A1042FA7C207}" dt="2021-10-15T13:49:28.561" v="6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31630FBB-2E40-4ECD-9A6F-A1042FA7C207}" dt="2021-10-15T13:51:10.194" v="30" actId="1076"/>
        <pc:sldMkLst>
          <pc:docMk/>
          <pc:sldMk cId="3342625250" sldId="259"/>
        </pc:sldMkLst>
        <pc:spChg chg="mod">
          <ac:chgData name="KACHOUR Maher" userId="09775c39-7739-40bf-ba04-c8ef3ab24a94" providerId="ADAL" clId="{31630FBB-2E40-4ECD-9A6F-A1042FA7C207}" dt="2021-10-15T13:50:20.073" v="26" actId="20577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31630FBB-2E40-4ECD-9A6F-A1042FA7C207}" dt="2021-10-15T13:50:52.732" v="29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31630FBB-2E40-4ECD-9A6F-A1042FA7C207}" dt="2021-10-15T13:51:10.194" v="30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modSp mod">
        <pc:chgData name="KACHOUR Maher" userId="09775c39-7739-40bf-ba04-c8ef3ab24a94" providerId="ADAL" clId="{31630FBB-2E40-4ECD-9A6F-A1042FA7C207}" dt="2021-10-15T13:51:33.812" v="41" actId="20577"/>
        <pc:sldMkLst>
          <pc:docMk/>
          <pc:sldMk cId="4200507792" sldId="262"/>
        </pc:sldMkLst>
        <pc:spChg chg="mod">
          <ac:chgData name="KACHOUR Maher" userId="09775c39-7739-40bf-ba04-c8ef3ab24a94" providerId="ADAL" clId="{31630FBB-2E40-4ECD-9A6F-A1042FA7C207}" dt="2021-10-15T13:51:22.248" v="36" actId="20577"/>
          <ac:spMkLst>
            <pc:docMk/>
            <pc:sldMk cId="4200507792" sldId="262"/>
            <ac:spMk id="2" creationId="{159DF4AF-EB56-497F-9EC4-3792B7715C09}"/>
          </ac:spMkLst>
        </pc:spChg>
        <pc:spChg chg="mod">
          <ac:chgData name="KACHOUR Maher" userId="09775c39-7739-40bf-ba04-c8ef3ab24a94" providerId="ADAL" clId="{31630FBB-2E40-4ECD-9A6F-A1042FA7C207}" dt="2021-10-15T13:51:18.033" v="34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31630FBB-2E40-4ECD-9A6F-A1042FA7C207}" dt="2021-10-15T13:51:33.812" v="41" actId="20577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modSp mod">
        <pc:chgData name="KACHOUR Maher" userId="09775c39-7739-40bf-ba04-c8ef3ab24a94" providerId="ADAL" clId="{31630FBB-2E40-4ECD-9A6F-A1042FA7C207}" dt="2021-10-15T13:50:14.430" v="24" actId="20577"/>
        <pc:sldMkLst>
          <pc:docMk/>
          <pc:sldMk cId="290671189" sldId="263"/>
        </pc:sldMkLst>
        <pc:spChg chg="mod">
          <ac:chgData name="KACHOUR Maher" userId="09775c39-7739-40bf-ba04-c8ef3ab24a94" providerId="ADAL" clId="{31630FBB-2E40-4ECD-9A6F-A1042FA7C207}" dt="2021-10-15T13:49:44.857" v="10" actId="20577"/>
          <ac:spMkLst>
            <pc:docMk/>
            <pc:sldMk cId="290671189" sldId="263"/>
            <ac:spMk id="2" creationId="{A4AEDEBA-6FE9-4F23-B02B-9FB71BC17484}"/>
          </ac:spMkLst>
        </pc:spChg>
        <pc:spChg chg="mod">
          <ac:chgData name="KACHOUR Maher" userId="09775c39-7739-40bf-ba04-c8ef3ab24a94" providerId="ADAL" clId="{31630FBB-2E40-4ECD-9A6F-A1042FA7C207}" dt="2021-10-15T13:50:14.430" v="24" actId="20577"/>
          <ac:spMkLst>
            <pc:docMk/>
            <pc:sldMk cId="290671189" sldId="263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31630FBB-2E40-4ECD-9A6F-A1042FA7C207}" dt="2021-10-15T13:51:53.093" v="55" actId="20577"/>
        <pc:sldMkLst>
          <pc:docMk/>
          <pc:sldMk cId="385761548" sldId="264"/>
        </pc:sldMkLst>
        <pc:spChg chg="mod">
          <ac:chgData name="KACHOUR Maher" userId="09775c39-7739-40bf-ba04-c8ef3ab24a94" providerId="ADAL" clId="{31630FBB-2E40-4ECD-9A6F-A1042FA7C207}" dt="2021-10-15T13:51:53.093" v="55" actId="20577"/>
          <ac:spMkLst>
            <pc:docMk/>
            <pc:sldMk cId="385761548" sldId="264"/>
            <ac:spMk id="2" creationId="{159DF4AF-EB56-497F-9EC4-3792B7715C09}"/>
          </ac:spMkLst>
        </pc:spChg>
        <pc:spChg chg="mod">
          <ac:chgData name="KACHOUR Maher" userId="09775c39-7739-40bf-ba04-c8ef3ab24a94" providerId="ADAL" clId="{31630FBB-2E40-4ECD-9A6F-A1042FA7C207}" dt="2021-10-15T13:51:48.478" v="53" actId="20577"/>
          <ac:spMkLst>
            <pc:docMk/>
            <pc:sldMk cId="385761548" sldId="264"/>
            <ac:spMk id="5" creationId="{D7B24147-55AB-4BC4-B183-ED51FCA4DB97}"/>
          </ac:spMkLst>
        </pc:spChg>
        <pc:graphicFrameChg chg="modGraphic">
          <ac:chgData name="KACHOUR Maher" userId="09775c39-7739-40bf-ba04-c8ef3ab24a94" providerId="ADAL" clId="{31630FBB-2E40-4ECD-9A6F-A1042FA7C207}" dt="2021-10-15T13:51:40.156" v="46" actId="20577"/>
          <ac:graphicFrameMkLst>
            <pc:docMk/>
            <pc:sldMk cId="385761548" sldId="264"/>
            <ac:graphicFrameMk id="4" creationId="{D8731FE7-289F-4569-8899-DD98785D8C02}"/>
          </ac:graphicFrameMkLst>
        </pc:graphicFrameChg>
      </pc:sldChg>
    </pc:docChg>
  </pc:docChgLst>
  <pc:docChgLst>
    <pc:chgData name="KACHOUR Maher" userId="09775c39-7739-40bf-ba04-c8ef3ab24a94" providerId="ADAL" clId="{4ABD2275-C5F7-41A4-8E89-05497293A01B}"/>
    <pc:docChg chg="undo custSel addSld delSld modSld">
      <pc:chgData name="KACHOUR Maher" userId="09775c39-7739-40bf-ba04-c8ef3ab24a94" providerId="ADAL" clId="{4ABD2275-C5F7-41A4-8E89-05497293A01B}" dt="2021-10-15T12:54:04.799" v="370"/>
      <pc:docMkLst>
        <pc:docMk/>
      </pc:docMkLst>
      <pc:sldChg chg="modSp mod">
        <pc:chgData name="KACHOUR Maher" userId="09775c39-7739-40bf-ba04-c8ef3ab24a94" providerId="ADAL" clId="{4ABD2275-C5F7-41A4-8E89-05497293A01B}" dt="2021-10-15T12:19:46.946" v="3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4ABD2275-C5F7-41A4-8E89-05497293A01B}" dt="2021-10-15T12:19:46.946" v="3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4ABD2275-C5F7-41A4-8E89-05497293A01B}" dt="2021-10-15T12:18:54.606" v="1" actId="20577"/>
        <pc:sldMkLst>
          <pc:docMk/>
          <pc:sldMk cId="0" sldId="257"/>
        </pc:sldMkLst>
        <pc:spChg chg="mod">
          <ac:chgData name="KACHOUR Maher" userId="09775c39-7739-40bf-ba04-c8ef3ab24a94" providerId="ADAL" clId="{4ABD2275-C5F7-41A4-8E89-05497293A01B}" dt="2021-10-15T12:18:54.606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4ABD2275-C5F7-41A4-8E89-05497293A01B}" dt="2021-10-15T12:30:13.433" v="200" actId="20577"/>
        <pc:sldMkLst>
          <pc:docMk/>
          <pc:sldMk cId="1632906986" sldId="258"/>
        </pc:sldMkLst>
        <pc:spChg chg="mod">
          <ac:chgData name="KACHOUR Maher" userId="09775c39-7739-40bf-ba04-c8ef3ab24a94" providerId="ADAL" clId="{4ABD2275-C5F7-41A4-8E89-05497293A01B}" dt="2021-10-15T12:30:13.433" v="200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4ABD2275-C5F7-41A4-8E89-05497293A01B}" dt="2021-10-15T12:31:01.760" v="201"/>
        <pc:sldMkLst>
          <pc:docMk/>
          <pc:sldMk cId="3342625250" sldId="259"/>
        </pc:sldMkLst>
        <pc:spChg chg="mod">
          <ac:chgData name="KACHOUR Maher" userId="09775c39-7739-40bf-ba04-c8ef3ab24a94" providerId="ADAL" clId="{4ABD2275-C5F7-41A4-8E89-05497293A01B}" dt="2021-10-15T12:31:01.760" v="201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4ABD2275-C5F7-41A4-8E89-05497293A01B}" dt="2021-10-15T12:50:26.395" v="35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4ABD2275-C5F7-41A4-8E89-05497293A01B}" dt="2021-10-15T12:50:26.395" v="355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4ABD2275-C5F7-41A4-8E89-05497293A01B}" dt="2021-10-15T12:44:32.729" v="279" actId="216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addSp delSp modSp add mod">
        <pc:chgData name="KACHOUR Maher" userId="09775c39-7739-40bf-ba04-c8ef3ab24a94" providerId="ADAL" clId="{4ABD2275-C5F7-41A4-8E89-05497293A01B}" dt="2021-10-15T12:43:38.482" v="278" actId="14734"/>
        <pc:sldMkLst>
          <pc:docMk/>
          <pc:sldMk cId="290671189" sldId="263"/>
        </pc:sldMkLst>
        <pc:spChg chg="mod">
          <ac:chgData name="KACHOUR Maher" userId="09775c39-7739-40bf-ba04-c8ef3ab24a94" providerId="ADAL" clId="{4ABD2275-C5F7-41A4-8E89-05497293A01B}" dt="2021-10-15T12:43:14.657" v="275" actId="1076"/>
          <ac:spMkLst>
            <pc:docMk/>
            <pc:sldMk cId="290671189" sldId="263"/>
            <ac:spMk id="3" creationId="{CC9FE004-1C6E-4667-8710-CA96506DE21E}"/>
          </ac:spMkLst>
        </pc:spChg>
        <pc:graphicFrameChg chg="del mod modGraphic">
          <ac:chgData name="KACHOUR Maher" userId="09775c39-7739-40bf-ba04-c8ef3ab24a94" providerId="ADAL" clId="{4ABD2275-C5F7-41A4-8E89-05497293A01B}" dt="2021-10-15T12:42:17.404" v="265" actId="478"/>
          <ac:graphicFrameMkLst>
            <pc:docMk/>
            <pc:sldMk cId="290671189" sldId="263"/>
            <ac:graphicFrameMk id="5" creationId="{C5935286-E84C-4A5B-9E95-1C36A0F9B1CD}"/>
          </ac:graphicFrameMkLst>
        </pc:graphicFrameChg>
        <pc:graphicFrameChg chg="add mod modGraphic">
          <ac:chgData name="KACHOUR Maher" userId="09775c39-7739-40bf-ba04-c8ef3ab24a94" providerId="ADAL" clId="{4ABD2275-C5F7-41A4-8E89-05497293A01B}" dt="2021-10-15T12:43:38.482" v="278" actId="14734"/>
          <ac:graphicFrameMkLst>
            <pc:docMk/>
            <pc:sldMk cId="290671189" sldId="263"/>
            <ac:graphicFrameMk id="6" creationId="{C960491C-B5FD-4D83-9566-AD3C9234B2D6}"/>
          </ac:graphicFrameMkLst>
        </pc:graphicFrameChg>
      </pc:sldChg>
      <pc:sldChg chg="add del">
        <pc:chgData name="KACHOUR Maher" userId="09775c39-7739-40bf-ba04-c8ef3ab24a94" providerId="ADAL" clId="{4ABD2275-C5F7-41A4-8E89-05497293A01B}" dt="2021-10-15T12:52:05.238" v="357" actId="47"/>
        <pc:sldMkLst>
          <pc:docMk/>
          <pc:sldMk cId="236773734" sldId="264"/>
        </pc:sldMkLst>
      </pc:sldChg>
      <pc:sldChg chg="delSp modSp add mod setBg delDesignElem">
        <pc:chgData name="KACHOUR Maher" userId="09775c39-7739-40bf-ba04-c8ef3ab24a94" providerId="ADAL" clId="{4ABD2275-C5F7-41A4-8E89-05497293A01B}" dt="2021-10-15T12:54:04.799" v="370"/>
        <pc:sldMkLst>
          <pc:docMk/>
          <pc:sldMk cId="385761548" sldId="264"/>
        </pc:sldMkLst>
        <pc:spChg chg="mod">
          <ac:chgData name="KACHOUR Maher" userId="09775c39-7739-40bf-ba04-c8ef3ab24a94" providerId="ADAL" clId="{4ABD2275-C5F7-41A4-8E89-05497293A01B}" dt="2021-10-15T12:54:04.799" v="370"/>
          <ac:spMkLst>
            <pc:docMk/>
            <pc:sldMk cId="385761548" sldId="264"/>
            <ac:spMk id="5" creationId="{D7B24147-55AB-4BC4-B183-ED51FCA4DB97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2" creationId="{385E1BDC-A9B0-4A87-82E3-F3187F69A802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4" creationId="{0990C621-3B8B-4820-8328-D47EF7CE823C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6" creationId="{C1A2385B-1D2A-4E17-84FA-6CB7F0AAE473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8" creationId="{5E791F2F-79DB-4CC0-9FA1-001E3E91E8B7}"/>
          </ac:spMkLst>
        </pc:sp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</a:t>
            </a:r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temperature (i.e. measured between 7am and 7.30am) over 200 days chosen </a:t>
            </a:r>
            <a:r>
              <a:rPr lang="en-US" sz="2000" dirty="0"/>
              <a:t>randomly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Calculate the Pearson coefficient 
Calculate the Yule and Kendall coefficient
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615291"/>
              </p:ext>
            </p:extLst>
          </p:nvPr>
        </p:nvGraphicFramePr>
        <p:xfrm>
          <a:off x="4337050" y="2743200"/>
          <a:ext cx="3711575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Temperature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Frequency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9BFC20-3D6F-4458-BB5B-891342710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CEF19CB-B9C1-4CAA-9579-EA4AA90D40B4}"/>
              </a:ext>
            </a:extLst>
          </p:cNvPr>
          <p:cNvSpPr txBox="1"/>
          <p:nvPr/>
        </p:nvSpPr>
        <p:spPr>
          <a:xfrm>
            <a:off x="714375" y="1847850"/>
            <a:ext cx="10820400" cy="46450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90229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9BFC20-3D6F-4458-BB5B-891342710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CEF19CB-B9C1-4CAA-9579-EA4AA90D40B4}"/>
              </a:ext>
            </a:extLst>
          </p:cNvPr>
          <p:cNvSpPr txBox="1"/>
          <p:nvPr/>
        </p:nvSpPr>
        <p:spPr>
          <a:xfrm>
            <a:off x="714375" y="1847850"/>
            <a:ext cx="10820400" cy="46450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93245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speed (i.e. measured (in Km/h) between 7am and 7.30am) of the wind over 240 days chosen </a:t>
            </a:r>
            <a:r>
              <a:rPr lang="en-US" sz="2600" dirty="0"/>
              <a:t>randomly 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</a:t>
            </a:r>
            <a:r>
              <a:rPr lang="en-US" sz="2600">
                <a:latin typeface="Cambria" panose="02040503050406030204" pitchFamily="18" charset="0"/>
                <a:ea typeface="Cambria" panose="02040503050406030204" pitchFamily="18" charset="0"/>
              </a:rPr>
              <a:t>table: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Calculate the Pearson coefficient 
Calculate the Yule and Kendall coefficient</a:t>
            </a: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245763"/>
              </p:ext>
            </p:extLst>
          </p:nvPr>
        </p:nvGraphicFramePr>
        <p:xfrm>
          <a:off x="4809368" y="2472759"/>
          <a:ext cx="361209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Speed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days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9BFC20-3D6F-4458-BB5B-891342710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CEF19CB-B9C1-4CAA-9579-EA4AA90D40B4}"/>
              </a:ext>
            </a:extLst>
          </p:cNvPr>
          <p:cNvSpPr txBox="1"/>
          <p:nvPr/>
        </p:nvSpPr>
        <p:spPr>
          <a:xfrm>
            <a:off x="714375" y="1847850"/>
            <a:ext cx="10820400" cy="46450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3572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9BFC20-3D6F-4458-BB5B-891342710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CEF19CB-B9C1-4CAA-9579-EA4AA90D40B4}"/>
              </a:ext>
            </a:extLst>
          </p:cNvPr>
          <p:cNvSpPr txBox="1"/>
          <p:nvPr/>
        </p:nvSpPr>
        <p:spPr>
          <a:xfrm>
            <a:off x="714375" y="1847850"/>
            <a:ext cx="10820400" cy="46450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876379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189</Words>
  <Application>Microsoft Office PowerPoint</Application>
  <PresentationFormat>Grand écran</PresentationFormat>
  <Paragraphs>55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Thème Office</vt:lpstr>
      <vt:lpstr>Data Description </vt:lpstr>
      <vt:lpstr>Exercise 1</vt:lpstr>
      <vt:lpstr>Note</vt:lpstr>
      <vt:lpstr>Note</vt:lpstr>
      <vt:lpstr>Exercise 2</vt:lpstr>
      <vt:lpstr>Note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2021-10-16T15:45:59Z</dcterms:modified>
</cp:coreProperties>
</file>