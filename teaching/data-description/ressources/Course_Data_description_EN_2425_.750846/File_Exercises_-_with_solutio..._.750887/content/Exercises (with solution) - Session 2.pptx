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1" r:id="rId5"/>
    <p:sldId id="259" r:id="rId6"/>
    <p:sldId id="260" r:id="rId7"/>
    <p:sldId id="262"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A43E8-E69E-4987-8994-99024FEA5A58}" v="12" dt="2021-10-14T14:58:07.22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2370CBF8-D1D8-4922-A968-E90E226146FA}"/>
    <pc:docChg chg="undo custSel addSld modSld">
      <pc:chgData name="KACHOUR Maher" userId="09775c39-7739-40bf-ba04-c8ef3ab24a94" providerId="ADAL" clId="{2370CBF8-D1D8-4922-A968-E90E226146FA}" dt="2021-10-14T14:52:58.120" v="341" actId="26606"/>
      <pc:docMkLst>
        <pc:docMk/>
      </pc:docMkLst>
      <pc:sldChg chg="modSp mod">
        <pc:chgData name="KACHOUR Maher" userId="09775c39-7739-40bf-ba04-c8ef3ab24a94" providerId="ADAL" clId="{2370CBF8-D1D8-4922-A968-E90E226146FA}" dt="2021-10-14T14:21:33.156" v="202" actId="1076"/>
        <pc:sldMkLst>
          <pc:docMk/>
          <pc:sldMk cId="3884457258" sldId="256"/>
        </pc:sldMkLst>
        <pc:spChg chg="mod">
          <ac:chgData name="KACHOUR Maher" userId="09775c39-7739-40bf-ba04-c8ef3ab24a94" providerId="ADAL" clId="{2370CBF8-D1D8-4922-A968-E90E226146FA}" dt="2021-10-14T14:21:33.156" v="202" actId="1076"/>
          <ac:spMkLst>
            <pc:docMk/>
            <pc:sldMk cId="3884457258" sldId="256"/>
            <ac:spMk id="2" creationId="{A4AEDEBA-6FE9-4F23-B02B-9FB71BC17484}"/>
          </ac:spMkLst>
        </pc:spChg>
        <pc:spChg chg="mod">
          <ac:chgData name="KACHOUR Maher" userId="09775c39-7739-40bf-ba04-c8ef3ab24a94" providerId="ADAL" clId="{2370CBF8-D1D8-4922-A968-E90E226146FA}" dt="2021-10-14T14:21:02.557" v="199" actId="20577"/>
          <ac:spMkLst>
            <pc:docMk/>
            <pc:sldMk cId="3884457258" sldId="256"/>
            <ac:spMk id="4" creationId="{DF25F7F9-D26E-4B65-8387-484298AE7CF4}"/>
          </ac:spMkLst>
        </pc:spChg>
        <pc:graphicFrameChg chg="mod modGraphic">
          <ac:chgData name="KACHOUR Maher" userId="09775c39-7739-40bf-ba04-c8ef3ab24a94" providerId="ADAL" clId="{2370CBF8-D1D8-4922-A968-E90E226146FA}" dt="2021-10-14T14:11:19.595" v="64" actId="14734"/>
          <ac:graphicFrameMkLst>
            <pc:docMk/>
            <pc:sldMk cId="3884457258" sldId="256"/>
            <ac:graphicFrameMk id="5" creationId="{8D618231-F795-4672-A643-43223F39DFB3}"/>
          </ac:graphicFrameMkLst>
        </pc:graphicFrameChg>
      </pc:sldChg>
      <pc:sldChg chg="modSp mod">
        <pc:chgData name="KACHOUR Maher" userId="09775c39-7739-40bf-ba04-c8ef3ab24a94" providerId="ADAL" clId="{2370CBF8-D1D8-4922-A968-E90E226146FA}" dt="2021-10-14T14:07:55.333" v="1" actId="20577"/>
        <pc:sldMkLst>
          <pc:docMk/>
          <pc:sldMk cId="0" sldId="257"/>
        </pc:sldMkLst>
        <pc:spChg chg="mod">
          <ac:chgData name="KACHOUR Maher" userId="09775c39-7739-40bf-ba04-c8ef3ab24a94" providerId="ADAL" clId="{2370CBF8-D1D8-4922-A968-E90E226146FA}" dt="2021-10-14T14:07:55.333" v="1" actId="20577"/>
          <ac:spMkLst>
            <pc:docMk/>
            <pc:sldMk cId="0" sldId="257"/>
            <ac:spMk id="3" creationId="{00000000-0000-0000-0000-000000000000}"/>
          </ac:spMkLst>
        </pc:spChg>
      </pc:sldChg>
      <pc:sldChg chg="addSp modSp mod">
        <pc:chgData name="KACHOUR Maher" userId="09775c39-7739-40bf-ba04-c8ef3ab24a94" providerId="ADAL" clId="{2370CBF8-D1D8-4922-A968-E90E226146FA}" dt="2021-10-14T14:21:23.943" v="201" actId="1076"/>
        <pc:sldMkLst>
          <pc:docMk/>
          <pc:sldMk cId="1632906986" sldId="258"/>
        </pc:sldMkLst>
        <pc:spChg chg="mod">
          <ac:chgData name="KACHOUR Maher" userId="09775c39-7739-40bf-ba04-c8ef3ab24a94" providerId="ADAL" clId="{2370CBF8-D1D8-4922-A968-E90E226146FA}" dt="2021-10-14T14:14:18.992" v="72" actId="1076"/>
          <ac:spMkLst>
            <pc:docMk/>
            <pc:sldMk cId="1632906986" sldId="258"/>
            <ac:spMk id="2" creationId="{A4AEDEBA-6FE9-4F23-B02B-9FB71BC17484}"/>
          </ac:spMkLst>
        </pc:spChg>
        <pc:graphicFrameChg chg="mod modGraphic">
          <ac:chgData name="KACHOUR Maher" userId="09775c39-7739-40bf-ba04-c8ef3ab24a94" providerId="ADAL" clId="{2370CBF8-D1D8-4922-A968-E90E226146FA}" dt="2021-10-14T14:21:19.090" v="200" actId="14734"/>
          <ac:graphicFrameMkLst>
            <pc:docMk/>
            <pc:sldMk cId="1632906986" sldId="258"/>
            <ac:graphicFrameMk id="5" creationId="{C5935286-E84C-4A5B-9E95-1C36A0F9B1CD}"/>
          </ac:graphicFrameMkLst>
        </pc:graphicFrameChg>
        <pc:picChg chg="add mod">
          <ac:chgData name="KACHOUR Maher" userId="09775c39-7739-40bf-ba04-c8ef3ab24a94" providerId="ADAL" clId="{2370CBF8-D1D8-4922-A968-E90E226146FA}" dt="2021-10-14T14:21:23.943" v="201" actId="1076"/>
          <ac:picMkLst>
            <pc:docMk/>
            <pc:sldMk cId="1632906986" sldId="258"/>
            <ac:picMk id="6" creationId="{C89D6DEA-6D91-456E-968B-68D46AFB39DB}"/>
          </ac:picMkLst>
        </pc:picChg>
      </pc:sldChg>
      <pc:sldChg chg="modSp mod">
        <pc:chgData name="KACHOUR Maher" userId="09775c39-7739-40bf-ba04-c8ef3ab24a94" providerId="ADAL" clId="{2370CBF8-D1D8-4922-A968-E90E226146FA}" dt="2021-10-14T14:34:58.077" v="263" actId="14734"/>
        <pc:sldMkLst>
          <pc:docMk/>
          <pc:sldMk cId="3342625250" sldId="259"/>
        </pc:sldMkLst>
        <pc:spChg chg="mod">
          <ac:chgData name="KACHOUR Maher" userId="09775c39-7739-40bf-ba04-c8ef3ab24a94" providerId="ADAL" clId="{2370CBF8-D1D8-4922-A968-E90E226146FA}" dt="2021-10-14T14:15:14.332" v="77" actId="1076"/>
          <ac:spMkLst>
            <pc:docMk/>
            <pc:sldMk cId="3342625250" sldId="259"/>
            <ac:spMk id="2" creationId="{159DF4AF-EB56-497F-9EC4-3792B7715C09}"/>
          </ac:spMkLst>
        </pc:spChg>
        <pc:spChg chg="mod">
          <ac:chgData name="KACHOUR Maher" userId="09775c39-7739-40bf-ba04-c8ef3ab24a94" providerId="ADAL" clId="{2370CBF8-D1D8-4922-A968-E90E226146FA}" dt="2021-10-14T14:34:47.405" v="260" actId="27636"/>
          <ac:spMkLst>
            <pc:docMk/>
            <pc:sldMk cId="3342625250" sldId="259"/>
            <ac:spMk id="3" creationId="{86DA4EC6-6600-48BE-AED2-90A0A908CF8F}"/>
          </ac:spMkLst>
        </pc:spChg>
        <pc:graphicFrameChg chg="mod modGraphic">
          <ac:chgData name="KACHOUR Maher" userId="09775c39-7739-40bf-ba04-c8ef3ab24a94" providerId="ADAL" clId="{2370CBF8-D1D8-4922-A968-E90E226146FA}" dt="2021-10-14T14:34:58.077" v="263" actId="14734"/>
          <ac:graphicFrameMkLst>
            <pc:docMk/>
            <pc:sldMk cId="3342625250" sldId="259"/>
            <ac:graphicFrameMk id="4" creationId="{D8731FE7-289F-4569-8899-DD98785D8C02}"/>
          </ac:graphicFrameMkLst>
        </pc:graphicFrameChg>
      </pc:sldChg>
      <pc:sldChg chg="addSp modSp mod setBg">
        <pc:chgData name="KACHOUR Maher" userId="09775c39-7739-40bf-ba04-c8ef3ab24a94" providerId="ADAL" clId="{2370CBF8-D1D8-4922-A968-E90E226146FA}" dt="2021-10-14T14:48:39.199" v="337" actId="26606"/>
        <pc:sldMkLst>
          <pc:docMk/>
          <pc:sldMk cId="962425727" sldId="260"/>
        </pc:sldMkLst>
        <pc:spChg chg="mod">
          <ac:chgData name="KACHOUR Maher" userId="09775c39-7739-40bf-ba04-c8ef3ab24a94" providerId="ADAL" clId="{2370CBF8-D1D8-4922-A968-E90E226146FA}" dt="2021-10-14T14:48:39.199" v="337" actId="26606"/>
          <ac:spMkLst>
            <pc:docMk/>
            <pc:sldMk cId="962425727" sldId="260"/>
            <ac:spMk id="2" creationId="{159DF4AF-EB56-497F-9EC4-3792B7715C09}"/>
          </ac:spMkLst>
        </pc:spChg>
        <pc:spChg chg="mod">
          <ac:chgData name="KACHOUR Maher" userId="09775c39-7739-40bf-ba04-c8ef3ab24a94" providerId="ADAL" clId="{2370CBF8-D1D8-4922-A968-E90E226146FA}" dt="2021-10-14T14:48:39.199" v="337" actId="26606"/>
          <ac:spMkLst>
            <pc:docMk/>
            <pc:sldMk cId="962425727" sldId="260"/>
            <ac:spMk id="3" creationId="{86DA4EC6-6600-48BE-AED2-90A0A908CF8F}"/>
          </ac:spMkLst>
        </pc:spChg>
        <pc:spChg chg="add">
          <ac:chgData name="KACHOUR Maher" userId="09775c39-7739-40bf-ba04-c8ef3ab24a94" providerId="ADAL" clId="{2370CBF8-D1D8-4922-A968-E90E226146FA}" dt="2021-10-14T14:48:39.199" v="337" actId="26606"/>
          <ac:spMkLst>
            <pc:docMk/>
            <pc:sldMk cId="962425727" sldId="260"/>
            <ac:spMk id="11" creationId="{385E1BDC-A9B0-4A87-82E3-F3187F69A802}"/>
          </ac:spMkLst>
        </pc:spChg>
        <pc:spChg chg="add">
          <ac:chgData name="KACHOUR Maher" userId="09775c39-7739-40bf-ba04-c8ef3ab24a94" providerId="ADAL" clId="{2370CBF8-D1D8-4922-A968-E90E226146FA}" dt="2021-10-14T14:48:39.199" v="337" actId="26606"/>
          <ac:spMkLst>
            <pc:docMk/>
            <pc:sldMk cId="962425727" sldId="260"/>
            <ac:spMk id="13" creationId="{0990C621-3B8B-4820-8328-D47EF7CE823C}"/>
          </ac:spMkLst>
        </pc:spChg>
        <pc:spChg chg="add">
          <ac:chgData name="KACHOUR Maher" userId="09775c39-7739-40bf-ba04-c8ef3ab24a94" providerId="ADAL" clId="{2370CBF8-D1D8-4922-A968-E90E226146FA}" dt="2021-10-14T14:48:39.199" v="337" actId="26606"/>
          <ac:spMkLst>
            <pc:docMk/>
            <pc:sldMk cId="962425727" sldId="260"/>
            <ac:spMk id="15" creationId="{C1A2385B-1D2A-4E17-84FA-6CB7F0AAE473}"/>
          </ac:spMkLst>
        </pc:spChg>
        <pc:spChg chg="add">
          <ac:chgData name="KACHOUR Maher" userId="09775c39-7739-40bf-ba04-c8ef3ab24a94" providerId="ADAL" clId="{2370CBF8-D1D8-4922-A968-E90E226146FA}" dt="2021-10-14T14:48:39.199" v="337" actId="26606"/>
          <ac:spMkLst>
            <pc:docMk/>
            <pc:sldMk cId="962425727" sldId="260"/>
            <ac:spMk id="17" creationId="{5E791F2F-79DB-4CC0-9FA1-001E3E91E8B7}"/>
          </ac:spMkLst>
        </pc:spChg>
        <pc:graphicFrameChg chg="mod ord modGraphic">
          <ac:chgData name="KACHOUR Maher" userId="09775c39-7739-40bf-ba04-c8ef3ab24a94" providerId="ADAL" clId="{2370CBF8-D1D8-4922-A968-E90E226146FA}" dt="2021-10-14T14:48:39.199" v="337" actId="26606"/>
          <ac:graphicFrameMkLst>
            <pc:docMk/>
            <pc:sldMk cId="962425727" sldId="260"/>
            <ac:graphicFrameMk id="4" creationId="{D8731FE7-289F-4569-8899-DD98785D8C02}"/>
          </ac:graphicFrameMkLst>
        </pc:graphicFrameChg>
        <pc:picChg chg="add mod">
          <ac:chgData name="KACHOUR Maher" userId="09775c39-7739-40bf-ba04-c8ef3ab24a94" providerId="ADAL" clId="{2370CBF8-D1D8-4922-A968-E90E226146FA}" dt="2021-10-14T14:48:39.199" v="337" actId="26606"/>
          <ac:picMkLst>
            <pc:docMk/>
            <pc:sldMk cId="962425727" sldId="260"/>
            <ac:picMk id="6" creationId="{D9442BFA-85B6-46F2-A05F-18E8C23113C9}"/>
          </ac:picMkLst>
        </pc:picChg>
      </pc:sldChg>
      <pc:sldChg chg="addSp delSp modSp add mod">
        <pc:chgData name="KACHOUR Maher" userId="09775c39-7739-40bf-ba04-c8ef3ab24a94" providerId="ADAL" clId="{2370CBF8-D1D8-4922-A968-E90E226146FA}" dt="2021-10-14T14:31:11.788" v="212" actId="1076"/>
        <pc:sldMkLst>
          <pc:docMk/>
          <pc:sldMk cId="925746931" sldId="261"/>
        </pc:sldMkLst>
        <pc:picChg chg="del">
          <ac:chgData name="KACHOUR Maher" userId="09775c39-7739-40bf-ba04-c8ef3ab24a94" providerId="ADAL" clId="{2370CBF8-D1D8-4922-A968-E90E226146FA}" dt="2021-10-14T14:31:00.341" v="204" actId="478"/>
          <ac:picMkLst>
            <pc:docMk/>
            <pc:sldMk cId="925746931" sldId="261"/>
            <ac:picMk id="6" creationId="{C89D6DEA-6D91-456E-968B-68D46AFB39DB}"/>
          </ac:picMkLst>
        </pc:picChg>
        <pc:picChg chg="add mod">
          <ac:chgData name="KACHOUR Maher" userId="09775c39-7739-40bf-ba04-c8ef3ab24a94" providerId="ADAL" clId="{2370CBF8-D1D8-4922-A968-E90E226146FA}" dt="2021-10-14T14:31:11.788" v="212" actId="1076"/>
          <ac:picMkLst>
            <pc:docMk/>
            <pc:sldMk cId="925746931" sldId="261"/>
            <ac:picMk id="7" creationId="{5B838518-7C53-4901-924B-9F6D0B5CF932}"/>
          </ac:picMkLst>
        </pc:picChg>
      </pc:sldChg>
      <pc:sldChg chg="addSp delSp modSp add mod">
        <pc:chgData name="KACHOUR Maher" userId="09775c39-7739-40bf-ba04-c8ef3ab24a94" providerId="ADAL" clId="{2370CBF8-D1D8-4922-A968-E90E226146FA}" dt="2021-10-14T14:52:58.120" v="341" actId="26606"/>
        <pc:sldMkLst>
          <pc:docMk/>
          <pc:sldMk cId="4200507792" sldId="262"/>
        </pc:sldMkLst>
        <pc:spChg chg="del">
          <ac:chgData name="KACHOUR Maher" userId="09775c39-7739-40bf-ba04-c8ef3ab24a94" providerId="ADAL" clId="{2370CBF8-D1D8-4922-A968-E90E226146FA}" dt="2021-10-14T14:52:58.120" v="341" actId="26606"/>
          <ac:spMkLst>
            <pc:docMk/>
            <pc:sldMk cId="4200507792" sldId="262"/>
            <ac:spMk id="11" creationId="{385E1BDC-A9B0-4A87-82E3-F3187F69A802}"/>
          </ac:spMkLst>
        </pc:spChg>
        <pc:spChg chg="del">
          <ac:chgData name="KACHOUR Maher" userId="09775c39-7739-40bf-ba04-c8ef3ab24a94" providerId="ADAL" clId="{2370CBF8-D1D8-4922-A968-E90E226146FA}" dt="2021-10-14T14:52:58.120" v="341" actId="26606"/>
          <ac:spMkLst>
            <pc:docMk/>
            <pc:sldMk cId="4200507792" sldId="262"/>
            <ac:spMk id="13" creationId="{0990C621-3B8B-4820-8328-D47EF7CE823C}"/>
          </ac:spMkLst>
        </pc:spChg>
        <pc:spChg chg="del">
          <ac:chgData name="KACHOUR Maher" userId="09775c39-7739-40bf-ba04-c8ef3ab24a94" providerId="ADAL" clId="{2370CBF8-D1D8-4922-A968-E90E226146FA}" dt="2021-10-14T14:52:58.120" v="341" actId="26606"/>
          <ac:spMkLst>
            <pc:docMk/>
            <pc:sldMk cId="4200507792" sldId="262"/>
            <ac:spMk id="15" creationId="{C1A2385B-1D2A-4E17-84FA-6CB7F0AAE473}"/>
          </ac:spMkLst>
        </pc:spChg>
        <pc:spChg chg="del">
          <ac:chgData name="KACHOUR Maher" userId="09775c39-7739-40bf-ba04-c8ef3ab24a94" providerId="ADAL" clId="{2370CBF8-D1D8-4922-A968-E90E226146FA}" dt="2021-10-14T14:52:58.120" v="341" actId="26606"/>
          <ac:spMkLst>
            <pc:docMk/>
            <pc:sldMk cId="4200507792" sldId="262"/>
            <ac:spMk id="17" creationId="{5E791F2F-79DB-4CC0-9FA1-001E3E91E8B7}"/>
          </ac:spMkLst>
        </pc:spChg>
        <pc:spChg chg="add">
          <ac:chgData name="KACHOUR Maher" userId="09775c39-7739-40bf-ba04-c8ef3ab24a94" providerId="ADAL" clId="{2370CBF8-D1D8-4922-A968-E90E226146FA}" dt="2021-10-14T14:52:58.120" v="341" actId="26606"/>
          <ac:spMkLst>
            <pc:docMk/>
            <pc:sldMk cId="4200507792" sldId="262"/>
            <ac:spMk id="22" creationId="{385E1BDC-A9B0-4A87-82E3-F3187F69A802}"/>
          </ac:spMkLst>
        </pc:spChg>
        <pc:spChg chg="add">
          <ac:chgData name="KACHOUR Maher" userId="09775c39-7739-40bf-ba04-c8ef3ab24a94" providerId="ADAL" clId="{2370CBF8-D1D8-4922-A968-E90E226146FA}" dt="2021-10-14T14:52:58.120" v="341" actId="26606"/>
          <ac:spMkLst>
            <pc:docMk/>
            <pc:sldMk cId="4200507792" sldId="262"/>
            <ac:spMk id="24" creationId="{0990C621-3B8B-4820-8328-D47EF7CE823C}"/>
          </ac:spMkLst>
        </pc:spChg>
        <pc:spChg chg="add">
          <ac:chgData name="KACHOUR Maher" userId="09775c39-7739-40bf-ba04-c8ef3ab24a94" providerId="ADAL" clId="{2370CBF8-D1D8-4922-A968-E90E226146FA}" dt="2021-10-14T14:52:58.120" v="341" actId="26606"/>
          <ac:spMkLst>
            <pc:docMk/>
            <pc:sldMk cId="4200507792" sldId="262"/>
            <ac:spMk id="26" creationId="{C1A2385B-1D2A-4E17-84FA-6CB7F0AAE473}"/>
          </ac:spMkLst>
        </pc:spChg>
        <pc:spChg chg="add">
          <ac:chgData name="KACHOUR Maher" userId="09775c39-7739-40bf-ba04-c8ef3ab24a94" providerId="ADAL" clId="{2370CBF8-D1D8-4922-A968-E90E226146FA}" dt="2021-10-14T14:52:58.120" v="341" actId="26606"/>
          <ac:spMkLst>
            <pc:docMk/>
            <pc:sldMk cId="4200507792" sldId="262"/>
            <ac:spMk id="28" creationId="{5E791F2F-79DB-4CC0-9FA1-001E3E91E8B7}"/>
          </ac:spMkLst>
        </pc:spChg>
        <pc:graphicFrameChg chg="mod ord modGraphic">
          <ac:chgData name="KACHOUR Maher" userId="09775c39-7739-40bf-ba04-c8ef3ab24a94" providerId="ADAL" clId="{2370CBF8-D1D8-4922-A968-E90E226146FA}" dt="2021-10-14T14:52:58.120" v="341" actId="26606"/>
          <ac:graphicFrameMkLst>
            <pc:docMk/>
            <pc:sldMk cId="4200507792" sldId="262"/>
            <ac:graphicFrameMk id="4" creationId="{D8731FE7-289F-4569-8899-DD98785D8C02}"/>
          </ac:graphicFrameMkLst>
        </pc:graphicFrameChg>
        <pc:picChg chg="del">
          <ac:chgData name="KACHOUR Maher" userId="09775c39-7739-40bf-ba04-c8ef3ab24a94" providerId="ADAL" clId="{2370CBF8-D1D8-4922-A968-E90E226146FA}" dt="2021-10-14T14:52:53.431" v="339" actId="478"/>
          <ac:picMkLst>
            <pc:docMk/>
            <pc:sldMk cId="4200507792" sldId="262"/>
            <ac:picMk id="6" creationId="{D9442BFA-85B6-46F2-A05F-18E8C23113C9}"/>
          </ac:picMkLst>
        </pc:picChg>
        <pc:picChg chg="add mod">
          <ac:chgData name="KACHOUR Maher" userId="09775c39-7739-40bf-ba04-c8ef3ab24a94" providerId="ADAL" clId="{2370CBF8-D1D8-4922-A968-E90E226146FA}" dt="2021-10-14T14:52:58.120" v="341" actId="26606"/>
          <ac:picMkLst>
            <pc:docMk/>
            <pc:sldMk cId="4200507792" sldId="262"/>
            <ac:picMk id="7" creationId="{958ABDF4-6E1A-4367-888B-832F902E6529}"/>
          </ac:picMkLst>
        </pc:picChg>
      </pc:sldChg>
    </pc:docChg>
  </pc:docChgLst>
  <pc:docChgLst>
    <pc:chgData name="KACHOUR Maher" userId="09775c39-7739-40bf-ba04-c8ef3ab24a94" providerId="ADAL" clId="{E5A1AE0A-D964-4669-B03E-987D59F22204}"/>
    <pc:docChg chg="modSld">
      <pc:chgData name="KACHOUR Maher" userId="09775c39-7739-40bf-ba04-c8ef3ab24a94" providerId="ADAL" clId="{E5A1AE0A-D964-4669-B03E-987D59F22204}" dt="2021-10-14T10:16:47.651" v="1" actId="20577"/>
      <pc:docMkLst>
        <pc:docMk/>
      </pc:docMkLst>
      <pc:sldChg chg="modSp mod">
        <pc:chgData name="KACHOUR Maher" userId="09775c39-7739-40bf-ba04-c8ef3ab24a94" providerId="ADAL" clId="{E5A1AE0A-D964-4669-B03E-987D59F22204}" dt="2021-10-14T10:16:42.339" v="0" actId="20577"/>
        <pc:sldMkLst>
          <pc:docMk/>
          <pc:sldMk cId="3884457258" sldId="256"/>
        </pc:sldMkLst>
        <pc:spChg chg="mod">
          <ac:chgData name="KACHOUR Maher" userId="09775c39-7739-40bf-ba04-c8ef3ab24a94" providerId="ADAL" clId="{E5A1AE0A-D964-4669-B03E-987D59F22204}" dt="2021-10-14T10:16:42.339" v="0" actId="20577"/>
          <ac:spMkLst>
            <pc:docMk/>
            <pc:sldMk cId="3884457258" sldId="256"/>
            <ac:spMk id="4" creationId="{DF25F7F9-D26E-4B65-8387-484298AE7CF4}"/>
          </ac:spMkLst>
        </pc:spChg>
      </pc:sldChg>
      <pc:sldChg chg="modSp mod">
        <pc:chgData name="KACHOUR Maher" userId="09775c39-7739-40bf-ba04-c8ef3ab24a94" providerId="ADAL" clId="{E5A1AE0A-D964-4669-B03E-987D59F22204}" dt="2021-10-14T10:16:47.651" v="1" actId="20577"/>
        <pc:sldMkLst>
          <pc:docMk/>
          <pc:sldMk cId="3342625250" sldId="259"/>
        </pc:sldMkLst>
        <pc:spChg chg="mod">
          <ac:chgData name="KACHOUR Maher" userId="09775c39-7739-40bf-ba04-c8ef3ab24a94" providerId="ADAL" clId="{E5A1AE0A-D964-4669-B03E-987D59F22204}" dt="2021-10-14T10:16:47.651" v="1" actId="20577"/>
          <ac:spMkLst>
            <pc:docMk/>
            <pc:sldMk cId="3342625250" sldId="259"/>
            <ac:spMk id="3" creationId="{86DA4EC6-6600-48BE-AED2-90A0A908CF8F}"/>
          </ac:spMkLst>
        </pc:spChg>
      </pc:sldChg>
    </pc:docChg>
  </pc:docChgLst>
  <pc:docChgLst>
    <pc:chgData name="KACHOUR Maher" userId="09775c39-7739-40bf-ba04-c8ef3ab24a94" providerId="ADAL" clId="{6FFA43E8-E69E-4987-8994-99024FEA5A58}"/>
    <pc:docChg chg="undo custSel modSld">
      <pc:chgData name="KACHOUR Maher" userId="09775c39-7739-40bf-ba04-c8ef3ab24a94" providerId="ADAL" clId="{6FFA43E8-E69E-4987-8994-99024FEA5A58}" dt="2021-10-16T15:40:34.104" v="62" actId="255"/>
      <pc:docMkLst>
        <pc:docMk/>
      </pc:docMkLst>
      <pc:sldChg chg="modSp mod">
        <pc:chgData name="KACHOUR Maher" userId="09775c39-7739-40bf-ba04-c8ef3ab24a94" providerId="ADAL" clId="{6FFA43E8-E69E-4987-8994-99024FEA5A58}" dt="2021-10-16T15:40:19.851" v="59"/>
        <pc:sldMkLst>
          <pc:docMk/>
          <pc:sldMk cId="3884457258" sldId="256"/>
        </pc:sldMkLst>
        <pc:spChg chg="mod">
          <ac:chgData name="KACHOUR Maher" userId="09775c39-7739-40bf-ba04-c8ef3ab24a94" providerId="ADAL" clId="{6FFA43E8-E69E-4987-8994-99024FEA5A58}" dt="2021-10-14T14:56:46.618" v="29" actId="20577"/>
          <ac:spMkLst>
            <pc:docMk/>
            <pc:sldMk cId="3884457258" sldId="256"/>
            <ac:spMk id="2" creationId="{A4AEDEBA-6FE9-4F23-B02B-9FB71BC17484}"/>
          </ac:spMkLst>
        </pc:spChg>
        <pc:spChg chg="mod">
          <ac:chgData name="KACHOUR Maher" userId="09775c39-7739-40bf-ba04-c8ef3ab24a94" providerId="ADAL" clId="{6FFA43E8-E69E-4987-8994-99024FEA5A58}" dt="2021-10-16T15:40:19.851" v="59"/>
          <ac:spMkLst>
            <pc:docMk/>
            <pc:sldMk cId="3884457258" sldId="256"/>
            <ac:spMk id="4" creationId="{DF25F7F9-D26E-4B65-8387-484298AE7CF4}"/>
          </ac:spMkLst>
        </pc:spChg>
      </pc:sldChg>
      <pc:sldChg chg="modSp mod">
        <pc:chgData name="KACHOUR Maher" userId="09775c39-7739-40bf-ba04-c8ef3ab24a94" providerId="ADAL" clId="{6FFA43E8-E69E-4987-8994-99024FEA5A58}" dt="2021-10-16T15:33:12.427" v="58" actId="20577"/>
        <pc:sldMkLst>
          <pc:docMk/>
          <pc:sldMk cId="0" sldId="257"/>
        </pc:sldMkLst>
        <pc:spChg chg="mod">
          <ac:chgData name="KACHOUR Maher" userId="09775c39-7739-40bf-ba04-c8ef3ab24a94" providerId="ADAL" clId="{6FFA43E8-E69E-4987-8994-99024FEA5A58}" dt="2021-10-16T15:33:12.427" v="58" actId="20577"/>
          <ac:spMkLst>
            <pc:docMk/>
            <pc:sldMk cId="0" sldId="257"/>
            <ac:spMk id="3" creationId="{00000000-0000-0000-0000-000000000000}"/>
          </ac:spMkLst>
        </pc:spChg>
      </pc:sldChg>
      <pc:sldChg chg="modSp mod">
        <pc:chgData name="KACHOUR Maher" userId="09775c39-7739-40bf-ba04-c8ef3ab24a94" providerId="ADAL" clId="{6FFA43E8-E69E-4987-8994-99024FEA5A58}" dt="2021-10-14T14:57:07.110" v="31" actId="20577"/>
        <pc:sldMkLst>
          <pc:docMk/>
          <pc:sldMk cId="1632906986" sldId="258"/>
        </pc:sldMkLst>
        <pc:spChg chg="mod">
          <ac:chgData name="KACHOUR Maher" userId="09775c39-7739-40bf-ba04-c8ef3ab24a94" providerId="ADAL" clId="{6FFA43E8-E69E-4987-8994-99024FEA5A58}" dt="2021-10-14T14:57:07.110" v="31" actId="20577"/>
          <ac:spMkLst>
            <pc:docMk/>
            <pc:sldMk cId="1632906986" sldId="258"/>
            <ac:spMk id="2" creationId="{A4AEDEBA-6FE9-4F23-B02B-9FB71BC17484}"/>
          </ac:spMkLst>
        </pc:spChg>
      </pc:sldChg>
      <pc:sldChg chg="modSp mod">
        <pc:chgData name="KACHOUR Maher" userId="09775c39-7739-40bf-ba04-c8ef3ab24a94" providerId="ADAL" clId="{6FFA43E8-E69E-4987-8994-99024FEA5A58}" dt="2021-10-16T15:40:34.104" v="62" actId="255"/>
        <pc:sldMkLst>
          <pc:docMk/>
          <pc:sldMk cId="3342625250" sldId="259"/>
        </pc:sldMkLst>
        <pc:spChg chg="mod">
          <ac:chgData name="KACHOUR Maher" userId="09775c39-7739-40bf-ba04-c8ef3ab24a94" providerId="ADAL" clId="{6FFA43E8-E69E-4987-8994-99024FEA5A58}" dt="2021-10-16T15:40:34.104" v="62" actId="255"/>
          <ac:spMkLst>
            <pc:docMk/>
            <pc:sldMk cId="3342625250" sldId="259"/>
            <ac:spMk id="3" creationId="{86DA4EC6-6600-48BE-AED2-90A0A908CF8F}"/>
          </ac:spMkLst>
        </pc:spChg>
      </pc:sldChg>
      <pc:sldChg chg="modSp mod">
        <pc:chgData name="KACHOUR Maher" userId="09775c39-7739-40bf-ba04-c8ef3ab24a94" providerId="ADAL" clId="{6FFA43E8-E69E-4987-8994-99024FEA5A58}" dt="2021-10-14T16:12:01.739" v="47" actId="20577"/>
        <pc:sldMkLst>
          <pc:docMk/>
          <pc:sldMk cId="962425727" sldId="260"/>
        </pc:sldMkLst>
        <pc:spChg chg="mod">
          <ac:chgData name="KACHOUR Maher" userId="09775c39-7739-40bf-ba04-c8ef3ab24a94" providerId="ADAL" clId="{6FFA43E8-E69E-4987-8994-99024FEA5A58}" dt="2021-10-14T14:58:34.860" v="38" actId="20577"/>
          <ac:spMkLst>
            <pc:docMk/>
            <pc:sldMk cId="962425727" sldId="260"/>
            <ac:spMk id="2" creationId="{159DF4AF-EB56-497F-9EC4-3792B7715C09}"/>
          </ac:spMkLst>
        </pc:spChg>
        <pc:graphicFrameChg chg="modGraphic">
          <ac:chgData name="KACHOUR Maher" userId="09775c39-7739-40bf-ba04-c8ef3ab24a94" providerId="ADAL" clId="{6FFA43E8-E69E-4987-8994-99024FEA5A58}" dt="2021-10-14T16:12:01.739" v="47" actId="20577"/>
          <ac:graphicFrameMkLst>
            <pc:docMk/>
            <pc:sldMk cId="962425727" sldId="260"/>
            <ac:graphicFrameMk id="4" creationId="{D8731FE7-289F-4569-8899-DD98785D8C02}"/>
          </ac:graphicFrameMkLst>
        </pc:graphicFrameChg>
      </pc:sldChg>
      <pc:sldChg chg="modSp mod">
        <pc:chgData name="KACHOUR Maher" userId="09775c39-7739-40bf-ba04-c8ef3ab24a94" providerId="ADAL" clId="{6FFA43E8-E69E-4987-8994-99024FEA5A58}" dt="2021-10-14T14:57:22.372" v="34" actId="14734"/>
        <pc:sldMkLst>
          <pc:docMk/>
          <pc:sldMk cId="925746931" sldId="261"/>
        </pc:sldMkLst>
        <pc:spChg chg="mod">
          <ac:chgData name="KACHOUR Maher" userId="09775c39-7739-40bf-ba04-c8ef3ab24a94" providerId="ADAL" clId="{6FFA43E8-E69E-4987-8994-99024FEA5A58}" dt="2021-10-14T14:57:11.292" v="33" actId="20577"/>
          <ac:spMkLst>
            <pc:docMk/>
            <pc:sldMk cId="925746931" sldId="261"/>
            <ac:spMk id="2" creationId="{A4AEDEBA-6FE9-4F23-B02B-9FB71BC17484}"/>
          </ac:spMkLst>
        </pc:spChg>
        <pc:graphicFrameChg chg="modGraphic">
          <ac:chgData name="KACHOUR Maher" userId="09775c39-7739-40bf-ba04-c8ef3ab24a94" providerId="ADAL" clId="{6FFA43E8-E69E-4987-8994-99024FEA5A58}" dt="2021-10-14T14:57:22.372" v="34" actId="14734"/>
          <ac:graphicFrameMkLst>
            <pc:docMk/>
            <pc:sldMk cId="925746931" sldId="261"/>
            <ac:graphicFrameMk id="5" creationId="{C5935286-E84C-4A5B-9E95-1C36A0F9B1CD}"/>
          </ac:graphicFrameMkLst>
        </pc:graphicFrameChg>
      </pc:sldChg>
      <pc:sldChg chg="addSp delSp modSp mod">
        <pc:chgData name="KACHOUR Maher" userId="09775c39-7739-40bf-ba04-c8ef3ab24a94" providerId="ADAL" clId="{6FFA43E8-E69E-4987-8994-99024FEA5A58}" dt="2021-10-14T16:11:53.214" v="45" actId="20577"/>
        <pc:sldMkLst>
          <pc:docMk/>
          <pc:sldMk cId="4200507792" sldId="262"/>
        </pc:sldMkLst>
        <pc:spChg chg="mod">
          <ac:chgData name="KACHOUR Maher" userId="09775c39-7739-40bf-ba04-c8ef3ab24a94" providerId="ADAL" clId="{6FFA43E8-E69E-4987-8994-99024FEA5A58}" dt="2021-10-14T16:11:50.187" v="43" actId="26606"/>
          <ac:spMkLst>
            <pc:docMk/>
            <pc:sldMk cId="4200507792" sldId="262"/>
            <ac:spMk id="2" creationId="{159DF4AF-EB56-497F-9EC4-3792B7715C09}"/>
          </ac:spMkLst>
        </pc:spChg>
        <pc:spChg chg="del">
          <ac:chgData name="KACHOUR Maher" userId="09775c39-7739-40bf-ba04-c8ef3ab24a94" providerId="ADAL" clId="{6FFA43E8-E69E-4987-8994-99024FEA5A58}" dt="2021-10-14T16:11:50.187" v="43" actId="26606"/>
          <ac:spMkLst>
            <pc:docMk/>
            <pc:sldMk cId="4200507792" sldId="262"/>
            <ac:spMk id="22" creationId="{385E1BDC-A9B0-4A87-82E3-F3187F69A802}"/>
          </ac:spMkLst>
        </pc:spChg>
        <pc:spChg chg="del">
          <ac:chgData name="KACHOUR Maher" userId="09775c39-7739-40bf-ba04-c8ef3ab24a94" providerId="ADAL" clId="{6FFA43E8-E69E-4987-8994-99024FEA5A58}" dt="2021-10-14T16:11:50.187" v="43" actId="26606"/>
          <ac:spMkLst>
            <pc:docMk/>
            <pc:sldMk cId="4200507792" sldId="262"/>
            <ac:spMk id="24" creationId="{0990C621-3B8B-4820-8328-D47EF7CE823C}"/>
          </ac:spMkLst>
        </pc:spChg>
        <pc:spChg chg="del">
          <ac:chgData name="KACHOUR Maher" userId="09775c39-7739-40bf-ba04-c8ef3ab24a94" providerId="ADAL" clId="{6FFA43E8-E69E-4987-8994-99024FEA5A58}" dt="2021-10-14T16:11:50.187" v="43" actId="26606"/>
          <ac:spMkLst>
            <pc:docMk/>
            <pc:sldMk cId="4200507792" sldId="262"/>
            <ac:spMk id="26" creationId="{C1A2385B-1D2A-4E17-84FA-6CB7F0AAE473}"/>
          </ac:spMkLst>
        </pc:spChg>
        <pc:spChg chg="del">
          <ac:chgData name="KACHOUR Maher" userId="09775c39-7739-40bf-ba04-c8ef3ab24a94" providerId="ADAL" clId="{6FFA43E8-E69E-4987-8994-99024FEA5A58}" dt="2021-10-14T16:11:50.187" v="43" actId="26606"/>
          <ac:spMkLst>
            <pc:docMk/>
            <pc:sldMk cId="4200507792" sldId="262"/>
            <ac:spMk id="28" creationId="{5E791F2F-79DB-4CC0-9FA1-001E3E91E8B7}"/>
          </ac:spMkLst>
        </pc:spChg>
        <pc:spChg chg="add">
          <ac:chgData name="KACHOUR Maher" userId="09775c39-7739-40bf-ba04-c8ef3ab24a94" providerId="ADAL" clId="{6FFA43E8-E69E-4987-8994-99024FEA5A58}" dt="2021-10-14T16:11:50.187" v="43" actId="26606"/>
          <ac:spMkLst>
            <pc:docMk/>
            <pc:sldMk cId="4200507792" sldId="262"/>
            <ac:spMk id="33" creationId="{385E1BDC-A9B0-4A87-82E3-F3187F69A802}"/>
          </ac:spMkLst>
        </pc:spChg>
        <pc:spChg chg="add">
          <ac:chgData name="KACHOUR Maher" userId="09775c39-7739-40bf-ba04-c8ef3ab24a94" providerId="ADAL" clId="{6FFA43E8-E69E-4987-8994-99024FEA5A58}" dt="2021-10-14T16:11:50.187" v="43" actId="26606"/>
          <ac:spMkLst>
            <pc:docMk/>
            <pc:sldMk cId="4200507792" sldId="262"/>
            <ac:spMk id="35" creationId="{0990C621-3B8B-4820-8328-D47EF7CE823C}"/>
          </ac:spMkLst>
        </pc:spChg>
        <pc:spChg chg="add">
          <ac:chgData name="KACHOUR Maher" userId="09775c39-7739-40bf-ba04-c8ef3ab24a94" providerId="ADAL" clId="{6FFA43E8-E69E-4987-8994-99024FEA5A58}" dt="2021-10-14T16:11:50.187" v="43" actId="26606"/>
          <ac:spMkLst>
            <pc:docMk/>
            <pc:sldMk cId="4200507792" sldId="262"/>
            <ac:spMk id="37" creationId="{C1A2385B-1D2A-4E17-84FA-6CB7F0AAE473}"/>
          </ac:spMkLst>
        </pc:spChg>
        <pc:spChg chg="add">
          <ac:chgData name="KACHOUR Maher" userId="09775c39-7739-40bf-ba04-c8ef3ab24a94" providerId="ADAL" clId="{6FFA43E8-E69E-4987-8994-99024FEA5A58}" dt="2021-10-14T16:11:50.187" v="43" actId="26606"/>
          <ac:spMkLst>
            <pc:docMk/>
            <pc:sldMk cId="4200507792" sldId="262"/>
            <ac:spMk id="39" creationId="{5E791F2F-79DB-4CC0-9FA1-001E3E91E8B7}"/>
          </ac:spMkLst>
        </pc:spChg>
        <pc:graphicFrameChg chg="mod ord modGraphic">
          <ac:chgData name="KACHOUR Maher" userId="09775c39-7739-40bf-ba04-c8ef3ab24a94" providerId="ADAL" clId="{6FFA43E8-E69E-4987-8994-99024FEA5A58}" dt="2021-10-14T16:11:53.214" v="45" actId="20577"/>
          <ac:graphicFrameMkLst>
            <pc:docMk/>
            <pc:sldMk cId="4200507792" sldId="262"/>
            <ac:graphicFrameMk id="4" creationId="{D8731FE7-289F-4569-8899-DD98785D8C02}"/>
          </ac:graphicFrameMkLst>
        </pc:graphicFrameChg>
        <pc:picChg chg="add mod">
          <ac:chgData name="KACHOUR Maher" userId="09775c39-7739-40bf-ba04-c8ef3ab24a94" providerId="ADAL" clId="{6FFA43E8-E69E-4987-8994-99024FEA5A58}" dt="2021-10-14T16:11:50.187" v="43" actId="26606"/>
          <ac:picMkLst>
            <pc:docMk/>
            <pc:sldMk cId="4200507792" sldId="262"/>
            <ac:picMk id="6" creationId="{B043A0F8-0E29-4B0F-B046-1D88B99025E7}"/>
          </ac:picMkLst>
        </pc:picChg>
        <pc:picChg chg="del">
          <ac:chgData name="KACHOUR Maher" userId="09775c39-7739-40bf-ba04-c8ef3ab24a94" providerId="ADAL" clId="{6FFA43E8-E69E-4987-8994-99024FEA5A58}" dt="2021-10-14T16:11:45.603" v="41" actId="478"/>
          <ac:picMkLst>
            <pc:docMk/>
            <pc:sldMk cId="4200507792" sldId="262"/>
            <ac:picMk id="7" creationId="{958ABDF4-6E1A-4367-888B-832F902E652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7AE212-0171-46AE-8E49-1CDDCCBAB5E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D17709-3586-4413-8C57-88A655BF6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12FB15F-31F7-42EB-97F8-CDB8699A8191}"/>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CAE9C7CD-64B8-465E-8053-798C6AE592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1F7703-1EDD-4526-BB95-F54078D1A414}"/>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416175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7C34B-654C-4571-88BB-488402A84D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F5515DB-EE46-4EA1-8A3E-B632968AD67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A2172-2869-4AA5-B383-D557538A0A1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D3B9714E-411E-4AC0-8966-07D5760F95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C6D21D-937B-40C2-8A63-39058266B5C6}"/>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88509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42E3D-CA4F-4BFD-AD36-0904DB5DB9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EFD7A04-81BC-4037-AD3E-A48294CE9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40E4EE9-6E93-4965-9058-70FB387B0078}"/>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76B8D8E3-9541-497D-9ECB-DD57953FC9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F9D0DC-EC51-4995-BE87-F5FC4515E471}"/>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82997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2D7BA-FC12-4C5A-AB53-E05F7C796D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F4F1541-9C69-4927-90B4-2122644C600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DA90D8A-E81D-407C-B6C1-52938941681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5860C9D-CE69-43AE-8868-EEE59E389699}"/>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F4D103D5-EAD2-451B-8D25-3BD09AECF4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581D7E5-B079-468B-92CF-12BB8ED99C7B}"/>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44699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FD046-AA2D-4F99-BE42-B7289FCCEA2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20E4D5C-6CCE-4BA3-9CC4-DC8893C5E0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04D4306-EC37-4953-9EE6-F4826F13D74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56300F-C5BC-4DB6-B830-BA6095568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58BD14-4231-410F-A447-354D62C0DA5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8E48DF-9B31-4CBC-A75D-4BCF2BEB169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8" name="Espace réservé du pied de page 7">
            <a:extLst>
              <a:ext uri="{FF2B5EF4-FFF2-40B4-BE49-F238E27FC236}">
                <a16:creationId xmlns:a16="http://schemas.microsoft.com/office/drawing/2014/main" id="{38314C72-1EDA-4BDE-BE53-5D437EE9E34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7C118E-36BB-4471-821A-2F130F215C68}"/>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346000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4175DE-1319-4C91-9BFD-77C791B6180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00D5AD8-9D44-4AA1-9983-40F3FB555689}"/>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4" name="Espace réservé du pied de page 3">
            <a:extLst>
              <a:ext uri="{FF2B5EF4-FFF2-40B4-BE49-F238E27FC236}">
                <a16:creationId xmlns:a16="http://schemas.microsoft.com/office/drawing/2014/main" id="{25287635-D1F4-41FD-9CBB-9AD8A796199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64C0172-E288-4D63-B4BB-6564BF203CD1}"/>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910136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904FE6-BCB0-4FBF-8C1D-D66B3AE89895}"/>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3" name="Espace réservé du pied de page 2">
            <a:extLst>
              <a:ext uri="{FF2B5EF4-FFF2-40B4-BE49-F238E27FC236}">
                <a16:creationId xmlns:a16="http://schemas.microsoft.com/office/drawing/2014/main" id="{F1087665-B103-42FD-9E8E-9358EAF8B4F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01C9F2-C9A9-432C-A5CB-435BCFF4EEE7}"/>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87522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DAE7A-4833-4438-B97D-50321F0D43B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E54D6FC-DB41-43FC-93F3-0ABE14ABD1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73487C-5798-4C11-928D-46165B53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F7A70DF-3C03-4B95-857D-B30D0594A22B}"/>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9065463C-4C8C-42BE-9B2F-3F1FF47463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FCA3A6-3649-480C-A08B-F92A72158D93}"/>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741507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E3B22-1637-4513-B016-4EB166A5D5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897341-9FBD-474E-A55E-14082D876B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E46A815-DCFA-4152-8DA8-1FDF07CBF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B3575E-3689-4618-8E8E-CBDEF1DEBC34}"/>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6" name="Espace réservé du pied de page 5">
            <a:extLst>
              <a:ext uri="{FF2B5EF4-FFF2-40B4-BE49-F238E27FC236}">
                <a16:creationId xmlns:a16="http://schemas.microsoft.com/office/drawing/2014/main" id="{2B64D76A-4F97-44F8-A38C-2C3735A4B9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7FBBC9-F694-403C-8CD9-C875965A40E4}"/>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2750819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D5356-44D7-4AF8-93AB-EF50760E19B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13A9FDB-515C-4224-A8E8-ECE965CA95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5EA598-D460-4768-AC9B-4804E0D6705C}"/>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1217A8A6-7F41-4137-AA90-DDF2098E1C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977FC1C-AF2A-422A-9E5D-140ABAD775A8}"/>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166571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B73B33-C23C-4B6F-9A5A-C0A90D0964B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1058171-B4A0-4913-B9D3-530F4A106EE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AAA07E-0501-45F5-BCF3-EAAE49ADE1AA}"/>
              </a:ext>
            </a:extLst>
          </p:cNvPr>
          <p:cNvSpPr>
            <a:spLocks noGrp="1"/>
          </p:cNvSpPr>
          <p:nvPr>
            <p:ph type="dt" sz="half" idx="10"/>
          </p:nvPr>
        </p:nvSpPr>
        <p:spPr/>
        <p:txBody>
          <a:body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DB12B5C0-2D5F-4C25-8A6A-A29E22A15D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49CD76-AADA-49E9-AA96-E76AE025EFFA}"/>
              </a:ext>
            </a:extLst>
          </p:cNvPr>
          <p:cNvSpPr>
            <a:spLocks noGrp="1"/>
          </p:cNvSpPr>
          <p:nvPr>
            <p:ph type="sldNum" sz="quarter" idx="12"/>
          </p:nvPr>
        </p:nvSpPr>
        <p:spPr/>
        <p:txBody>
          <a:bodyPr/>
          <a:lstStyle/>
          <a:p>
            <a:fld id="{827174FD-5829-4ACE-BC71-68B7C3386B15}" type="slidenum">
              <a:rPr lang="fr-FR" smtClean="0"/>
              <a:t>‹N°›</a:t>
            </a:fld>
            <a:endParaRPr lang="fr-FR"/>
          </a:p>
        </p:txBody>
      </p:sp>
    </p:spTree>
    <p:extLst>
      <p:ext uri="{BB962C8B-B14F-4D97-AF65-F5344CB8AC3E}">
        <p14:creationId xmlns:p14="http://schemas.microsoft.com/office/powerpoint/2010/main" val="201578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B94CA4-ABA4-4E64-8113-4F30EC80B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AE283C3-B9A1-4DBB-9349-EC7E3AF07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7D2094-3FF4-4D62-8640-40630C8C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5F16C-AE71-49F6-89C0-B3088814C8AC}" type="datetimeFigureOut">
              <a:rPr lang="fr-FR" smtClean="0"/>
              <a:t>16/10/2021</a:t>
            </a:fld>
            <a:endParaRPr lang="fr-FR"/>
          </a:p>
        </p:txBody>
      </p:sp>
      <p:sp>
        <p:nvSpPr>
          <p:cNvPr id="5" name="Espace réservé du pied de page 4">
            <a:extLst>
              <a:ext uri="{FF2B5EF4-FFF2-40B4-BE49-F238E27FC236}">
                <a16:creationId xmlns:a16="http://schemas.microsoft.com/office/drawing/2014/main" id="{6A7C3CA7-F6EE-4ACF-94D4-6A8B9B50E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1D4DAD6-0976-4B5B-BAF6-C35949083D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7174FD-5829-4ACE-BC71-68B7C3386B15}" type="slidenum">
              <a:rPr lang="fr-FR" smtClean="0"/>
              <a:t>‹N°›</a:t>
            </a:fld>
            <a:endParaRPr lang="fr-FR"/>
          </a:p>
        </p:txBody>
      </p:sp>
    </p:spTree>
    <p:extLst>
      <p:ext uri="{BB962C8B-B14F-4D97-AF65-F5344CB8AC3E}">
        <p14:creationId xmlns:p14="http://schemas.microsoft.com/office/powerpoint/2010/main" val="3874565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12192000" cy="8001000"/>
          </a:xfrm>
          <a:prstGeom prst="rect">
            <a:avLst/>
          </a:prstGeom>
          <a:noFill/>
        </p:spPr>
      </p:pic>
      <p:sp>
        <p:nvSpPr>
          <p:cNvPr id="3" name="Sous-titre 2"/>
          <p:cNvSpPr>
            <a:spLocks noGrp="1"/>
          </p:cNvSpPr>
          <p:nvPr>
            <p:ph type="subTitle" idx="1"/>
          </p:nvPr>
        </p:nvSpPr>
        <p:spPr/>
        <p:txBody>
          <a:bodyPr/>
          <a:lstStyle/>
          <a:p>
            <a:r>
              <a:rPr lang="fr-FR">
                <a:solidFill>
                  <a:schemeClr val="tx1"/>
                </a:solidFill>
                <a:latin typeface="Cambria" panose="02040503050406030204" pitchFamily="18" charset="0"/>
                <a:ea typeface="Cambria" panose="02040503050406030204" pitchFamily="18" charset="0"/>
              </a:rPr>
              <a:t>Session </a:t>
            </a:r>
            <a:r>
              <a:rPr lang="fr-FR" dirty="0">
                <a:solidFill>
                  <a:schemeClr val="tx1"/>
                </a:solidFill>
                <a:latin typeface="Cambria" panose="02040503050406030204" pitchFamily="18" charset="0"/>
                <a:ea typeface="Cambria" panose="02040503050406030204" pitchFamily="18" charset="0"/>
              </a:rPr>
              <a:t>2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1457325" y="25698"/>
            <a:ext cx="9144000" cy="1230312"/>
          </a:xfrm>
        </p:spPr>
        <p:txBody>
          <a:bodyPr/>
          <a:lstStyle/>
          <a:p>
            <a:r>
              <a:rPr lang="fr-FR" dirty="0" err="1"/>
              <a:t>Exercise</a:t>
            </a:r>
            <a:r>
              <a:rPr lang="fr-FR" dirty="0"/>
              <a:t> 1</a:t>
            </a:r>
          </a:p>
        </p:txBody>
      </p:sp>
      <p:sp>
        <p:nvSpPr>
          <p:cNvPr id="4" name="ZoneTexte 3">
            <a:extLst>
              <a:ext uri="{FF2B5EF4-FFF2-40B4-BE49-F238E27FC236}">
                <a16:creationId xmlns:a16="http://schemas.microsoft.com/office/drawing/2014/main" id="{DF25F7F9-D26E-4B65-8387-484298AE7CF4}"/>
              </a:ext>
            </a:extLst>
          </p:cNvPr>
          <p:cNvSpPr txBox="1"/>
          <p:nvPr/>
        </p:nvSpPr>
        <p:spPr>
          <a:xfrm>
            <a:off x="438150" y="1438275"/>
            <a:ext cx="10039350" cy="5355312"/>
          </a:xfrm>
          <a:prstGeom prst="rect">
            <a:avLst/>
          </a:prstGeom>
          <a:noFill/>
        </p:spPr>
        <p:txBody>
          <a:bodyPr wrap="square" rtlCol="0">
            <a:spAutoFit/>
          </a:bodyPr>
          <a:lstStyle/>
          <a:p>
            <a:r>
              <a:rPr lang="en-US" dirty="0"/>
              <a:t>We studied the morning temperature (i.e. measured between 7am and 7.30am) over 200 days chosen randomly from the winter periods observed over the last 20 years. 
The data are represented in the following table:
</a:t>
            </a:r>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pPr marL="285750" indent="-285750">
              <a:buFontTx/>
              <a:buChar char="-"/>
            </a:pPr>
            <a:r>
              <a:rPr lang="en-US" dirty="0"/>
              <a:t>Represent Graphically  data
Plot the curve of increasing cumulative frequencies</a:t>
            </a:r>
            <a:endParaRPr lang="fr-FR" dirty="0"/>
          </a:p>
          <a:p>
            <a:endParaRPr lang="fr-FR" dirty="0"/>
          </a:p>
          <a:p>
            <a:endParaRPr lang="fr-FR" dirty="0"/>
          </a:p>
          <a:p>
            <a:endParaRPr lang="fr-FR" dirty="0"/>
          </a:p>
        </p:txBody>
      </p:sp>
      <p:graphicFrame>
        <p:nvGraphicFramePr>
          <p:cNvPr id="5" name="Tableau 5">
            <a:extLst>
              <a:ext uri="{FF2B5EF4-FFF2-40B4-BE49-F238E27FC236}">
                <a16:creationId xmlns:a16="http://schemas.microsoft.com/office/drawing/2014/main" id="{8D618231-F795-4672-A643-43223F39DFB3}"/>
              </a:ext>
            </a:extLst>
          </p:cNvPr>
          <p:cNvGraphicFramePr>
            <a:graphicFrameLocks noGrp="1"/>
          </p:cNvGraphicFramePr>
          <p:nvPr>
            <p:extLst>
              <p:ext uri="{D42A27DB-BD31-4B8C-83A1-F6EECF244321}">
                <p14:modId xmlns:p14="http://schemas.microsoft.com/office/powerpoint/2010/main" val="4141899791"/>
              </p:ext>
            </p:extLst>
          </p:nvPr>
        </p:nvGraphicFramePr>
        <p:xfrm>
          <a:off x="4337050" y="2743200"/>
          <a:ext cx="3711575" cy="2494280"/>
        </p:xfrm>
        <a:graphic>
          <a:graphicData uri="http://schemas.openxmlformats.org/drawingml/2006/table">
            <a:tbl>
              <a:tblPr firstRow="1" bandRow="1">
                <a:tableStyleId>{5C22544A-7EE6-4342-B048-85BDC9FD1C3A}</a:tableStyleId>
              </a:tblPr>
              <a:tblGrid>
                <a:gridCol w="1435100">
                  <a:extLst>
                    <a:ext uri="{9D8B030D-6E8A-4147-A177-3AD203B41FA5}">
                      <a16:colId xmlns:a16="http://schemas.microsoft.com/office/drawing/2014/main" val="3196339109"/>
                    </a:ext>
                  </a:extLst>
                </a:gridCol>
                <a:gridCol w="2276475">
                  <a:extLst>
                    <a:ext uri="{9D8B030D-6E8A-4147-A177-3AD203B41FA5}">
                      <a16:colId xmlns:a16="http://schemas.microsoft.com/office/drawing/2014/main" val="623701906"/>
                    </a:ext>
                  </a:extLst>
                </a:gridCol>
              </a:tblGrid>
              <a:tr h="370840">
                <a:tc>
                  <a:txBody>
                    <a:bodyPr/>
                    <a:lstStyle/>
                    <a:p>
                      <a:r>
                        <a:rPr lang="fr-FR" dirty="0" err="1"/>
                        <a:t>Temperature</a:t>
                      </a:r>
                      <a:r>
                        <a:rPr lang="fr-FR" dirty="0"/>
                        <a:t>
</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751406549"/>
                  </a:ext>
                </a:extLst>
              </a:tr>
              <a:tr h="370840">
                <a:tc>
                  <a:txBody>
                    <a:bodyPr/>
                    <a:lstStyle/>
                    <a:p>
                      <a:r>
                        <a:rPr lang="fr-FR" dirty="0"/>
                        <a:t>-1</a:t>
                      </a:r>
                    </a:p>
                  </a:txBody>
                  <a:tcPr/>
                </a:tc>
                <a:tc>
                  <a:txBody>
                    <a:bodyPr/>
                    <a:lstStyle/>
                    <a:p>
                      <a:r>
                        <a:rPr lang="fr-FR" dirty="0"/>
                        <a:t>40</a:t>
                      </a:r>
                    </a:p>
                  </a:txBody>
                  <a:tcPr/>
                </a:tc>
                <a:extLst>
                  <a:ext uri="{0D108BD9-81ED-4DB2-BD59-A6C34878D82A}">
                    <a16:rowId xmlns:a16="http://schemas.microsoft.com/office/drawing/2014/main" val="1597273899"/>
                  </a:ext>
                </a:extLst>
              </a:tr>
              <a:tr h="370840">
                <a:tc>
                  <a:txBody>
                    <a:bodyPr/>
                    <a:lstStyle/>
                    <a:p>
                      <a:r>
                        <a:rPr lang="fr-FR" dirty="0"/>
                        <a:t>0</a:t>
                      </a:r>
                    </a:p>
                  </a:txBody>
                  <a:tcPr/>
                </a:tc>
                <a:tc>
                  <a:txBody>
                    <a:bodyPr/>
                    <a:lstStyle/>
                    <a:p>
                      <a:r>
                        <a:rPr lang="fr-FR" dirty="0"/>
                        <a:t>34</a:t>
                      </a:r>
                    </a:p>
                  </a:txBody>
                  <a:tcPr/>
                </a:tc>
                <a:extLst>
                  <a:ext uri="{0D108BD9-81ED-4DB2-BD59-A6C34878D82A}">
                    <a16:rowId xmlns:a16="http://schemas.microsoft.com/office/drawing/2014/main" val="3340744488"/>
                  </a:ext>
                </a:extLst>
              </a:tr>
              <a:tr h="370840">
                <a:tc>
                  <a:txBody>
                    <a:bodyPr/>
                    <a:lstStyle/>
                    <a:p>
                      <a:r>
                        <a:rPr lang="fr-FR" dirty="0"/>
                        <a:t>2</a:t>
                      </a:r>
                    </a:p>
                  </a:txBody>
                  <a:tcPr/>
                </a:tc>
                <a:tc>
                  <a:txBody>
                    <a:bodyPr/>
                    <a:lstStyle/>
                    <a:p>
                      <a:r>
                        <a:rPr lang="fr-FR" dirty="0"/>
                        <a:t>86</a:t>
                      </a:r>
                    </a:p>
                  </a:txBody>
                  <a:tcPr/>
                </a:tc>
                <a:extLst>
                  <a:ext uri="{0D108BD9-81ED-4DB2-BD59-A6C34878D82A}">
                    <a16:rowId xmlns:a16="http://schemas.microsoft.com/office/drawing/2014/main" val="3117472185"/>
                  </a:ext>
                </a:extLst>
              </a:tr>
              <a:tr h="370840">
                <a:tc>
                  <a:txBody>
                    <a:bodyPr/>
                    <a:lstStyle/>
                    <a:p>
                      <a:r>
                        <a:rPr lang="fr-FR" dirty="0"/>
                        <a:t>3</a:t>
                      </a:r>
                    </a:p>
                  </a:txBody>
                  <a:tcPr/>
                </a:tc>
                <a:tc>
                  <a:txBody>
                    <a:bodyPr/>
                    <a:lstStyle/>
                    <a:p>
                      <a:r>
                        <a:rPr lang="fr-FR" dirty="0"/>
                        <a:t>20</a:t>
                      </a:r>
                    </a:p>
                  </a:txBody>
                  <a:tcPr/>
                </a:tc>
                <a:extLst>
                  <a:ext uri="{0D108BD9-81ED-4DB2-BD59-A6C34878D82A}">
                    <a16:rowId xmlns:a16="http://schemas.microsoft.com/office/drawing/2014/main" val="2961163649"/>
                  </a:ext>
                </a:extLst>
              </a:tr>
              <a:tr h="370840">
                <a:tc>
                  <a:txBody>
                    <a:bodyPr/>
                    <a:lstStyle/>
                    <a:p>
                      <a:r>
                        <a:rPr lang="fr-FR" dirty="0"/>
                        <a:t>7</a:t>
                      </a:r>
                    </a:p>
                  </a:txBody>
                  <a:tcPr/>
                </a:tc>
                <a:tc>
                  <a:txBody>
                    <a:bodyPr/>
                    <a:lstStyle/>
                    <a:p>
                      <a:r>
                        <a:rPr lang="fr-FR" dirty="0"/>
                        <a:t>20</a:t>
                      </a:r>
                    </a:p>
                  </a:txBody>
                  <a:tcPr/>
                </a:tc>
                <a:extLst>
                  <a:ext uri="{0D108BD9-81ED-4DB2-BD59-A6C34878D82A}">
                    <a16:rowId xmlns:a16="http://schemas.microsoft.com/office/drawing/2014/main" val="2867687223"/>
                  </a:ext>
                </a:extLst>
              </a:tr>
            </a:tbl>
          </a:graphicData>
        </a:graphic>
      </p:graphicFrame>
    </p:spTree>
    <p:extLst>
      <p:ext uri="{BB962C8B-B14F-4D97-AF65-F5344CB8AC3E}">
        <p14:creationId xmlns:p14="http://schemas.microsoft.com/office/powerpoint/2010/main" val="388445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1524000" y="264676"/>
            <a:ext cx="9144000" cy="1230312"/>
          </a:xfrm>
        </p:spPr>
        <p:txBody>
          <a:bodyPr/>
          <a:lstStyle/>
          <a:p>
            <a:r>
              <a:rPr lang="fr-FR" dirty="0" err="1"/>
              <a:t>Exercise</a:t>
            </a:r>
            <a:r>
              <a:rPr lang="fr-FR" dirty="0"/>
              <a:t> 1 - Solution</a:t>
            </a:r>
          </a:p>
        </p:txBody>
      </p:sp>
      <p:sp>
        <p:nvSpPr>
          <p:cNvPr id="4" name="ZoneTexte 3">
            <a:extLst>
              <a:ext uri="{FF2B5EF4-FFF2-40B4-BE49-F238E27FC236}">
                <a16:creationId xmlns:a16="http://schemas.microsoft.com/office/drawing/2014/main" id="{DF25F7F9-D26E-4B65-8387-484298AE7CF4}"/>
              </a:ext>
            </a:extLst>
          </p:cNvPr>
          <p:cNvSpPr txBox="1"/>
          <p:nvPr/>
        </p:nvSpPr>
        <p:spPr>
          <a:xfrm>
            <a:off x="1123950" y="2552700"/>
            <a:ext cx="10039350" cy="923330"/>
          </a:xfrm>
          <a:prstGeom prst="rect">
            <a:avLst/>
          </a:prstGeom>
          <a:noFill/>
        </p:spPr>
        <p:txBody>
          <a:bodyPr wrap="square" rtlCol="0">
            <a:spAutoFit/>
          </a:bodyPr>
          <a:lstStyle/>
          <a:p>
            <a:endParaRPr lang="fr-FR" dirty="0"/>
          </a:p>
          <a:p>
            <a:endParaRPr lang="fr-FR" dirty="0"/>
          </a:p>
          <a:p>
            <a:endParaRPr lang="fr-FR" dirty="0"/>
          </a:p>
        </p:txBody>
      </p:sp>
      <mc:AlternateContent xmlns:mc="http://schemas.openxmlformats.org/markup-compatibility/2006" xmlns:a14="http://schemas.microsoft.com/office/drawing/2010/main">
        <mc:Choice Requires="a14">
          <p:graphicFrame>
            <p:nvGraphicFramePr>
              <p:cNvPr id="5" name="Tableau 5">
                <a:extLst>
                  <a:ext uri="{FF2B5EF4-FFF2-40B4-BE49-F238E27FC236}">
                    <a16:creationId xmlns:a16="http://schemas.microsoft.com/office/drawing/2014/main" id="{C5935286-E84C-4A5B-9E95-1C36A0F9B1CD}"/>
                  </a:ext>
                </a:extLst>
              </p:cNvPr>
              <p:cNvGraphicFramePr>
                <a:graphicFrameLocks noGrp="1"/>
              </p:cNvGraphicFramePr>
              <p:nvPr>
                <p:extLst>
                  <p:ext uri="{D42A27DB-BD31-4B8C-83A1-F6EECF244321}">
                    <p14:modId xmlns:p14="http://schemas.microsoft.com/office/powerpoint/2010/main" val="4123470430"/>
                  </p:ext>
                </p:extLst>
              </p:nvPr>
            </p:nvGraphicFramePr>
            <p:xfrm>
              <a:off x="180975" y="1849754"/>
              <a:ext cx="5133975" cy="2834640"/>
            </p:xfrm>
            <a:graphic>
              <a:graphicData uri="http://schemas.openxmlformats.org/drawingml/2006/table">
                <a:tbl>
                  <a:tblPr firstRow="1" bandRow="1">
                    <a:tableStyleId>{5C22544A-7EE6-4342-B048-85BDC9FD1C3A}</a:tableStyleId>
                  </a:tblPr>
                  <a:tblGrid>
                    <a:gridCol w="1556544">
                      <a:extLst>
                        <a:ext uri="{9D8B030D-6E8A-4147-A177-3AD203B41FA5}">
                          <a16:colId xmlns:a16="http://schemas.microsoft.com/office/drawing/2014/main" val="3196339109"/>
                        </a:ext>
                      </a:extLst>
                    </a:gridCol>
                    <a:gridCol w="1804873">
                      <a:extLst>
                        <a:ext uri="{9D8B030D-6E8A-4147-A177-3AD203B41FA5}">
                          <a16:colId xmlns:a16="http://schemas.microsoft.com/office/drawing/2014/main" val="623701906"/>
                        </a:ext>
                      </a:extLst>
                    </a:gridCol>
                    <a:gridCol w="915267">
                      <a:extLst>
                        <a:ext uri="{9D8B030D-6E8A-4147-A177-3AD203B41FA5}">
                          <a16:colId xmlns:a16="http://schemas.microsoft.com/office/drawing/2014/main" val="4094391380"/>
                        </a:ext>
                      </a:extLst>
                    </a:gridCol>
                    <a:gridCol w="857291">
                      <a:extLst>
                        <a:ext uri="{9D8B030D-6E8A-4147-A177-3AD203B41FA5}">
                          <a16:colId xmlns:a16="http://schemas.microsoft.com/office/drawing/2014/main" val="3619983102"/>
                        </a:ext>
                      </a:extLst>
                    </a:gridCol>
                  </a:tblGrid>
                  <a:tr h="337115">
                    <a:tc>
                      <a:txBody>
                        <a:bodyPr/>
                        <a:lstStyle/>
                        <a:p>
                          <a:r>
                            <a:rPr lang="fr-FR" dirty="0" err="1"/>
                            <a:t>Temperature</a:t>
                          </a:r>
                          <a:r>
                            <a:rPr lang="fr-FR" dirty="0"/>
                            <a:t>
</a:t>
                          </a:r>
                        </a:p>
                      </a:txBody>
                      <a:tcPr/>
                    </a:tc>
                    <a:tc>
                      <a:txBody>
                        <a:bodyPr/>
                        <a:lstStyle/>
                        <a:p>
                          <a:r>
                            <a:rPr lang="fr-FR" dirty="0" err="1"/>
                            <a:t>Number</a:t>
                          </a:r>
                          <a:r>
                            <a:rPr lang="fr-FR" dirty="0"/>
                            <a:t> of </a:t>
                          </a:r>
                          <a:r>
                            <a:rPr lang="fr-FR" dirty="0" err="1"/>
                            <a:t>days</a:t>
                          </a:r>
                          <a:r>
                            <a:rPr lang="fr-FR" dirty="0"/>
                            <a:t>
</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fr-FR" b="1" i="1" smtClean="0">
                                        <a:solidFill>
                                          <a:schemeClr val="bg1"/>
                                        </a:solidFill>
                                        <a:latin typeface="Cambria Math" panose="02040503050406030204" pitchFamily="18" charset="0"/>
                                      </a:rPr>
                                    </m:ctrlPr>
                                  </m:sSubSupPr>
                                  <m:e>
                                    <m:r>
                                      <a:rPr lang="fr-FR" b="1" i="1" smtClean="0">
                                        <a:solidFill>
                                          <a:schemeClr val="bg1"/>
                                        </a:solidFill>
                                        <a:latin typeface="Cambria Math" panose="02040503050406030204" pitchFamily="18" charset="0"/>
                                      </a:rPr>
                                      <m:t>𝒇</m:t>
                                    </m:r>
                                  </m:e>
                                  <m:sub>
                                    <m:r>
                                      <a:rPr lang="fr-FR" b="1" i="1">
                                        <a:solidFill>
                                          <a:schemeClr val="bg1"/>
                                        </a:solidFill>
                                        <a:latin typeface="Cambria Math" panose="02040503050406030204" pitchFamily="18" charset="0"/>
                                      </a:rPr>
                                      <m:t>𝒊</m:t>
                                    </m:r>
                                  </m:sub>
                                  <m:sup>
                                    <m:r>
                                      <a:rPr lang="fr-FR" b="1" i="1">
                                        <a:solidFill>
                                          <a:schemeClr val="bg1"/>
                                        </a:solidFill>
                                        <a:latin typeface="Cambria Math" panose="02040503050406030204" pitchFamily="18" charset="0"/>
                                      </a:rPr>
                                      <m:t>+</m:t>
                                    </m:r>
                                  </m:sup>
                                </m:sSubSup>
                              </m:oMath>
                            </m:oMathPara>
                          </a14:m>
                          <a:endParaRPr lang="fr-FR" b="1"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1" i="1" smtClean="0">
                                        <a:latin typeface="Cambria Math" panose="02040503050406030204" pitchFamily="18" charset="0"/>
                                      </a:rPr>
                                      <m:t>𝒇</m:t>
                                    </m:r>
                                  </m:e>
                                  <m:sub>
                                    <m:r>
                                      <a:rPr lang="fr-FR" b="1" i="1" smtClean="0">
                                        <a:latin typeface="Cambria Math" panose="02040503050406030204" pitchFamily="18" charset="0"/>
                                      </a:rPr>
                                      <m:t>𝒊</m:t>
                                    </m:r>
                                  </m:sub>
                                </m:sSub>
                              </m:oMath>
                            </m:oMathPara>
                          </a14:m>
                          <a:endParaRPr lang="fr-FR" dirty="0"/>
                        </a:p>
                      </a:txBody>
                      <a:tcPr/>
                    </a:tc>
                    <a:extLst>
                      <a:ext uri="{0D108BD9-81ED-4DB2-BD59-A6C34878D82A}">
                        <a16:rowId xmlns:a16="http://schemas.microsoft.com/office/drawing/2014/main" val="751406549"/>
                      </a:ext>
                    </a:extLst>
                  </a:tr>
                  <a:tr h="336826">
                    <a:tc>
                      <a:txBody>
                        <a:bodyPr/>
                        <a:lstStyle/>
                        <a:p>
                          <a:r>
                            <a:rPr lang="fr-FR" dirty="0"/>
                            <a:t>-1</a:t>
                          </a:r>
                        </a:p>
                      </a:txBody>
                      <a:tcPr/>
                    </a:tc>
                    <a:tc>
                      <a:txBody>
                        <a:bodyPr/>
                        <a:lstStyle/>
                        <a:p>
                          <a:r>
                            <a:rPr lang="fr-FR" dirty="0">
                              <a:solidFill>
                                <a:schemeClr val="tx1"/>
                              </a:solidFill>
                            </a:rPr>
                            <a:t>40</a:t>
                          </a:r>
                        </a:p>
                      </a:txBody>
                      <a:tcPr/>
                    </a:tc>
                    <a:tc>
                      <a:txBody>
                        <a:bodyPr/>
                        <a:lstStyle/>
                        <a:p>
                          <a:r>
                            <a:rPr lang="fr-FR" dirty="0">
                              <a:solidFill>
                                <a:schemeClr val="tx1"/>
                              </a:solidFill>
                            </a:rPr>
                            <a:t>20%</a:t>
                          </a:r>
                        </a:p>
                      </a:txBody>
                      <a:tcPr/>
                    </a:tc>
                    <a:tc>
                      <a:txBody>
                        <a:bodyPr/>
                        <a:lstStyle/>
                        <a:p>
                          <a:r>
                            <a:rPr lang="fr-FR" dirty="0">
                              <a:solidFill>
                                <a:schemeClr val="tx1"/>
                              </a:solidFill>
                            </a:rPr>
                            <a:t>20%</a:t>
                          </a:r>
                        </a:p>
                      </a:txBody>
                      <a:tcPr/>
                    </a:tc>
                    <a:extLst>
                      <a:ext uri="{0D108BD9-81ED-4DB2-BD59-A6C34878D82A}">
                        <a16:rowId xmlns:a16="http://schemas.microsoft.com/office/drawing/2014/main" val="1597273899"/>
                      </a:ext>
                    </a:extLst>
                  </a:tr>
                  <a:tr h="336826">
                    <a:tc>
                      <a:txBody>
                        <a:bodyPr/>
                        <a:lstStyle/>
                        <a:p>
                          <a:r>
                            <a:rPr lang="fr-FR" dirty="0"/>
                            <a:t>0</a:t>
                          </a:r>
                        </a:p>
                      </a:txBody>
                      <a:tcPr/>
                    </a:tc>
                    <a:tc>
                      <a:txBody>
                        <a:bodyPr/>
                        <a:lstStyle/>
                        <a:p>
                          <a:r>
                            <a:rPr lang="fr-FR" dirty="0">
                              <a:solidFill>
                                <a:schemeClr val="tx1"/>
                              </a:solidFill>
                            </a:rPr>
                            <a:t>34</a:t>
                          </a:r>
                        </a:p>
                      </a:txBody>
                      <a:tcPr/>
                    </a:tc>
                    <a:tc>
                      <a:txBody>
                        <a:bodyPr/>
                        <a:lstStyle/>
                        <a:p>
                          <a:r>
                            <a:rPr lang="fr-FR" dirty="0">
                              <a:solidFill>
                                <a:schemeClr val="tx1"/>
                              </a:solidFill>
                            </a:rPr>
                            <a:t>37%</a:t>
                          </a:r>
                        </a:p>
                      </a:txBody>
                      <a:tcPr/>
                    </a:tc>
                    <a:tc>
                      <a:txBody>
                        <a:bodyPr/>
                        <a:lstStyle/>
                        <a:p>
                          <a:r>
                            <a:rPr lang="fr-FR" dirty="0">
                              <a:solidFill>
                                <a:schemeClr val="tx1"/>
                              </a:solidFill>
                            </a:rPr>
                            <a:t>17%</a:t>
                          </a:r>
                        </a:p>
                      </a:txBody>
                      <a:tcPr/>
                    </a:tc>
                    <a:extLst>
                      <a:ext uri="{0D108BD9-81ED-4DB2-BD59-A6C34878D82A}">
                        <a16:rowId xmlns:a16="http://schemas.microsoft.com/office/drawing/2014/main" val="3340744488"/>
                      </a:ext>
                    </a:extLst>
                  </a:tr>
                  <a:tr h="336826">
                    <a:tc>
                      <a:txBody>
                        <a:bodyPr/>
                        <a:lstStyle/>
                        <a:p>
                          <a:r>
                            <a:rPr lang="fr-FR" dirty="0"/>
                            <a:t>2</a:t>
                          </a:r>
                        </a:p>
                      </a:txBody>
                      <a:tcPr/>
                    </a:tc>
                    <a:tc>
                      <a:txBody>
                        <a:bodyPr/>
                        <a:lstStyle/>
                        <a:p>
                          <a:r>
                            <a:rPr lang="fr-FR" dirty="0">
                              <a:solidFill>
                                <a:schemeClr val="tx1"/>
                              </a:solidFill>
                            </a:rPr>
                            <a:t>86</a:t>
                          </a:r>
                        </a:p>
                      </a:txBody>
                      <a:tcPr/>
                    </a:tc>
                    <a:tc>
                      <a:txBody>
                        <a:bodyPr/>
                        <a:lstStyle/>
                        <a:p>
                          <a:r>
                            <a:rPr lang="fr-FR" dirty="0">
                              <a:solidFill>
                                <a:schemeClr val="tx1"/>
                              </a:solidFill>
                            </a:rPr>
                            <a:t>80%</a:t>
                          </a:r>
                        </a:p>
                      </a:txBody>
                      <a:tcPr/>
                    </a:tc>
                    <a:tc>
                      <a:txBody>
                        <a:bodyPr/>
                        <a:lstStyle/>
                        <a:p>
                          <a:r>
                            <a:rPr lang="fr-FR" dirty="0">
                              <a:solidFill>
                                <a:schemeClr val="tx1"/>
                              </a:solidFill>
                            </a:rPr>
                            <a:t>43%</a:t>
                          </a:r>
                        </a:p>
                      </a:txBody>
                      <a:tcPr/>
                    </a:tc>
                    <a:extLst>
                      <a:ext uri="{0D108BD9-81ED-4DB2-BD59-A6C34878D82A}">
                        <a16:rowId xmlns:a16="http://schemas.microsoft.com/office/drawing/2014/main" val="3117472185"/>
                      </a:ext>
                    </a:extLst>
                  </a:tr>
                  <a:tr h="336826">
                    <a:tc>
                      <a:txBody>
                        <a:bodyPr/>
                        <a:lstStyle/>
                        <a:p>
                          <a:r>
                            <a:rPr lang="fr-FR" dirty="0"/>
                            <a:t>3</a:t>
                          </a:r>
                        </a:p>
                      </a:txBody>
                      <a:tcPr/>
                    </a:tc>
                    <a:tc>
                      <a:txBody>
                        <a:bodyPr/>
                        <a:lstStyle/>
                        <a:p>
                          <a:r>
                            <a:rPr lang="fr-FR" dirty="0">
                              <a:solidFill>
                                <a:schemeClr val="tx1"/>
                              </a:solidFill>
                            </a:rPr>
                            <a:t>20</a:t>
                          </a:r>
                        </a:p>
                      </a:txBody>
                      <a:tcPr/>
                    </a:tc>
                    <a:tc>
                      <a:txBody>
                        <a:bodyPr/>
                        <a:lstStyle/>
                        <a:p>
                          <a:r>
                            <a:rPr lang="fr-FR" dirty="0">
                              <a:solidFill>
                                <a:schemeClr val="tx1"/>
                              </a:solidFill>
                            </a:rPr>
                            <a:t>90%</a:t>
                          </a:r>
                        </a:p>
                      </a:txBody>
                      <a:tcPr/>
                    </a:tc>
                    <a:tc>
                      <a:txBody>
                        <a:bodyPr/>
                        <a:lstStyle/>
                        <a:p>
                          <a:r>
                            <a:rPr lang="fr-FR" dirty="0">
                              <a:solidFill>
                                <a:schemeClr val="tx1"/>
                              </a:solidFill>
                            </a:rPr>
                            <a:t>10%</a:t>
                          </a:r>
                        </a:p>
                      </a:txBody>
                      <a:tcPr/>
                    </a:tc>
                    <a:extLst>
                      <a:ext uri="{0D108BD9-81ED-4DB2-BD59-A6C34878D82A}">
                        <a16:rowId xmlns:a16="http://schemas.microsoft.com/office/drawing/2014/main" val="2961163649"/>
                      </a:ext>
                    </a:extLst>
                  </a:tr>
                  <a:tr h="336826">
                    <a:tc>
                      <a:txBody>
                        <a:bodyPr/>
                        <a:lstStyle/>
                        <a:p>
                          <a:r>
                            <a:rPr lang="fr-FR" dirty="0"/>
                            <a:t>7</a:t>
                          </a:r>
                        </a:p>
                      </a:txBody>
                      <a:tcPr/>
                    </a:tc>
                    <a:tc>
                      <a:txBody>
                        <a:bodyPr/>
                        <a:lstStyle/>
                        <a:p>
                          <a:r>
                            <a:rPr lang="fr-FR" dirty="0">
                              <a:solidFill>
                                <a:schemeClr val="tx1"/>
                              </a:solidFill>
                            </a:rPr>
                            <a:t>20</a:t>
                          </a:r>
                        </a:p>
                      </a:txBody>
                      <a:tcPr/>
                    </a:tc>
                    <a:tc>
                      <a:txBody>
                        <a:bodyPr/>
                        <a:lstStyle/>
                        <a:p>
                          <a:r>
                            <a:rPr lang="fr-FR" dirty="0">
                              <a:solidFill>
                                <a:schemeClr val="tx1"/>
                              </a:solidFill>
                            </a:rPr>
                            <a:t>100%</a:t>
                          </a:r>
                        </a:p>
                      </a:txBody>
                      <a:tcPr/>
                    </a:tc>
                    <a:tc>
                      <a:txBody>
                        <a:bodyPr/>
                        <a:lstStyle/>
                        <a:p>
                          <a:r>
                            <a:rPr lang="fr-FR" dirty="0">
                              <a:solidFill>
                                <a:schemeClr val="tx1"/>
                              </a:solidFill>
                            </a:rPr>
                            <a:t>10%</a:t>
                          </a:r>
                        </a:p>
                      </a:txBody>
                      <a:tcPr/>
                    </a:tc>
                    <a:extLst>
                      <a:ext uri="{0D108BD9-81ED-4DB2-BD59-A6C34878D82A}">
                        <a16:rowId xmlns:a16="http://schemas.microsoft.com/office/drawing/2014/main" val="2867687223"/>
                      </a:ext>
                    </a:extLst>
                  </a:tr>
                  <a:tr h="336826">
                    <a:tc>
                      <a:txBody>
                        <a:bodyPr/>
                        <a:lstStyle/>
                        <a:p>
                          <a:r>
                            <a:rPr lang="fr-FR" b="1" dirty="0"/>
                            <a:t>Total </a:t>
                          </a:r>
                        </a:p>
                      </a:txBody>
                      <a:tcPr/>
                    </a:tc>
                    <a:tc>
                      <a:txBody>
                        <a:bodyPr/>
                        <a:lstStyle/>
                        <a:p>
                          <a:r>
                            <a:rPr lang="fr-FR" dirty="0">
                              <a:solidFill>
                                <a:schemeClr val="tx1"/>
                              </a:solidFill>
                            </a:rPr>
                            <a:t>200</a:t>
                          </a:r>
                        </a:p>
                      </a:txBody>
                      <a:tcPr/>
                    </a:tc>
                    <a:tc>
                      <a:txBody>
                        <a:bodyPr/>
                        <a:lstStyle/>
                        <a:p>
                          <a:endParaRPr lang="fr-FR" dirty="0">
                            <a:solidFill>
                              <a:schemeClr val="tx1"/>
                            </a:solidFill>
                          </a:endParaRPr>
                        </a:p>
                      </a:txBody>
                      <a:tcPr/>
                    </a:tc>
                    <a:tc>
                      <a:txBody>
                        <a:bodyPr/>
                        <a:lstStyle/>
                        <a:p>
                          <a:r>
                            <a:rPr lang="fr-FR" dirty="0">
                              <a:solidFill>
                                <a:schemeClr val="tx1"/>
                              </a:solidFill>
                            </a:rPr>
                            <a:t>100%</a:t>
                          </a:r>
                        </a:p>
                      </a:txBody>
                      <a:tcPr/>
                    </a:tc>
                    <a:extLst>
                      <a:ext uri="{0D108BD9-81ED-4DB2-BD59-A6C34878D82A}">
                        <a16:rowId xmlns:a16="http://schemas.microsoft.com/office/drawing/2014/main" val="694170854"/>
                      </a:ext>
                    </a:extLst>
                  </a:tr>
                </a:tbl>
              </a:graphicData>
            </a:graphic>
          </p:graphicFrame>
        </mc:Choice>
        <mc:Fallback xmlns="">
          <p:graphicFrame>
            <p:nvGraphicFramePr>
              <p:cNvPr id="5" name="Tableau 5">
                <a:extLst>
                  <a:ext uri="{FF2B5EF4-FFF2-40B4-BE49-F238E27FC236}">
                    <a16:creationId xmlns:a16="http://schemas.microsoft.com/office/drawing/2014/main" id="{C5935286-E84C-4A5B-9E95-1C36A0F9B1CD}"/>
                  </a:ext>
                </a:extLst>
              </p:cNvPr>
              <p:cNvGraphicFramePr>
                <a:graphicFrameLocks noGrp="1"/>
              </p:cNvGraphicFramePr>
              <p:nvPr>
                <p:extLst>
                  <p:ext uri="{D42A27DB-BD31-4B8C-83A1-F6EECF244321}">
                    <p14:modId xmlns:p14="http://schemas.microsoft.com/office/powerpoint/2010/main" val="4123470430"/>
                  </p:ext>
                </p:extLst>
              </p:nvPr>
            </p:nvGraphicFramePr>
            <p:xfrm>
              <a:off x="180975" y="1849754"/>
              <a:ext cx="5133975" cy="2565718"/>
            </p:xfrm>
            <a:graphic>
              <a:graphicData uri="http://schemas.openxmlformats.org/drawingml/2006/table">
                <a:tbl>
                  <a:tblPr firstRow="1" bandRow="1">
                    <a:tableStyleId>{5C22544A-7EE6-4342-B048-85BDC9FD1C3A}</a:tableStyleId>
                  </a:tblPr>
                  <a:tblGrid>
                    <a:gridCol w="1556544">
                      <a:extLst>
                        <a:ext uri="{9D8B030D-6E8A-4147-A177-3AD203B41FA5}">
                          <a16:colId xmlns:a16="http://schemas.microsoft.com/office/drawing/2014/main" val="3196339109"/>
                        </a:ext>
                      </a:extLst>
                    </a:gridCol>
                    <a:gridCol w="1804873">
                      <a:extLst>
                        <a:ext uri="{9D8B030D-6E8A-4147-A177-3AD203B41FA5}">
                          <a16:colId xmlns:a16="http://schemas.microsoft.com/office/drawing/2014/main" val="623701906"/>
                        </a:ext>
                      </a:extLst>
                    </a:gridCol>
                    <a:gridCol w="915267">
                      <a:extLst>
                        <a:ext uri="{9D8B030D-6E8A-4147-A177-3AD203B41FA5}">
                          <a16:colId xmlns:a16="http://schemas.microsoft.com/office/drawing/2014/main" val="4094391380"/>
                        </a:ext>
                      </a:extLst>
                    </a:gridCol>
                    <a:gridCol w="857291">
                      <a:extLst>
                        <a:ext uri="{9D8B030D-6E8A-4147-A177-3AD203B41FA5}">
                          <a16:colId xmlns:a16="http://schemas.microsoft.com/office/drawing/2014/main" val="3619983102"/>
                        </a:ext>
                      </a:extLst>
                    </a:gridCol>
                  </a:tblGrid>
                  <a:tr h="371158">
                    <a:tc>
                      <a:txBody>
                        <a:bodyPr/>
                        <a:lstStyle/>
                        <a:p>
                          <a:r>
                            <a:rPr lang="fr-FR" dirty="0"/>
                            <a:t>Température</a:t>
                          </a:r>
                        </a:p>
                      </a:txBody>
                      <a:tcPr/>
                    </a:tc>
                    <a:tc>
                      <a:txBody>
                        <a:bodyPr/>
                        <a:lstStyle/>
                        <a:p>
                          <a:r>
                            <a:rPr lang="fr-FR" dirty="0"/>
                            <a:t>Nombre de jours</a:t>
                          </a:r>
                        </a:p>
                      </a:txBody>
                      <a:tcPr/>
                    </a:tc>
                    <a:tc>
                      <a:txBody>
                        <a:bodyPr/>
                        <a:lstStyle/>
                        <a:p>
                          <a:endParaRPr lang="fr-FR"/>
                        </a:p>
                      </a:txBody>
                      <a:tcPr>
                        <a:blipFill>
                          <a:blip r:embed="rId2"/>
                          <a:stretch>
                            <a:fillRect l="-368667" t="-8197" r="-97333" b="-616393"/>
                          </a:stretch>
                        </a:blipFill>
                      </a:tcPr>
                    </a:tc>
                    <a:tc>
                      <a:txBody>
                        <a:bodyPr/>
                        <a:lstStyle/>
                        <a:p>
                          <a:endParaRPr lang="fr-FR"/>
                        </a:p>
                      </a:txBody>
                      <a:tcPr>
                        <a:blipFill>
                          <a:blip r:embed="rId2"/>
                          <a:stretch>
                            <a:fillRect l="-498582" t="-8197" r="-3546" b="-616393"/>
                          </a:stretch>
                        </a:blipFill>
                      </a:tcPr>
                    </a:tc>
                    <a:extLst>
                      <a:ext uri="{0D108BD9-81ED-4DB2-BD59-A6C34878D82A}">
                        <a16:rowId xmlns:a16="http://schemas.microsoft.com/office/drawing/2014/main" val="751406549"/>
                      </a:ext>
                    </a:extLst>
                  </a:tr>
                  <a:tr h="365760">
                    <a:tc>
                      <a:txBody>
                        <a:bodyPr/>
                        <a:lstStyle/>
                        <a:p>
                          <a:r>
                            <a:rPr lang="fr-FR" dirty="0"/>
                            <a:t>-1</a:t>
                          </a:r>
                        </a:p>
                      </a:txBody>
                      <a:tcPr/>
                    </a:tc>
                    <a:tc>
                      <a:txBody>
                        <a:bodyPr/>
                        <a:lstStyle/>
                        <a:p>
                          <a:r>
                            <a:rPr lang="fr-FR" dirty="0">
                              <a:solidFill>
                                <a:schemeClr val="tx1"/>
                              </a:solidFill>
                            </a:rPr>
                            <a:t>40</a:t>
                          </a:r>
                        </a:p>
                      </a:txBody>
                      <a:tcPr/>
                    </a:tc>
                    <a:tc>
                      <a:txBody>
                        <a:bodyPr/>
                        <a:lstStyle/>
                        <a:p>
                          <a:r>
                            <a:rPr lang="fr-FR" dirty="0">
                              <a:solidFill>
                                <a:schemeClr val="tx1"/>
                              </a:solidFill>
                            </a:rPr>
                            <a:t>20%</a:t>
                          </a:r>
                        </a:p>
                      </a:txBody>
                      <a:tcPr/>
                    </a:tc>
                    <a:tc>
                      <a:txBody>
                        <a:bodyPr/>
                        <a:lstStyle/>
                        <a:p>
                          <a:r>
                            <a:rPr lang="fr-FR" dirty="0">
                              <a:solidFill>
                                <a:schemeClr val="tx1"/>
                              </a:solidFill>
                            </a:rPr>
                            <a:t>20%</a:t>
                          </a:r>
                        </a:p>
                      </a:txBody>
                      <a:tcPr/>
                    </a:tc>
                    <a:extLst>
                      <a:ext uri="{0D108BD9-81ED-4DB2-BD59-A6C34878D82A}">
                        <a16:rowId xmlns:a16="http://schemas.microsoft.com/office/drawing/2014/main" val="1597273899"/>
                      </a:ext>
                    </a:extLst>
                  </a:tr>
                  <a:tr h="365760">
                    <a:tc>
                      <a:txBody>
                        <a:bodyPr/>
                        <a:lstStyle/>
                        <a:p>
                          <a:r>
                            <a:rPr lang="fr-FR" dirty="0"/>
                            <a:t>0</a:t>
                          </a:r>
                        </a:p>
                      </a:txBody>
                      <a:tcPr/>
                    </a:tc>
                    <a:tc>
                      <a:txBody>
                        <a:bodyPr/>
                        <a:lstStyle/>
                        <a:p>
                          <a:r>
                            <a:rPr lang="fr-FR" dirty="0">
                              <a:solidFill>
                                <a:schemeClr val="tx1"/>
                              </a:solidFill>
                            </a:rPr>
                            <a:t>34</a:t>
                          </a:r>
                        </a:p>
                      </a:txBody>
                      <a:tcPr/>
                    </a:tc>
                    <a:tc>
                      <a:txBody>
                        <a:bodyPr/>
                        <a:lstStyle/>
                        <a:p>
                          <a:r>
                            <a:rPr lang="fr-FR" dirty="0">
                              <a:solidFill>
                                <a:schemeClr val="tx1"/>
                              </a:solidFill>
                            </a:rPr>
                            <a:t>37%</a:t>
                          </a:r>
                        </a:p>
                      </a:txBody>
                      <a:tcPr/>
                    </a:tc>
                    <a:tc>
                      <a:txBody>
                        <a:bodyPr/>
                        <a:lstStyle/>
                        <a:p>
                          <a:r>
                            <a:rPr lang="fr-FR" dirty="0">
                              <a:solidFill>
                                <a:schemeClr val="tx1"/>
                              </a:solidFill>
                            </a:rPr>
                            <a:t>17%</a:t>
                          </a:r>
                        </a:p>
                      </a:txBody>
                      <a:tcPr/>
                    </a:tc>
                    <a:extLst>
                      <a:ext uri="{0D108BD9-81ED-4DB2-BD59-A6C34878D82A}">
                        <a16:rowId xmlns:a16="http://schemas.microsoft.com/office/drawing/2014/main" val="3340744488"/>
                      </a:ext>
                    </a:extLst>
                  </a:tr>
                  <a:tr h="365760">
                    <a:tc>
                      <a:txBody>
                        <a:bodyPr/>
                        <a:lstStyle/>
                        <a:p>
                          <a:r>
                            <a:rPr lang="fr-FR" dirty="0"/>
                            <a:t>2</a:t>
                          </a:r>
                        </a:p>
                      </a:txBody>
                      <a:tcPr/>
                    </a:tc>
                    <a:tc>
                      <a:txBody>
                        <a:bodyPr/>
                        <a:lstStyle/>
                        <a:p>
                          <a:r>
                            <a:rPr lang="fr-FR" dirty="0">
                              <a:solidFill>
                                <a:schemeClr val="tx1"/>
                              </a:solidFill>
                            </a:rPr>
                            <a:t>86</a:t>
                          </a:r>
                        </a:p>
                      </a:txBody>
                      <a:tcPr/>
                    </a:tc>
                    <a:tc>
                      <a:txBody>
                        <a:bodyPr/>
                        <a:lstStyle/>
                        <a:p>
                          <a:r>
                            <a:rPr lang="fr-FR" dirty="0">
                              <a:solidFill>
                                <a:schemeClr val="tx1"/>
                              </a:solidFill>
                            </a:rPr>
                            <a:t>80%</a:t>
                          </a:r>
                        </a:p>
                      </a:txBody>
                      <a:tcPr/>
                    </a:tc>
                    <a:tc>
                      <a:txBody>
                        <a:bodyPr/>
                        <a:lstStyle/>
                        <a:p>
                          <a:r>
                            <a:rPr lang="fr-FR" dirty="0">
                              <a:solidFill>
                                <a:schemeClr val="tx1"/>
                              </a:solidFill>
                            </a:rPr>
                            <a:t>43%</a:t>
                          </a:r>
                        </a:p>
                      </a:txBody>
                      <a:tcPr/>
                    </a:tc>
                    <a:extLst>
                      <a:ext uri="{0D108BD9-81ED-4DB2-BD59-A6C34878D82A}">
                        <a16:rowId xmlns:a16="http://schemas.microsoft.com/office/drawing/2014/main" val="3117472185"/>
                      </a:ext>
                    </a:extLst>
                  </a:tr>
                  <a:tr h="365760">
                    <a:tc>
                      <a:txBody>
                        <a:bodyPr/>
                        <a:lstStyle/>
                        <a:p>
                          <a:r>
                            <a:rPr lang="fr-FR" dirty="0"/>
                            <a:t>3</a:t>
                          </a:r>
                        </a:p>
                      </a:txBody>
                      <a:tcPr/>
                    </a:tc>
                    <a:tc>
                      <a:txBody>
                        <a:bodyPr/>
                        <a:lstStyle/>
                        <a:p>
                          <a:r>
                            <a:rPr lang="fr-FR" dirty="0">
                              <a:solidFill>
                                <a:schemeClr val="tx1"/>
                              </a:solidFill>
                            </a:rPr>
                            <a:t>20</a:t>
                          </a:r>
                        </a:p>
                      </a:txBody>
                      <a:tcPr/>
                    </a:tc>
                    <a:tc>
                      <a:txBody>
                        <a:bodyPr/>
                        <a:lstStyle/>
                        <a:p>
                          <a:r>
                            <a:rPr lang="fr-FR" dirty="0">
                              <a:solidFill>
                                <a:schemeClr val="tx1"/>
                              </a:solidFill>
                            </a:rPr>
                            <a:t>90%</a:t>
                          </a:r>
                        </a:p>
                      </a:txBody>
                      <a:tcPr/>
                    </a:tc>
                    <a:tc>
                      <a:txBody>
                        <a:bodyPr/>
                        <a:lstStyle/>
                        <a:p>
                          <a:r>
                            <a:rPr lang="fr-FR" dirty="0">
                              <a:solidFill>
                                <a:schemeClr val="tx1"/>
                              </a:solidFill>
                            </a:rPr>
                            <a:t>10%</a:t>
                          </a:r>
                        </a:p>
                      </a:txBody>
                      <a:tcPr/>
                    </a:tc>
                    <a:extLst>
                      <a:ext uri="{0D108BD9-81ED-4DB2-BD59-A6C34878D82A}">
                        <a16:rowId xmlns:a16="http://schemas.microsoft.com/office/drawing/2014/main" val="2961163649"/>
                      </a:ext>
                    </a:extLst>
                  </a:tr>
                  <a:tr h="365760">
                    <a:tc>
                      <a:txBody>
                        <a:bodyPr/>
                        <a:lstStyle/>
                        <a:p>
                          <a:r>
                            <a:rPr lang="fr-FR" dirty="0"/>
                            <a:t>7</a:t>
                          </a:r>
                        </a:p>
                      </a:txBody>
                      <a:tcPr/>
                    </a:tc>
                    <a:tc>
                      <a:txBody>
                        <a:bodyPr/>
                        <a:lstStyle/>
                        <a:p>
                          <a:r>
                            <a:rPr lang="fr-FR" dirty="0">
                              <a:solidFill>
                                <a:schemeClr val="tx1"/>
                              </a:solidFill>
                            </a:rPr>
                            <a:t>20</a:t>
                          </a:r>
                        </a:p>
                      </a:txBody>
                      <a:tcPr/>
                    </a:tc>
                    <a:tc>
                      <a:txBody>
                        <a:bodyPr/>
                        <a:lstStyle/>
                        <a:p>
                          <a:r>
                            <a:rPr lang="fr-FR" dirty="0">
                              <a:solidFill>
                                <a:schemeClr val="tx1"/>
                              </a:solidFill>
                            </a:rPr>
                            <a:t>100%</a:t>
                          </a:r>
                        </a:p>
                      </a:txBody>
                      <a:tcPr/>
                    </a:tc>
                    <a:tc>
                      <a:txBody>
                        <a:bodyPr/>
                        <a:lstStyle/>
                        <a:p>
                          <a:r>
                            <a:rPr lang="fr-FR" dirty="0">
                              <a:solidFill>
                                <a:schemeClr val="tx1"/>
                              </a:solidFill>
                            </a:rPr>
                            <a:t>10%</a:t>
                          </a:r>
                        </a:p>
                      </a:txBody>
                      <a:tcPr/>
                    </a:tc>
                    <a:extLst>
                      <a:ext uri="{0D108BD9-81ED-4DB2-BD59-A6C34878D82A}">
                        <a16:rowId xmlns:a16="http://schemas.microsoft.com/office/drawing/2014/main" val="2867687223"/>
                      </a:ext>
                    </a:extLst>
                  </a:tr>
                  <a:tr h="365760">
                    <a:tc>
                      <a:txBody>
                        <a:bodyPr/>
                        <a:lstStyle/>
                        <a:p>
                          <a:r>
                            <a:rPr lang="fr-FR" b="1" dirty="0"/>
                            <a:t>Total </a:t>
                          </a:r>
                        </a:p>
                      </a:txBody>
                      <a:tcPr/>
                    </a:tc>
                    <a:tc>
                      <a:txBody>
                        <a:bodyPr/>
                        <a:lstStyle/>
                        <a:p>
                          <a:r>
                            <a:rPr lang="fr-FR" dirty="0">
                              <a:solidFill>
                                <a:schemeClr val="tx1"/>
                              </a:solidFill>
                            </a:rPr>
                            <a:t>200</a:t>
                          </a:r>
                        </a:p>
                      </a:txBody>
                      <a:tcPr/>
                    </a:tc>
                    <a:tc>
                      <a:txBody>
                        <a:bodyPr/>
                        <a:lstStyle/>
                        <a:p>
                          <a:endParaRPr lang="fr-FR" dirty="0">
                            <a:solidFill>
                              <a:schemeClr val="tx1"/>
                            </a:solidFill>
                          </a:endParaRPr>
                        </a:p>
                      </a:txBody>
                      <a:tcPr/>
                    </a:tc>
                    <a:tc>
                      <a:txBody>
                        <a:bodyPr/>
                        <a:lstStyle/>
                        <a:p>
                          <a:r>
                            <a:rPr lang="fr-FR" dirty="0">
                              <a:solidFill>
                                <a:schemeClr val="tx1"/>
                              </a:solidFill>
                            </a:rPr>
                            <a:t>100%</a:t>
                          </a:r>
                        </a:p>
                      </a:txBody>
                      <a:tcPr/>
                    </a:tc>
                    <a:extLst>
                      <a:ext uri="{0D108BD9-81ED-4DB2-BD59-A6C34878D82A}">
                        <a16:rowId xmlns:a16="http://schemas.microsoft.com/office/drawing/2014/main" val="694170854"/>
                      </a:ext>
                    </a:extLst>
                  </a:tr>
                </a:tbl>
              </a:graphicData>
            </a:graphic>
          </p:graphicFrame>
        </mc:Fallback>
      </mc:AlternateContent>
      <p:pic>
        <p:nvPicPr>
          <p:cNvPr id="6" name="Image 5">
            <a:extLst>
              <a:ext uri="{FF2B5EF4-FFF2-40B4-BE49-F238E27FC236}">
                <a16:creationId xmlns:a16="http://schemas.microsoft.com/office/drawing/2014/main" id="{C89D6DEA-6D91-456E-968B-68D46AFB39DB}"/>
              </a:ext>
            </a:extLst>
          </p:cNvPr>
          <p:cNvPicPr>
            <a:picLocks noChangeAspect="1"/>
          </p:cNvPicPr>
          <p:nvPr/>
        </p:nvPicPr>
        <p:blipFill>
          <a:blip r:embed="rId3"/>
          <a:stretch>
            <a:fillRect/>
          </a:stretch>
        </p:blipFill>
        <p:spPr>
          <a:xfrm>
            <a:off x="5610224" y="1974591"/>
            <a:ext cx="6247344" cy="4881761"/>
          </a:xfrm>
          <a:prstGeom prst="rect">
            <a:avLst/>
          </a:prstGeom>
        </p:spPr>
      </p:pic>
    </p:spTree>
    <p:extLst>
      <p:ext uri="{BB962C8B-B14F-4D97-AF65-F5344CB8AC3E}">
        <p14:creationId xmlns:p14="http://schemas.microsoft.com/office/powerpoint/2010/main" val="1632906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1524000" y="264676"/>
            <a:ext cx="9144000" cy="1230312"/>
          </a:xfrm>
        </p:spPr>
        <p:txBody>
          <a:bodyPr/>
          <a:lstStyle/>
          <a:p>
            <a:r>
              <a:rPr lang="fr-FR" dirty="0" err="1"/>
              <a:t>Exercise</a:t>
            </a:r>
            <a:r>
              <a:rPr lang="fr-FR" dirty="0"/>
              <a:t> 1 - Solution</a:t>
            </a:r>
          </a:p>
        </p:txBody>
      </p:sp>
      <p:sp>
        <p:nvSpPr>
          <p:cNvPr id="4" name="ZoneTexte 3">
            <a:extLst>
              <a:ext uri="{FF2B5EF4-FFF2-40B4-BE49-F238E27FC236}">
                <a16:creationId xmlns:a16="http://schemas.microsoft.com/office/drawing/2014/main" id="{DF25F7F9-D26E-4B65-8387-484298AE7CF4}"/>
              </a:ext>
            </a:extLst>
          </p:cNvPr>
          <p:cNvSpPr txBox="1"/>
          <p:nvPr/>
        </p:nvSpPr>
        <p:spPr>
          <a:xfrm>
            <a:off x="1123950" y="2552700"/>
            <a:ext cx="10039350" cy="923330"/>
          </a:xfrm>
          <a:prstGeom prst="rect">
            <a:avLst/>
          </a:prstGeom>
          <a:noFill/>
        </p:spPr>
        <p:txBody>
          <a:bodyPr wrap="square" rtlCol="0">
            <a:spAutoFit/>
          </a:bodyPr>
          <a:lstStyle/>
          <a:p>
            <a:endParaRPr lang="fr-FR" dirty="0"/>
          </a:p>
          <a:p>
            <a:endParaRPr lang="fr-FR" dirty="0"/>
          </a:p>
          <a:p>
            <a:endParaRPr lang="fr-FR" dirty="0"/>
          </a:p>
        </p:txBody>
      </p:sp>
      <mc:AlternateContent xmlns:mc="http://schemas.openxmlformats.org/markup-compatibility/2006" xmlns:a14="http://schemas.microsoft.com/office/drawing/2010/main">
        <mc:Choice Requires="a14">
          <p:graphicFrame>
            <p:nvGraphicFramePr>
              <p:cNvPr id="5" name="Tableau 5">
                <a:extLst>
                  <a:ext uri="{FF2B5EF4-FFF2-40B4-BE49-F238E27FC236}">
                    <a16:creationId xmlns:a16="http://schemas.microsoft.com/office/drawing/2014/main" id="{C5935286-E84C-4A5B-9E95-1C36A0F9B1CD}"/>
                  </a:ext>
                </a:extLst>
              </p:cNvPr>
              <p:cNvGraphicFramePr>
                <a:graphicFrameLocks noGrp="1"/>
              </p:cNvGraphicFramePr>
              <p:nvPr>
                <p:extLst>
                  <p:ext uri="{D42A27DB-BD31-4B8C-83A1-F6EECF244321}">
                    <p14:modId xmlns:p14="http://schemas.microsoft.com/office/powerpoint/2010/main" val="155412631"/>
                  </p:ext>
                </p:extLst>
              </p:nvPr>
            </p:nvGraphicFramePr>
            <p:xfrm>
              <a:off x="180975" y="1849754"/>
              <a:ext cx="5133975" cy="3108960"/>
            </p:xfrm>
            <a:graphic>
              <a:graphicData uri="http://schemas.openxmlformats.org/drawingml/2006/table">
                <a:tbl>
                  <a:tblPr firstRow="1" bandRow="1">
                    <a:tableStyleId>{5C22544A-7EE6-4342-B048-85BDC9FD1C3A}</a:tableStyleId>
                  </a:tblPr>
                  <a:tblGrid>
                    <a:gridCol w="1556544">
                      <a:extLst>
                        <a:ext uri="{9D8B030D-6E8A-4147-A177-3AD203B41FA5}">
                          <a16:colId xmlns:a16="http://schemas.microsoft.com/office/drawing/2014/main" val="3196339109"/>
                        </a:ext>
                      </a:extLst>
                    </a:gridCol>
                    <a:gridCol w="1582624">
                      <a:extLst>
                        <a:ext uri="{9D8B030D-6E8A-4147-A177-3AD203B41FA5}">
                          <a16:colId xmlns:a16="http://schemas.microsoft.com/office/drawing/2014/main" val="623701906"/>
                        </a:ext>
                      </a:extLst>
                    </a:gridCol>
                    <a:gridCol w="1137516">
                      <a:extLst>
                        <a:ext uri="{9D8B030D-6E8A-4147-A177-3AD203B41FA5}">
                          <a16:colId xmlns:a16="http://schemas.microsoft.com/office/drawing/2014/main" val="4094391380"/>
                        </a:ext>
                      </a:extLst>
                    </a:gridCol>
                    <a:gridCol w="857291">
                      <a:extLst>
                        <a:ext uri="{9D8B030D-6E8A-4147-A177-3AD203B41FA5}">
                          <a16:colId xmlns:a16="http://schemas.microsoft.com/office/drawing/2014/main" val="3619983102"/>
                        </a:ext>
                      </a:extLst>
                    </a:gridCol>
                  </a:tblGrid>
                  <a:tr h="337115">
                    <a:tc>
                      <a:txBody>
                        <a:bodyPr/>
                        <a:lstStyle/>
                        <a:p>
                          <a:r>
                            <a:rPr lang="fr-FR" dirty="0" err="1"/>
                            <a:t>Temperature</a:t>
                          </a:r>
                          <a:r>
                            <a:rPr lang="fr-FR" dirty="0"/>
                            <a:t>
</a:t>
                          </a:r>
                        </a:p>
                      </a:txBody>
                      <a:tcPr/>
                    </a:tc>
                    <a:tc>
                      <a:txBody>
                        <a:bodyPr/>
                        <a:lstStyle/>
                        <a:p>
                          <a:r>
                            <a:rPr lang="fr-FR" dirty="0" err="1"/>
                            <a:t>Number</a:t>
                          </a:r>
                          <a:r>
                            <a:rPr lang="fr-FR" dirty="0"/>
                            <a:t> of </a:t>
                          </a:r>
                          <a:r>
                            <a:rPr lang="fr-FR" dirty="0" err="1"/>
                            <a:t>days</a:t>
                          </a:r>
                          <a:r>
                            <a:rPr lang="fr-FR" dirty="0"/>
                            <a:t>
</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fr-FR" b="1" i="1" smtClean="0">
                                        <a:solidFill>
                                          <a:schemeClr val="bg1"/>
                                        </a:solidFill>
                                        <a:latin typeface="Cambria Math" panose="02040503050406030204" pitchFamily="18" charset="0"/>
                                      </a:rPr>
                                    </m:ctrlPr>
                                  </m:sSubSupPr>
                                  <m:e>
                                    <m:r>
                                      <a:rPr lang="fr-FR" b="1" i="1" smtClean="0">
                                        <a:solidFill>
                                          <a:schemeClr val="bg1"/>
                                        </a:solidFill>
                                        <a:latin typeface="Cambria Math" panose="02040503050406030204" pitchFamily="18" charset="0"/>
                                      </a:rPr>
                                      <m:t>𝒇</m:t>
                                    </m:r>
                                  </m:e>
                                  <m:sub>
                                    <m:r>
                                      <a:rPr lang="fr-FR" b="1" i="1">
                                        <a:solidFill>
                                          <a:schemeClr val="bg1"/>
                                        </a:solidFill>
                                        <a:latin typeface="Cambria Math" panose="02040503050406030204" pitchFamily="18" charset="0"/>
                                      </a:rPr>
                                      <m:t>𝒊</m:t>
                                    </m:r>
                                  </m:sub>
                                  <m:sup>
                                    <m:r>
                                      <a:rPr lang="fr-FR" b="1" i="1">
                                        <a:solidFill>
                                          <a:schemeClr val="bg1"/>
                                        </a:solidFill>
                                        <a:latin typeface="Cambria Math" panose="02040503050406030204" pitchFamily="18" charset="0"/>
                                      </a:rPr>
                                      <m:t>+</m:t>
                                    </m:r>
                                  </m:sup>
                                </m:sSubSup>
                              </m:oMath>
                            </m:oMathPara>
                          </a14:m>
                          <a:endParaRPr lang="fr-FR" b="1"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1" i="1" smtClean="0">
                                        <a:latin typeface="Cambria Math" panose="02040503050406030204" pitchFamily="18" charset="0"/>
                                      </a:rPr>
                                      <m:t>𝒇</m:t>
                                    </m:r>
                                  </m:e>
                                  <m:sub>
                                    <m:r>
                                      <a:rPr lang="fr-FR" b="1" i="1" smtClean="0">
                                        <a:latin typeface="Cambria Math" panose="02040503050406030204" pitchFamily="18" charset="0"/>
                                      </a:rPr>
                                      <m:t>𝒊</m:t>
                                    </m:r>
                                  </m:sub>
                                </m:sSub>
                              </m:oMath>
                            </m:oMathPara>
                          </a14:m>
                          <a:endParaRPr lang="fr-FR" dirty="0"/>
                        </a:p>
                      </a:txBody>
                      <a:tcPr/>
                    </a:tc>
                    <a:extLst>
                      <a:ext uri="{0D108BD9-81ED-4DB2-BD59-A6C34878D82A}">
                        <a16:rowId xmlns:a16="http://schemas.microsoft.com/office/drawing/2014/main" val="751406549"/>
                      </a:ext>
                    </a:extLst>
                  </a:tr>
                  <a:tr h="336826">
                    <a:tc>
                      <a:txBody>
                        <a:bodyPr/>
                        <a:lstStyle/>
                        <a:p>
                          <a:r>
                            <a:rPr lang="fr-FR" dirty="0"/>
                            <a:t>-1</a:t>
                          </a:r>
                        </a:p>
                      </a:txBody>
                      <a:tcPr/>
                    </a:tc>
                    <a:tc>
                      <a:txBody>
                        <a:bodyPr/>
                        <a:lstStyle/>
                        <a:p>
                          <a:r>
                            <a:rPr lang="fr-FR" dirty="0">
                              <a:solidFill>
                                <a:schemeClr val="tx1"/>
                              </a:solidFill>
                            </a:rPr>
                            <a:t>40</a:t>
                          </a:r>
                        </a:p>
                      </a:txBody>
                      <a:tcPr/>
                    </a:tc>
                    <a:tc>
                      <a:txBody>
                        <a:bodyPr/>
                        <a:lstStyle/>
                        <a:p>
                          <a:r>
                            <a:rPr lang="fr-FR" dirty="0">
                              <a:solidFill>
                                <a:schemeClr val="tx1"/>
                              </a:solidFill>
                            </a:rPr>
                            <a:t>20%</a:t>
                          </a:r>
                        </a:p>
                      </a:txBody>
                      <a:tcPr/>
                    </a:tc>
                    <a:tc>
                      <a:txBody>
                        <a:bodyPr/>
                        <a:lstStyle/>
                        <a:p>
                          <a:r>
                            <a:rPr lang="fr-FR" dirty="0">
                              <a:solidFill>
                                <a:schemeClr val="tx1"/>
                              </a:solidFill>
                            </a:rPr>
                            <a:t>20%</a:t>
                          </a:r>
                        </a:p>
                      </a:txBody>
                      <a:tcPr/>
                    </a:tc>
                    <a:extLst>
                      <a:ext uri="{0D108BD9-81ED-4DB2-BD59-A6C34878D82A}">
                        <a16:rowId xmlns:a16="http://schemas.microsoft.com/office/drawing/2014/main" val="1597273899"/>
                      </a:ext>
                    </a:extLst>
                  </a:tr>
                  <a:tr h="336826">
                    <a:tc>
                      <a:txBody>
                        <a:bodyPr/>
                        <a:lstStyle/>
                        <a:p>
                          <a:r>
                            <a:rPr lang="fr-FR" dirty="0"/>
                            <a:t>0</a:t>
                          </a:r>
                        </a:p>
                      </a:txBody>
                      <a:tcPr/>
                    </a:tc>
                    <a:tc>
                      <a:txBody>
                        <a:bodyPr/>
                        <a:lstStyle/>
                        <a:p>
                          <a:r>
                            <a:rPr lang="fr-FR" dirty="0">
                              <a:solidFill>
                                <a:schemeClr val="tx1"/>
                              </a:solidFill>
                            </a:rPr>
                            <a:t>34</a:t>
                          </a:r>
                        </a:p>
                      </a:txBody>
                      <a:tcPr/>
                    </a:tc>
                    <a:tc>
                      <a:txBody>
                        <a:bodyPr/>
                        <a:lstStyle/>
                        <a:p>
                          <a:r>
                            <a:rPr lang="fr-FR" dirty="0">
                              <a:solidFill>
                                <a:schemeClr val="tx1"/>
                              </a:solidFill>
                            </a:rPr>
                            <a:t>37%</a:t>
                          </a:r>
                        </a:p>
                      </a:txBody>
                      <a:tcPr/>
                    </a:tc>
                    <a:tc>
                      <a:txBody>
                        <a:bodyPr/>
                        <a:lstStyle/>
                        <a:p>
                          <a:r>
                            <a:rPr lang="fr-FR" dirty="0">
                              <a:solidFill>
                                <a:schemeClr val="tx1"/>
                              </a:solidFill>
                            </a:rPr>
                            <a:t>17%</a:t>
                          </a:r>
                        </a:p>
                      </a:txBody>
                      <a:tcPr/>
                    </a:tc>
                    <a:extLst>
                      <a:ext uri="{0D108BD9-81ED-4DB2-BD59-A6C34878D82A}">
                        <a16:rowId xmlns:a16="http://schemas.microsoft.com/office/drawing/2014/main" val="3340744488"/>
                      </a:ext>
                    </a:extLst>
                  </a:tr>
                  <a:tr h="336826">
                    <a:tc>
                      <a:txBody>
                        <a:bodyPr/>
                        <a:lstStyle/>
                        <a:p>
                          <a:r>
                            <a:rPr lang="fr-FR" dirty="0"/>
                            <a:t>2</a:t>
                          </a:r>
                        </a:p>
                      </a:txBody>
                      <a:tcPr/>
                    </a:tc>
                    <a:tc>
                      <a:txBody>
                        <a:bodyPr/>
                        <a:lstStyle/>
                        <a:p>
                          <a:r>
                            <a:rPr lang="fr-FR" dirty="0">
                              <a:solidFill>
                                <a:schemeClr val="tx1"/>
                              </a:solidFill>
                            </a:rPr>
                            <a:t>86</a:t>
                          </a:r>
                        </a:p>
                      </a:txBody>
                      <a:tcPr/>
                    </a:tc>
                    <a:tc>
                      <a:txBody>
                        <a:bodyPr/>
                        <a:lstStyle/>
                        <a:p>
                          <a:r>
                            <a:rPr lang="fr-FR" dirty="0">
                              <a:solidFill>
                                <a:schemeClr val="tx1"/>
                              </a:solidFill>
                            </a:rPr>
                            <a:t>80%</a:t>
                          </a:r>
                        </a:p>
                      </a:txBody>
                      <a:tcPr/>
                    </a:tc>
                    <a:tc>
                      <a:txBody>
                        <a:bodyPr/>
                        <a:lstStyle/>
                        <a:p>
                          <a:r>
                            <a:rPr lang="fr-FR" dirty="0">
                              <a:solidFill>
                                <a:schemeClr val="tx1"/>
                              </a:solidFill>
                            </a:rPr>
                            <a:t>43%</a:t>
                          </a:r>
                        </a:p>
                      </a:txBody>
                      <a:tcPr/>
                    </a:tc>
                    <a:extLst>
                      <a:ext uri="{0D108BD9-81ED-4DB2-BD59-A6C34878D82A}">
                        <a16:rowId xmlns:a16="http://schemas.microsoft.com/office/drawing/2014/main" val="3117472185"/>
                      </a:ext>
                    </a:extLst>
                  </a:tr>
                  <a:tr h="336826">
                    <a:tc>
                      <a:txBody>
                        <a:bodyPr/>
                        <a:lstStyle/>
                        <a:p>
                          <a:r>
                            <a:rPr lang="fr-FR" dirty="0"/>
                            <a:t>3</a:t>
                          </a:r>
                        </a:p>
                      </a:txBody>
                      <a:tcPr/>
                    </a:tc>
                    <a:tc>
                      <a:txBody>
                        <a:bodyPr/>
                        <a:lstStyle/>
                        <a:p>
                          <a:r>
                            <a:rPr lang="fr-FR" dirty="0">
                              <a:solidFill>
                                <a:schemeClr val="tx1"/>
                              </a:solidFill>
                            </a:rPr>
                            <a:t>20</a:t>
                          </a:r>
                        </a:p>
                      </a:txBody>
                      <a:tcPr/>
                    </a:tc>
                    <a:tc>
                      <a:txBody>
                        <a:bodyPr/>
                        <a:lstStyle/>
                        <a:p>
                          <a:r>
                            <a:rPr lang="fr-FR" dirty="0">
                              <a:solidFill>
                                <a:schemeClr val="tx1"/>
                              </a:solidFill>
                            </a:rPr>
                            <a:t>90%</a:t>
                          </a:r>
                        </a:p>
                      </a:txBody>
                      <a:tcPr/>
                    </a:tc>
                    <a:tc>
                      <a:txBody>
                        <a:bodyPr/>
                        <a:lstStyle/>
                        <a:p>
                          <a:r>
                            <a:rPr lang="fr-FR" dirty="0">
                              <a:solidFill>
                                <a:schemeClr val="tx1"/>
                              </a:solidFill>
                            </a:rPr>
                            <a:t>10%</a:t>
                          </a:r>
                        </a:p>
                      </a:txBody>
                      <a:tcPr/>
                    </a:tc>
                    <a:extLst>
                      <a:ext uri="{0D108BD9-81ED-4DB2-BD59-A6C34878D82A}">
                        <a16:rowId xmlns:a16="http://schemas.microsoft.com/office/drawing/2014/main" val="2961163649"/>
                      </a:ext>
                    </a:extLst>
                  </a:tr>
                  <a:tr h="336826">
                    <a:tc>
                      <a:txBody>
                        <a:bodyPr/>
                        <a:lstStyle/>
                        <a:p>
                          <a:r>
                            <a:rPr lang="fr-FR" dirty="0"/>
                            <a:t>7</a:t>
                          </a:r>
                        </a:p>
                      </a:txBody>
                      <a:tcPr/>
                    </a:tc>
                    <a:tc>
                      <a:txBody>
                        <a:bodyPr/>
                        <a:lstStyle/>
                        <a:p>
                          <a:r>
                            <a:rPr lang="fr-FR" dirty="0">
                              <a:solidFill>
                                <a:schemeClr val="tx1"/>
                              </a:solidFill>
                            </a:rPr>
                            <a:t>20</a:t>
                          </a:r>
                        </a:p>
                      </a:txBody>
                      <a:tcPr/>
                    </a:tc>
                    <a:tc>
                      <a:txBody>
                        <a:bodyPr/>
                        <a:lstStyle/>
                        <a:p>
                          <a:r>
                            <a:rPr lang="fr-FR" dirty="0">
                              <a:solidFill>
                                <a:schemeClr val="tx1"/>
                              </a:solidFill>
                            </a:rPr>
                            <a:t>100%</a:t>
                          </a:r>
                        </a:p>
                      </a:txBody>
                      <a:tcPr/>
                    </a:tc>
                    <a:tc>
                      <a:txBody>
                        <a:bodyPr/>
                        <a:lstStyle/>
                        <a:p>
                          <a:r>
                            <a:rPr lang="fr-FR" dirty="0">
                              <a:solidFill>
                                <a:schemeClr val="tx1"/>
                              </a:solidFill>
                            </a:rPr>
                            <a:t>10%</a:t>
                          </a:r>
                        </a:p>
                      </a:txBody>
                      <a:tcPr/>
                    </a:tc>
                    <a:extLst>
                      <a:ext uri="{0D108BD9-81ED-4DB2-BD59-A6C34878D82A}">
                        <a16:rowId xmlns:a16="http://schemas.microsoft.com/office/drawing/2014/main" val="2867687223"/>
                      </a:ext>
                    </a:extLst>
                  </a:tr>
                  <a:tr h="336826">
                    <a:tc>
                      <a:txBody>
                        <a:bodyPr/>
                        <a:lstStyle/>
                        <a:p>
                          <a:r>
                            <a:rPr lang="fr-FR" b="1" dirty="0"/>
                            <a:t>Total </a:t>
                          </a:r>
                        </a:p>
                      </a:txBody>
                      <a:tcPr/>
                    </a:tc>
                    <a:tc>
                      <a:txBody>
                        <a:bodyPr/>
                        <a:lstStyle/>
                        <a:p>
                          <a:r>
                            <a:rPr lang="fr-FR" dirty="0">
                              <a:solidFill>
                                <a:schemeClr val="tx1"/>
                              </a:solidFill>
                            </a:rPr>
                            <a:t>200</a:t>
                          </a:r>
                        </a:p>
                      </a:txBody>
                      <a:tcPr/>
                    </a:tc>
                    <a:tc>
                      <a:txBody>
                        <a:bodyPr/>
                        <a:lstStyle/>
                        <a:p>
                          <a:endParaRPr lang="fr-FR" dirty="0">
                            <a:solidFill>
                              <a:schemeClr val="tx1"/>
                            </a:solidFill>
                          </a:endParaRPr>
                        </a:p>
                      </a:txBody>
                      <a:tcPr/>
                    </a:tc>
                    <a:tc>
                      <a:txBody>
                        <a:bodyPr/>
                        <a:lstStyle/>
                        <a:p>
                          <a:r>
                            <a:rPr lang="fr-FR" dirty="0">
                              <a:solidFill>
                                <a:schemeClr val="tx1"/>
                              </a:solidFill>
                            </a:rPr>
                            <a:t>100%</a:t>
                          </a:r>
                        </a:p>
                      </a:txBody>
                      <a:tcPr/>
                    </a:tc>
                    <a:extLst>
                      <a:ext uri="{0D108BD9-81ED-4DB2-BD59-A6C34878D82A}">
                        <a16:rowId xmlns:a16="http://schemas.microsoft.com/office/drawing/2014/main" val="694170854"/>
                      </a:ext>
                    </a:extLst>
                  </a:tr>
                </a:tbl>
              </a:graphicData>
            </a:graphic>
          </p:graphicFrame>
        </mc:Choice>
        <mc:Fallback xmlns="">
          <p:graphicFrame>
            <p:nvGraphicFramePr>
              <p:cNvPr id="5" name="Tableau 5">
                <a:extLst>
                  <a:ext uri="{FF2B5EF4-FFF2-40B4-BE49-F238E27FC236}">
                    <a16:creationId xmlns:a16="http://schemas.microsoft.com/office/drawing/2014/main" id="{C5935286-E84C-4A5B-9E95-1C36A0F9B1CD}"/>
                  </a:ext>
                </a:extLst>
              </p:cNvPr>
              <p:cNvGraphicFramePr>
                <a:graphicFrameLocks noGrp="1"/>
              </p:cNvGraphicFramePr>
              <p:nvPr>
                <p:extLst>
                  <p:ext uri="{D42A27DB-BD31-4B8C-83A1-F6EECF244321}">
                    <p14:modId xmlns:p14="http://schemas.microsoft.com/office/powerpoint/2010/main" val="155412631"/>
                  </p:ext>
                </p:extLst>
              </p:nvPr>
            </p:nvGraphicFramePr>
            <p:xfrm>
              <a:off x="180975" y="1849754"/>
              <a:ext cx="5133975" cy="3108960"/>
            </p:xfrm>
            <a:graphic>
              <a:graphicData uri="http://schemas.openxmlformats.org/drawingml/2006/table">
                <a:tbl>
                  <a:tblPr firstRow="1" bandRow="1">
                    <a:tableStyleId>{5C22544A-7EE6-4342-B048-85BDC9FD1C3A}</a:tableStyleId>
                  </a:tblPr>
                  <a:tblGrid>
                    <a:gridCol w="1556544">
                      <a:extLst>
                        <a:ext uri="{9D8B030D-6E8A-4147-A177-3AD203B41FA5}">
                          <a16:colId xmlns:a16="http://schemas.microsoft.com/office/drawing/2014/main" val="3196339109"/>
                        </a:ext>
                      </a:extLst>
                    </a:gridCol>
                    <a:gridCol w="1582624">
                      <a:extLst>
                        <a:ext uri="{9D8B030D-6E8A-4147-A177-3AD203B41FA5}">
                          <a16:colId xmlns:a16="http://schemas.microsoft.com/office/drawing/2014/main" val="623701906"/>
                        </a:ext>
                      </a:extLst>
                    </a:gridCol>
                    <a:gridCol w="1137516">
                      <a:extLst>
                        <a:ext uri="{9D8B030D-6E8A-4147-A177-3AD203B41FA5}">
                          <a16:colId xmlns:a16="http://schemas.microsoft.com/office/drawing/2014/main" val="4094391380"/>
                        </a:ext>
                      </a:extLst>
                    </a:gridCol>
                    <a:gridCol w="857291">
                      <a:extLst>
                        <a:ext uri="{9D8B030D-6E8A-4147-A177-3AD203B41FA5}">
                          <a16:colId xmlns:a16="http://schemas.microsoft.com/office/drawing/2014/main" val="3619983102"/>
                        </a:ext>
                      </a:extLst>
                    </a:gridCol>
                  </a:tblGrid>
                  <a:tr h="914400">
                    <a:tc>
                      <a:txBody>
                        <a:bodyPr/>
                        <a:lstStyle/>
                        <a:p>
                          <a:r>
                            <a:rPr lang="fr-FR" dirty="0" err="1"/>
                            <a:t>Temperature</a:t>
                          </a:r>
                          <a:r>
                            <a:rPr lang="fr-FR" dirty="0"/>
                            <a:t>
</a:t>
                          </a:r>
                        </a:p>
                      </a:txBody>
                      <a:tcPr/>
                    </a:tc>
                    <a:tc>
                      <a:txBody>
                        <a:bodyPr/>
                        <a:lstStyle/>
                        <a:p>
                          <a:r>
                            <a:rPr lang="fr-FR" dirty="0" err="1"/>
                            <a:t>Number</a:t>
                          </a:r>
                          <a:r>
                            <a:rPr lang="fr-FR" dirty="0"/>
                            <a:t> of </a:t>
                          </a:r>
                          <a:r>
                            <a:rPr lang="fr-FR" dirty="0" err="1"/>
                            <a:t>days</a:t>
                          </a:r>
                          <a:r>
                            <a:rPr lang="fr-FR" dirty="0"/>
                            <a:t>
</a:t>
                          </a:r>
                        </a:p>
                      </a:txBody>
                      <a:tcPr/>
                    </a:tc>
                    <a:tc>
                      <a:txBody>
                        <a:bodyPr/>
                        <a:lstStyle/>
                        <a:p>
                          <a:endParaRPr lang="fr-FR"/>
                        </a:p>
                      </a:txBody>
                      <a:tcPr>
                        <a:blipFill>
                          <a:blip r:embed="rId2"/>
                          <a:stretch>
                            <a:fillRect l="-275936" t="-3333" r="-78075" b="-250667"/>
                          </a:stretch>
                        </a:blipFill>
                      </a:tcPr>
                    </a:tc>
                    <a:tc>
                      <a:txBody>
                        <a:bodyPr/>
                        <a:lstStyle/>
                        <a:p>
                          <a:endParaRPr lang="fr-FR"/>
                        </a:p>
                      </a:txBody>
                      <a:tcPr>
                        <a:blipFill>
                          <a:blip r:embed="rId2"/>
                          <a:stretch>
                            <a:fillRect l="-498582" t="-3333" r="-3546" b="-250667"/>
                          </a:stretch>
                        </a:blipFill>
                      </a:tcPr>
                    </a:tc>
                    <a:extLst>
                      <a:ext uri="{0D108BD9-81ED-4DB2-BD59-A6C34878D82A}">
                        <a16:rowId xmlns:a16="http://schemas.microsoft.com/office/drawing/2014/main" val="751406549"/>
                      </a:ext>
                    </a:extLst>
                  </a:tr>
                  <a:tr h="365760">
                    <a:tc>
                      <a:txBody>
                        <a:bodyPr/>
                        <a:lstStyle/>
                        <a:p>
                          <a:r>
                            <a:rPr lang="fr-FR" dirty="0"/>
                            <a:t>-1</a:t>
                          </a:r>
                        </a:p>
                      </a:txBody>
                      <a:tcPr/>
                    </a:tc>
                    <a:tc>
                      <a:txBody>
                        <a:bodyPr/>
                        <a:lstStyle/>
                        <a:p>
                          <a:r>
                            <a:rPr lang="fr-FR" dirty="0">
                              <a:solidFill>
                                <a:schemeClr val="tx1"/>
                              </a:solidFill>
                            </a:rPr>
                            <a:t>40</a:t>
                          </a:r>
                        </a:p>
                      </a:txBody>
                      <a:tcPr/>
                    </a:tc>
                    <a:tc>
                      <a:txBody>
                        <a:bodyPr/>
                        <a:lstStyle/>
                        <a:p>
                          <a:r>
                            <a:rPr lang="fr-FR" dirty="0">
                              <a:solidFill>
                                <a:schemeClr val="tx1"/>
                              </a:solidFill>
                            </a:rPr>
                            <a:t>20%</a:t>
                          </a:r>
                        </a:p>
                      </a:txBody>
                      <a:tcPr/>
                    </a:tc>
                    <a:tc>
                      <a:txBody>
                        <a:bodyPr/>
                        <a:lstStyle/>
                        <a:p>
                          <a:r>
                            <a:rPr lang="fr-FR" dirty="0">
                              <a:solidFill>
                                <a:schemeClr val="tx1"/>
                              </a:solidFill>
                            </a:rPr>
                            <a:t>20%</a:t>
                          </a:r>
                        </a:p>
                      </a:txBody>
                      <a:tcPr/>
                    </a:tc>
                    <a:extLst>
                      <a:ext uri="{0D108BD9-81ED-4DB2-BD59-A6C34878D82A}">
                        <a16:rowId xmlns:a16="http://schemas.microsoft.com/office/drawing/2014/main" val="1597273899"/>
                      </a:ext>
                    </a:extLst>
                  </a:tr>
                  <a:tr h="365760">
                    <a:tc>
                      <a:txBody>
                        <a:bodyPr/>
                        <a:lstStyle/>
                        <a:p>
                          <a:r>
                            <a:rPr lang="fr-FR" dirty="0"/>
                            <a:t>0</a:t>
                          </a:r>
                        </a:p>
                      </a:txBody>
                      <a:tcPr/>
                    </a:tc>
                    <a:tc>
                      <a:txBody>
                        <a:bodyPr/>
                        <a:lstStyle/>
                        <a:p>
                          <a:r>
                            <a:rPr lang="fr-FR" dirty="0">
                              <a:solidFill>
                                <a:schemeClr val="tx1"/>
                              </a:solidFill>
                            </a:rPr>
                            <a:t>34</a:t>
                          </a:r>
                        </a:p>
                      </a:txBody>
                      <a:tcPr/>
                    </a:tc>
                    <a:tc>
                      <a:txBody>
                        <a:bodyPr/>
                        <a:lstStyle/>
                        <a:p>
                          <a:r>
                            <a:rPr lang="fr-FR" dirty="0">
                              <a:solidFill>
                                <a:schemeClr val="tx1"/>
                              </a:solidFill>
                            </a:rPr>
                            <a:t>37%</a:t>
                          </a:r>
                        </a:p>
                      </a:txBody>
                      <a:tcPr/>
                    </a:tc>
                    <a:tc>
                      <a:txBody>
                        <a:bodyPr/>
                        <a:lstStyle/>
                        <a:p>
                          <a:r>
                            <a:rPr lang="fr-FR" dirty="0">
                              <a:solidFill>
                                <a:schemeClr val="tx1"/>
                              </a:solidFill>
                            </a:rPr>
                            <a:t>17%</a:t>
                          </a:r>
                        </a:p>
                      </a:txBody>
                      <a:tcPr/>
                    </a:tc>
                    <a:extLst>
                      <a:ext uri="{0D108BD9-81ED-4DB2-BD59-A6C34878D82A}">
                        <a16:rowId xmlns:a16="http://schemas.microsoft.com/office/drawing/2014/main" val="3340744488"/>
                      </a:ext>
                    </a:extLst>
                  </a:tr>
                  <a:tr h="365760">
                    <a:tc>
                      <a:txBody>
                        <a:bodyPr/>
                        <a:lstStyle/>
                        <a:p>
                          <a:r>
                            <a:rPr lang="fr-FR" dirty="0"/>
                            <a:t>2</a:t>
                          </a:r>
                        </a:p>
                      </a:txBody>
                      <a:tcPr/>
                    </a:tc>
                    <a:tc>
                      <a:txBody>
                        <a:bodyPr/>
                        <a:lstStyle/>
                        <a:p>
                          <a:r>
                            <a:rPr lang="fr-FR" dirty="0">
                              <a:solidFill>
                                <a:schemeClr val="tx1"/>
                              </a:solidFill>
                            </a:rPr>
                            <a:t>86</a:t>
                          </a:r>
                        </a:p>
                      </a:txBody>
                      <a:tcPr/>
                    </a:tc>
                    <a:tc>
                      <a:txBody>
                        <a:bodyPr/>
                        <a:lstStyle/>
                        <a:p>
                          <a:r>
                            <a:rPr lang="fr-FR" dirty="0">
                              <a:solidFill>
                                <a:schemeClr val="tx1"/>
                              </a:solidFill>
                            </a:rPr>
                            <a:t>80%</a:t>
                          </a:r>
                        </a:p>
                      </a:txBody>
                      <a:tcPr/>
                    </a:tc>
                    <a:tc>
                      <a:txBody>
                        <a:bodyPr/>
                        <a:lstStyle/>
                        <a:p>
                          <a:r>
                            <a:rPr lang="fr-FR" dirty="0">
                              <a:solidFill>
                                <a:schemeClr val="tx1"/>
                              </a:solidFill>
                            </a:rPr>
                            <a:t>43%</a:t>
                          </a:r>
                        </a:p>
                      </a:txBody>
                      <a:tcPr/>
                    </a:tc>
                    <a:extLst>
                      <a:ext uri="{0D108BD9-81ED-4DB2-BD59-A6C34878D82A}">
                        <a16:rowId xmlns:a16="http://schemas.microsoft.com/office/drawing/2014/main" val="3117472185"/>
                      </a:ext>
                    </a:extLst>
                  </a:tr>
                  <a:tr h="365760">
                    <a:tc>
                      <a:txBody>
                        <a:bodyPr/>
                        <a:lstStyle/>
                        <a:p>
                          <a:r>
                            <a:rPr lang="fr-FR" dirty="0"/>
                            <a:t>3</a:t>
                          </a:r>
                        </a:p>
                      </a:txBody>
                      <a:tcPr/>
                    </a:tc>
                    <a:tc>
                      <a:txBody>
                        <a:bodyPr/>
                        <a:lstStyle/>
                        <a:p>
                          <a:r>
                            <a:rPr lang="fr-FR" dirty="0">
                              <a:solidFill>
                                <a:schemeClr val="tx1"/>
                              </a:solidFill>
                            </a:rPr>
                            <a:t>20</a:t>
                          </a:r>
                        </a:p>
                      </a:txBody>
                      <a:tcPr/>
                    </a:tc>
                    <a:tc>
                      <a:txBody>
                        <a:bodyPr/>
                        <a:lstStyle/>
                        <a:p>
                          <a:r>
                            <a:rPr lang="fr-FR" dirty="0">
                              <a:solidFill>
                                <a:schemeClr val="tx1"/>
                              </a:solidFill>
                            </a:rPr>
                            <a:t>90%</a:t>
                          </a:r>
                        </a:p>
                      </a:txBody>
                      <a:tcPr/>
                    </a:tc>
                    <a:tc>
                      <a:txBody>
                        <a:bodyPr/>
                        <a:lstStyle/>
                        <a:p>
                          <a:r>
                            <a:rPr lang="fr-FR" dirty="0">
                              <a:solidFill>
                                <a:schemeClr val="tx1"/>
                              </a:solidFill>
                            </a:rPr>
                            <a:t>10%</a:t>
                          </a:r>
                        </a:p>
                      </a:txBody>
                      <a:tcPr/>
                    </a:tc>
                    <a:extLst>
                      <a:ext uri="{0D108BD9-81ED-4DB2-BD59-A6C34878D82A}">
                        <a16:rowId xmlns:a16="http://schemas.microsoft.com/office/drawing/2014/main" val="2961163649"/>
                      </a:ext>
                    </a:extLst>
                  </a:tr>
                  <a:tr h="365760">
                    <a:tc>
                      <a:txBody>
                        <a:bodyPr/>
                        <a:lstStyle/>
                        <a:p>
                          <a:r>
                            <a:rPr lang="fr-FR" dirty="0"/>
                            <a:t>7</a:t>
                          </a:r>
                        </a:p>
                      </a:txBody>
                      <a:tcPr/>
                    </a:tc>
                    <a:tc>
                      <a:txBody>
                        <a:bodyPr/>
                        <a:lstStyle/>
                        <a:p>
                          <a:r>
                            <a:rPr lang="fr-FR" dirty="0">
                              <a:solidFill>
                                <a:schemeClr val="tx1"/>
                              </a:solidFill>
                            </a:rPr>
                            <a:t>20</a:t>
                          </a:r>
                        </a:p>
                      </a:txBody>
                      <a:tcPr/>
                    </a:tc>
                    <a:tc>
                      <a:txBody>
                        <a:bodyPr/>
                        <a:lstStyle/>
                        <a:p>
                          <a:r>
                            <a:rPr lang="fr-FR" dirty="0">
                              <a:solidFill>
                                <a:schemeClr val="tx1"/>
                              </a:solidFill>
                            </a:rPr>
                            <a:t>100%</a:t>
                          </a:r>
                        </a:p>
                      </a:txBody>
                      <a:tcPr/>
                    </a:tc>
                    <a:tc>
                      <a:txBody>
                        <a:bodyPr/>
                        <a:lstStyle/>
                        <a:p>
                          <a:r>
                            <a:rPr lang="fr-FR" dirty="0">
                              <a:solidFill>
                                <a:schemeClr val="tx1"/>
                              </a:solidFill>
                            </a:rPr>
                            <a:t>10%</a:t>
                          </a:r>
                        </a:p>
                      </a:txBody>
                      <a:tcPr/>
                    </a:tc>
                    <a:extLst>
                      <a:ext uri="{0D108BD9-81ED-4DB2-BD59-A6C34878D82A}">
                        <a16:rowId xmlns:a16="http://schemas.microsoft.com/office/drawing/2014/main" val="2867687223"/>
                      </a:ext>
                    </a:extLst>
                  </a:tr>
                  <a:tr h="365760">
                    <a:tc>
                      <a:txBody>
                        <a:bodyPr/>
                        <a:lstStyle/>
                        <a:p>
                          <a:r>
                            <a:rPr lang="fr-FR" b="1" dirty="0"/>
                            <a:t>Total </a:t>
                          </a:r>
                        </a:p>
                      </a:txBody>
                      <a:tcPr/>
                    </a:tc>
                    <a:tc>
                      <a:txBody>
                        <a:bodyPr/>
                        <a:lstStyle/>
                        <a:p>
                          <a:r>
                            <a:rPr lang="fr-FR" dirty="0">
                              <a:solidFill>
                                <a:schemeClr val="tx1"/>
                              </a:solidFill>
                            </a:rPr>
                            <a:t>200</a:t>
                          </a:r>
                        </a:p>
                      </a:txBody>
                      <a:tcPr/>
                    </a:tc>
                    <a:tc>
                      <a:txBody>
                        <a:bodyPr/>
                        <a:lstStyle/>
                        <a:p>
                          <a:endParaRPr lang="fr-FR" dirty="0">
                            <a:solidFill>
                              <a:schemeClr val="tx1"/>
                            </a:solidFill>
                          </a:endParaRPr>
                        </a:p>
                      </a:txBody>
                      <a:tcPr/>
                    </a:tc>
                    <a:tc>
                      <a:txBody>
                        <a:bodyPr/>
                        <a:lstStyle/>
                        <a:p>
                          <a:r>
                            <a:rPr lang="fr-FR" dirty="0">
                              <a:solidFill>
                                <a:schemeClr val="tx1"/>
                              </a:solidFill>
                            </a:rPr>
                            <a:t>100%</a:t>
                          </a:r>
                        </a:p>
                      </a:txBody>
                      <a:tcPr/>
                    </a:tc>
                    <a:extLst>
                      <a:ext uri="{0D108BD9-81ED-4DB2-BD59-A6C34878D82A}">
                        <a16:rowId xmlns:a16="http://schemas.microsoft.com/office/drawing/2014/main" val="694170854"/>
                      </a:ext>
                    </a:extLst>
                  </a:tr>
                </a:tbl>
              </a:graphicData>
            </a:graphic>
          </p:graphicFrame>
        </mc:Fallback>
      </mc:AlternateContent>
      <p:pic>
        <p:nvPicPr>
          <p:cNvPr id="7" name="Image 6">
            <a:extLst>
              <a:ext uri="{FF2B5EF4-FFF2-40B4-BE49-F238E27FC236}">
                <a16:creationId xmlns:a16="http://schemas.microsoft.com/office/drawing/2014/main" id="{5B838518-7C53-4901-924B-9F6D0B5CF932}"/>
              </a:ext>
            </a:extLst>
          </p:cNvPr>
          <p:cNvPicPr>
            <a:picLocks noChangeAspect="1"/>
          </p:cNvPicPr>
          <p:nvPr/>
        </p:nvPicPr>
        <p:blipFill>
          <a:blip r:embed="rId3"/>
          <a:stretch>
            <a:fillRect/>
          </a:stretch>
        </p:blipFill>
        <p:spPr>
          <a:xfrm>
            <a:off x="6257925" y="1849754"/>
            <a:ext cx="4429125" cy="4338638"/>
          </a:xfrm>
          <a:prstGeom prst="rect">
            <a:avLst/>
          </a:prstGeom>
        </p:spPr>
      </p:pic>
    </p:spTree>
    <p:extLst>
      <p:ext uri="{BB962C8B-B14F-4D97-AF65-F5344CB8AC3E}">
        <p14:creationId xmlns:p14="http://schemas.microsoft.com/office/powerpoint/2010/main" val="925746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838200" y="214153"/>
            <a:ext cx="10515600" cy="1325563"/>
          </a:xfrm>
        </p:spPr>
        <p:txBody>
          <a:bodyPr/>
          <a:lstStyle/>
          <a:p>
            <a:pPr algn="ctr"/>
            <a:r>
              <a:rPr lang="fr-FR" dirty="0" err="1"/>
              <a:t>Exercise</a:t>
            </a:r>
            <a:r>
              <a:rPr lang="fr-FR" dirty="0"/>
              <a:t> 2</a:t>
            </a: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838200" y="1539716"/>
            <a:ext cx="10515600" cy="4842034"/>
          </a:xfrm>
        </p:spPr>
        <p:txBody>
          <a:bodyPr>
            <a:normAutofit fontScale="70000" lnSpcReduction="20000"/>
          </a:bodyPr>
          <a:lstStyle/>
          <a:p>
            <a:pPr marL="0" indent="0">
              <a:buNone/>
            </a:pPr>
            <a:r>
              <a:rPr lang="en-US" sz="2900" dirty="0"/>
              <a:t>We studied the morning speed (i.e. measured (in Km/h) between 7am and 7.30am) of the wind over 240 days chosen randomly</a:t>
            </a:r>
            <a:r>
              <a:rPr lang="en-US" sz="2000" dirty="0"/>
              <a:t> </a:t>
            </a:r>
            <a:r>
              <a:rPr lang="en-US" sz="2900" dirty="0"/>
              <a:t>from the winter periods observed over the last 20 years. 
The data are represented in the following table:
</a:t>
            </a: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pPr marL="0" indent="0">
              <a:buNone/>
            </a:pPr>
            <a:endParaRPr lang="fr-FR" sz="2900" dirty="0"/>
          </a:p>
          <a:p>
            <a:endParaRPr lang="fr-FR" sz="2900" dirty="0"/>
          </a:p>
          <a:p>
            <a:pPr marL="285750" indent="-285750">
              <a:buFontTx/>
              <a:buChar char="-"/>
            </a:pPr>
            <a:r>
              <a:rPr lang="en-US" sz="2900" dirty="0"/>
              <a:t>Represent Graphically  data
Plot the curve of increasing cumulative frequencies</a:t>
            </a:r>
            <a:endParaRPr lang="fr-FR" sz="2900" dirty="0"/>
          </a:p>
          <a:p>
            <a:pPr marL="0" indent="0">
              <a:buNone/>
            </a:pPr>
            <a:endParaRPr lang="fr-FR" dirty="0"/>
          </a:p>
        </p:txBody>
      </p:sp>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3053574097"/>
              </p:ext>
            </p:extLst>
          </p:nvPr>
        </p:nvGraphicFramePr>
        <p:xfrm>
          <a:off x="5103283" y="2713593"/>
          <a:ext cx="3612092" cy="2494280"/>
        </p:xfrm>
        <a:graphic>
          <a:graphicData uri="http://schemas.openxmlformats.org/drawingml/2006/table">
            <a:tbl>
              <a:tblPr firstRow="1" bandRow="1">
                <a:tableStyleId>{5C22544A-7EE6-4342-B048-85BDC9FD1C3A}</a:tableStyleId>
              </a:tblPr>
              <a:tblGrid>
                <a:gridCol w="1630744">
                  <a:extLst>
                    <a:ext uri="{9D8B030D-6E8A-4147-A177-3AD203B41FA5}">
                      <a16:colId xmlns:a16="http://schemas.microsoft.com/office/drawing/2014/main" val="2512171411"/>
                    </a:ext>
                  </a:extLst>
                </a:gridCol>
                <a:gridCol w="1981348">
                  <a:extLst>
                    <a:ext uri="{9D8B030D-6E8A-4147-A177-3AD203B41FA5}">
                      <a16:colId xmlns:a16="http://schemas.microsoft.com/office/drawing/2014/main" val="174336170"/>
                    </a:ext>
                  </a:extLst>
                </a:gridCol>
              </a:tblGrid>
              <a:tr h="370840">
                <a:tc>
                  <a:txBody>
                    <a:bodyPr/>
                    <a:lstStyle/>
                    <a:p>
                      <a:r>
                        <a:rPr lang="fr-FR" dirty="0"/>
                        <a:t>Speed
</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1533465849"/>
                  </a:ext>
                </a:extLst>
              </a:tr>
              <a:tr h="370840">
                <a:tc>
                  <a:txBody>
                    <a:bodyPr/>
                    <a:lstStyle/>
                    <a:p>
                      <a:r>
                        <a:rPr lang="fr-FR" dirty="0"/>
                        <a:t>[0 ; 10[</a:t>
                      </a:r>
                    </a:p>
                  </a:txBody>
                  <a:tcPr/>
                </a:tc>
                <a:tc>
                  <a:txBody>
                    <a:bodyPr/>
                    <a:lstStyle/>
                    <a:p>
                      <a:r>
                        <a:rPr lang="fr-FR" dirty="0"/>
                        <a:t>42</a:t>
                      </a:r>
                    </a:p>
                  </a:txBody>
                  <a:tcPr/>
                </a:tc>
                <a:extLst>
                  <a:ext uri="{0D108BD9-81ED-4DB2-BD59-A6C34878D82A}">
                    <a16:rowId xmlns:a16="http://schemas.microsoft.com/office/drawing/2014/main" val="3657244147"/>
                  </a:ext>
                </a:extLst>
              </a:tr>
              <a:tr h="370840">
                <a:tc>
                  <a:txBody>
                    <a:bodyPr/>
                    <a:lstStyle/>
                    <a:p>
                      <a:r>
                        <a:rPr lang="fr-FR" dirty="0"/>
                        <a:t>[10 ; 30[</a:t>
                      </a:r>
                    </a:p>
                  </a:txBody>
                  <a:tcPr/>
                </a:tc>
                <a:tc>
                  <a:txBody>
                    <a:bodyPr/>
                    <a:lstStyle/>
                    <a:p>
                      <a:r>
                        <a:rPr lang="fr-FR" dirty="0"/>
                        <a:t>48</a:t>
                      </a:r>
                    </a:p>
                  </a:txBody>
                  <a:tcPr/>
                </a:tc>
                <a:extLst>
                  <a:ext uri="{0D108BD9-81ED-4DB2-BD59-A6C34878D82A}">
                    <a16:rowId xmlns:a16="http://schemas.microsoft.com/office/drawing/2014/main" val="3646404715"/>
                  </a:ext>
                </a:extLst>
              </a:tr>
              <a:tr h="370840">
                <a:tc>
                  <a:txBody>
                    <a:bodyPr/>
                    <a:lstStyle/>
                    <a:p>
                      <a:r>
                        <a:rPr lang="fr-FR" dirty="0"/>
                        <a:t>[30 ; 70[</a:t>
                      </a:r>
                    </a:p>
                  </a:txBody>
                  <a:tcPr/>
                </a:tc>
                <a:tc>
                  <a:txBody>
                    <a:bodyPr/>
                    <a:lstStyle/>
                    <a:p>
                      <a:r>
                        <a:rPr lang="fr-FR" dirty="0"/>
                        <a:t>90</a:t>
                      </a:r>
                    </a:p>
                  </a:txBody>
                  <a:tcPr/>
                </a:tc>
                <a:extLst>
                  <a:ext uri="{0D108BD9-81ED-4DB2-BD59-A6C34878D82A}">
                    <a16:rowId xmlns:a16="http://schemas.microsoft.com/office/drawing/2014/main" val="1730413526"/>
                  </a:ext>
                </a:extLst>
              </a:tr>
              <a:tr h="370840">
                <a:tc>
                  <a:txBody>
                    <a:bodyPr/>
                    <a:lstStyle/>
                    <a:p>
                      <a:r>
                        <a:rPr lang="fr-FR" dirty="0"/>
                        <a:t>[70 ; 100[</a:t>
                      </a:r>
                    </a:p>
                  </a:txBody>
                  <a:tcPr/>
                </a:tc>
                <a:tc>
                  <a:txBody>
                    <a:bodyPr/>
                    <a:lstStyle/>
                    <a:p>
                      <a:r>
                        <a:rPr lang="fr-FR" dirty="0"/>
                        <a:t>24</a:t>
                      </a:r>
                    </a:p>
                  </a:txBody>
                  <a:tcPr/>
                </a:tc>
                <a:extLst>
                  <a:ext uri="{0D108BD9-81ED-4DB2-BD59-A6C34878D82A}">
                    <a16:rowId xmlns:a16="http://schemas.microsoft.com/office/drawing/2014/main" val="1218259845"/>
                  </a:ext>
                </a:extLst>
              </a:tr>
              <a:tr h="370840">
                <a:tc>
                  <a:txBody>
                    <a:bodyPr/>
                    <a:lstStyle/>
                    <a:p>
                      <a:r>
                        <a:rPr lang="fr-FR" dirty="0"/>
                        <a:t>[100 ; 150[</a:t>
                      </a:r>
                    </a:p>
                  </a:txBody>
                  <a:tcPr/>
                </a:tc>
                <a:tc>
                  <a:txBody>
                    <a:bodyPr/>
                    <a:lstStyle/>
                    <a:p>
                      <a:r>
                        <a:rPr lang="fr-FR" dirty="0"/>
                        <a:t>36</a:t>
                      </a:r>
                    </a:p>
                  </a:txBody>
                  <a:tcPr/>
                </a:tc>
                <a:extLst>
                  <a:ext uri="{0D108BD9-81ED-4DB2-BD59-A6C34878D82A}">
                    <a16:rowId xmlns:a16="http://schemas.microsoft.com/office/drawing/2014/main" val="2393789884"/>
                  </a:ext>
                </a:extLst>
              </a:tr>
            </a:tbl>
          </a:graphicData>
        </a:graphic>
      </p:graphicFrame>
    </p:spTree>
    <p:extLst>
      <p:ext uri="{BB962C8B-B14F-4D97-AF65-F5344CB8AC3E}">
        <p14:creationId xmlns:p14="http://schemas.microsoft.com/office/powerpoint/2010/main" val="3342625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1051560" y="586822"/>
            <a:ext cx="3657600" cy="1645920"/>
          </a:xfrm>
        </p:spPr>
        <p:txBody>
          <a:bodyPr>
            <a:normAutofit/>
          </a:bodyPr>
          <a:lstStyle/>
          <a:p>
            <a:r>
              <a:rPr lang="fr-FR" sz="3200" dirty="0" err="1"/>
              <a:t>Exercise</a:t>
            </a:r>
            <a:r>
              <a:rPr lang="fr-FR" sz="3200" dirty="0"/>
              <a:t> 2 - Solution</a:t>
            </a:r>
          </a:p>
        </p:txBody>
      </p:sp>
      <p:sp>
        <p:nvSpPr>
          <p:cNvPr id="15" name="Rectangle 14">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5250106" y="586822"/>
            <a:ext cx="6106742" cy="1645920"/>
          </a:xfrm>
        </p:spPr>
        <p:txBody>
          <a:bodyPr anchor="ctr">
            <a:normAutofit/>
          </a:bodyPr>
          <a:lstStyle/>
          <a:p>
            <a:pPr marL="0" indent="0">
              <a:buNone/>
            </a:pPr>
            <a:endParaRPr lang="fr-FR" sz="1800" dirty="0"/>
          </a:p>
          <a:p>
            <a:pPr marL="0" indent="0">
              <a:buNone/>
            </a:pPr>
            <a:endParaRPr lang="fr-FR" sz="1800"/>
          </a:p>
        </p:txBody>
      </p:sp>
      <p:pic>
        <p:nvPicPr>
          <p:cNvPr id="6" name="Image 5">
            <a:extLst>
              <a:ext uri="{FF2B5EF4-FFF2-40B4-BE49-F238E27FC236}">
                <a16:creationId xmlns:a16="http://schemas.microsoft.com/office/drawing/2014/main" id="{D9442BFA-85B6-46F2-A05F-18E8C23113C9}"/>
              </a:ext>
            </a:extLst>
          </p:cNvPr>
          <p:cNvPicPr>
            <a:picLocks noChangeAspect="1"/>
          </p:cNvPicPr>
          <p:nvPr/>
        </p:nvPicPr>
        <p:blipFill>
          <a:blip r:embed="rId2"/>
          <a:stretch>
            <a:fillRect/>
          </a:stretch>
        </p:blipFill>
        <p:spPr>
          <a:xfrm>
            <a:off x="557783" y="2813172"/>
            <a:ext cx="5481509" cy="3316313"/>
          </a:xfrm>
          <a:prstGeom prst="rect">
            <a:avLst/>
          </a:prstGeom>
        </p:spPr>
      </p:pic>
      <mc:AlternateContent xmlns:mc="http://schemas.openxmlformats.org/markup-compatibility/2006" xmlns:a14="http://schemas.microsoft.com/office/drawing/2010/main">
        <mc:Choice Requires="a14">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4207193209"/>
                  </p:ext>
                </p:extLst>
              </p:nvPr>
            </p:nvGraphicFramePr>
            <p:xfrm>
              <a:off x="6198781" y="2747809"/>
              <a:ext cx="5523083" cy="3447045"/>
            </p:xfrm>
            <a:graphic>
              <a:graphicData uri="http://schemas.openxmlformats.org/drawingml/2006/table">
                <a:tbl>
                  <a:tblPr firstRow="1" bandRow="1">
                    <a:tableStyleId>{5C22544A-7EE6-4342-B048-85BDC9FD1C3A}</a:tableStyleId>
                  </a:tblPr>
                  <a:tblGrid>
                    <a:gridCol w="1548325">
                      <a:extLst>
                        <a:ext uri="{9D8B030D-6E8A-4147-A177-3AD203B41FA5}">
                          <a16:colId xmlns:a16="http://schemas.microsoft.com/office/drawing/2014/main" val="2512171411"/>
                        </a:ext>
                      </a:extLst>
                    </a:gridCol>
                    <a:gridCol w="1175982">
                      <a:extLst>
                        <a:ext uri="{9D8B030D-6E8A-4147-A177-3AD203B41FA5}">
                          <a16:colId xmlns:a16="http://schemas.microsoft.com/office/drawing/2014/main" val="681406848"/>
                        </a:ext>
                      </a:extLst>
                    </a:gridCol>
                    <a:gridCol w="1175982">
                      <a:extLst>
                        <a:ext uri="{9D8B030D-6E8A-4147-A177-3AD203B41FA5}">
                          <a16:colId xmlns:a16="http://schemas.microsoft.com/office/drawing/2014/main" val="2671491569"/>
                        </a:ext>
                      </a:extLst>
                    </a:gridCol>
                    <a:gridCol w="695040">
                      <a:extLst>
                        <a:ext uri="{9D8B030D-6E8A-4147-A177-3AD203B41FA5}">
                          <a16:colId xmlns:a16="http://schemas.microsoft.com/office/drawing/2014/main" val="3509455883"/>
                        </a:ext>
                      </a:extLst>
                    </a:gridCol>
                    <a:gridCol w="927754">
                      <a:extLst>
                        <a:ext uri="{9D8B030D-6E8A-4147-A177-3AD203B41FA5}">
                          <a16:colId xmlns:a16="http://schemas.microsoft.com/office/drawing/2014/main" val="3214901987"/>
                        </a:ext>
                      </a:extLst>
                    </a:gridCol>
                  </a:tblGrid>
                  <a:tr h="498087">
                    <a:tc>
                      <a:txBody>
                        <a:bodyPr/>
                        <a:lstStyle/>
                        <a:p>
                          <a:r>
                            <a:rPr lang="fr-FR" sz="2200"/>
                            <a:t>Vitesse</a:t>
                          </a:r>
                        </a:p>
                      </a:txBody>
                      <a:tcPr marL="111703" marR="111703" marT="55851" marB="55851"/>
                    </a:tc>
                    <a:tc>
                      <a:txBody>
                        <a:bodyPr/>
                        <a:lstStyle/>
                        <a:p>
                          <a:pPr/>
                          <a14:m>
                            <m:oMathPara xmlns:m="http://schemas.openxmlformats.org/officeDocument/2006/math">
                              <m:oMathParaPr>
                                <m:jc m:val="centerGroup"/>
                              </m:oMathParaPr>
                              <m:oMath xmlns:m="http://schemas.openxmlformats.org/officeDocument/2006/math">
                                <m:sSubSup>
                                  <m:sSubSupPr>
                                    <m:ctrlPr>
                                      <a:rPr lang="fr-FR" sz="2200" b="1" i="1" smtClean="0">
                                        <a:solidFill>
                                          <a:schemeClr val="bg1"/>
                                        </a:solidFill>
                                        <a:latin typeface="Cambria Math" panose="02040503050406030204" pitchFamily="18" charset="0"/>
                                      </a:rPr>
                                    </m:ctrlPr>
                                  </m:sSubSupPr>
                                  <m:e>
                                    <m:r>
                                      <a:rPr lang="fr-FR" sz="2200" b="1" i="1" smtClean="0">
                                        <a:solidFill>
                                          <a:schemeClr val="bg1"/>
                                        </a:solidFill>
                                        <a:latin typeface="Cambria Math" panose="02040503050406030204" pitchFamily="18" charset="0"/>
                                      </a:rPr>
                                      <m:t>𝒇</m:t>
                                    </m:r>
                                  </m:e>
                                  <m:sub>
                                    <m:r>
                                      <a:rPr lang="fr-FR" sz="2200" b="1" i="1">
                                        <a:solidFill>
                                          <a:schemeClr val="bg1"/>
                                        </a:solidFill>
                                        <a:latin typeface="Cambria Math" panose="02040503050406030204" pitchFamily="18" charset="0"/>
                                      </a:rPr>
                                      <m:t>𝒊</m:t>
                                    </m:r>
                                  </m:sub>
                                  <m:sup>
                                    <m:r>
                                      <a:rPr lang="fr-FR" sz="2200" b="1" i="1">
                                        <a:solidFill>
                                          <a:schemeClr val="bg1"/>
                                        </a:solidFill>
                                        <a:latin typeface="Cambria Math" panose="02040503050406030204" pitchFamily="18" charset="0"/>
                                      </a:rPr>
                                      <m:t>+</m:t>
                                    </m:r>
                                  </m:sup>
                                </m:sSubSup>
                              </m:oMath>
                            </m:oMathPara>
                          </a14:m>
                          <a:endParaRPr lang="fr-FR" sz="2200" b="1"/>
                        </a:p>
                      </a:txBody>
                      <a:tcPr marL="111703" marR="111703" marT="55851" marB="55851"/>
                    </a:tc>
                    <a:tc>
                      <a:txBody>
                        <a:bodyPr/>
                        <a:lstStyle/>
                        <a:p>
                          <a:pPr/>
                          <a14:m>
                            <m:oMathPara xmlns:m="http://schemas.openxmlformats.org/officeDocument/2006/math">
                              <m:oMathParaPr>
                                <m:jc m:val="centerGroup"/>
                              </m:oMathParaPr>
                              <m:oMath xmlns:m="http://schemas.openxmlformats.org/officeDocument/2006/math">
                                <m:sSub>
                                  <m:sSubPr>
                                    <m:ctrlPr>
                                      <a:rPr lang="fr-FR" sz="2200" i="1" smtClean="0">
                                        <a:latin typeface="Cambria Math" panose="02040503050406030204" pitchFamily="18" charset="0"/>
                                      </a:rPr>
                                    </m:ctrlPr>
                                  </m:sSubPr>
                                  <m:e>
                                    <m:r>
                                      <a:rPr lang="fr-FR" sz="2200" b="1" i="1" smtClean="0">
                                        <a:latin typeface="Cambria Math" panose="02040503050406030204" pitchFamily="18" charset="0"/>
                                      </a:rPr>
                                      <m:t>𝒇</m:t>
                                    </m:r>
                                  </m:e>
                                  <m:sub>
                                    <m:r>
                                      <a:rPr lang="fr-FR" sz="2200" b="1" i="1" smtClean="0">
                                        <a:latin typeface="Cambria Math" panose="02040503050406030204" pitchFamily="18" charset="0"/>
                                      </a:rPr>
                                      <m:t>𝒊</m:t>
                                    </m:r>
                                  </m:sub>
                                </m:sSub>
                              </m:oMath>
                            </m:oMathPara>
                          </a14:m>
                          <a:endParaRPr lang="fr-FR" sz="2200"/>
                        </a:p>
                      </a:txBody>
                      <a:tcPr marL="111703" marR="111703" marT="55851" marB="55851"/>
                    </a:tc>
                    <a:tc>
                      <a:txBody>
                        <a:bodyPr/>
                        <a:lstStyle/>
                        <a:p>
                          <a:pPr/>
                          <a14:m>
                            <m:oMathPara xmlns:m="http://schemas.openxmlformats.org/officeDocument/2006/math">
                              <m:oMathParaPr>
                                <m:jc m:val="centerGroup"/>
                              </m:oMathParaPr>
                              <m:oMath xmlns:m="http://schemas.openxmlformats.org/officeDocument/2006/math">
                                <m:sSub>
                                  <m:sSubPr>
                                    <m:ctrlPr>
                                      <a:rPr lang="fr-FR" sz="2200" b="1" i="1" smtClean="0">
                                        <a:latin typeface="Cambria Math" panose="02040503050406030204" pitchFamily="18" charset="0"/>
                                      </a:rPr>
                                    </m:ctrlPr>
                                  </m:sSubPr>
                                  <m:e>
                                    <m:r>
                                      <a:rPr lang="fr-FR" sz="2200" b="1" i="1" smtClean="0">
                                        <a:latin typeface="Cambria Math" panose="02040503050406030204" pitchFamily="18" charset="0"/>
                                      </a:rPr>
                                      <m:t>𝒂</m:t>
                                    </m:r>
                                  </m:e>
                                  <m:sub>
                                    <m:r>
                                      <a:rPr lang="fr-FR" sz="2200" b="1" i="1" smtClean="0">
                                        <a:latin typeface="Cambria Math" panose="02040503050406030204" pitchFamily="18" charset="0"/>
                                      </a:rPr>
                                      <m:t>𝒊</m:t>
                                    </m:r>
                                  </m:sub>
                                </m:sSub>
                              </m:oMath>
                            </m:oMathPara>
                          </a14:m>
                          <a:endParaRPr lang="fr-FR" sz="2200" b="1"/>
                        </a:p>
                      </a:txBody>
                      <a:tcPr marL="111703" marR="111703" marT="55851" marB="55851"/>
                    </a:tc>
                    <a:tc>
                      <a:txBody>
                        <a:bodyPr/>
                        <a:lstStyle/>
                        <a:p>
                          <a:pPr/>
                          <a14:m>
                            <m:oMathPara xmlns:m="http://schemas.openxmlformats.org/officeDocument/2006/math">
                              <m:oMathParaPr>
                                <m:jc m:val="centerGroup"/>
                              </m:oMathParaPr>
                              <m:oMath xmlns:m="http://schemas.openxmlformats.org/officeDocument/2006/math">
                                <m:sSub>
                                  <m:sSubPr>
                                    <m:ctrlPr>
                                      <a:rPr lang="fr-FR" sz="2200" b="1" i="1" smtClean="0">
                                        <a:solidFill>
                                          <a:schemeClr val="bg1"/>
                                        </a:solidFill>
                                        <a:latin typeface="Cambria Math" panose="02040503050406030204" pitchFamily="18" charset="0"/>
                                      </a:rPr>
                                    </m:ctrlPr>
                                  </m:sSubPr>
                                  <m:e>
                                    <m:r>
                                      <a:rPr lang="fr-FR" sz="2200" b="1" i="1" smtClean="0">
                                        <a:solidFill>
                                          <a:schemeClr val="bg1"/>
                                        </a:solidFill>
                                        <a:latin typeface="Cambria Math" panose="02040503050406030204" pitchFamily="18" charset="0"/>
                                      </a:rPr>
                                      <m:t>𝒉</m:t>
                                    </m:r>
                                  </m:e>
                                  <m:sub>
                                    <m:r>
                                      <a:rPr lang="fr-FR" sz="2200" b="1" i="1" smtClean="0">
                                        <a:solidFill>
                                          <a:schemeClr val="bg1"/>
                                        </a:solidFill>
                                        <a:latin typeface="Cambria Math" panose="02040503050406030204" pitchFamily="18" charset="0"/>
                                      </a:rPr>
                                      <m:t>𝒊</m:t>
                                    </m:r>
                                  </m:sub>
                                </m:sSub>
                              </m:oMath>
                            </m:oMathPara>
                          </a14:m>
                          <a:endParaRPr lang="fr-FR" sz="2200" b="1"/>
                        </a:p>
                      </a:txBody>
                      <a:tcPr marL="111703" marR="111703" marT="55851" marB="55851"/>
                    </a:tc>
                    <a:extLst>
                      <a:ext uri="{0D108BD9-81ED-4DB2-BD59-A6C34878D82A}">
                        <a16:rowId xmlns:a16="http://schemas.microsoft.com/office/drawing/2014/main" val="1533465849"/>
                      </a:ext>
                    </a:extLst>
                  </a:tr>
                  <a:tr h="491493">
                    <a:tc>
                      <a:txBody>
                        <a:bodyPr/>
                        <a:lstStyle/>
                        <a:p>
                          <a:r>
                            <a:rPr lang="fr-FR" sz="2200"/>
                            <a:t>[0 ; 10[</a:t>
                          </a:r>
                        </a:p>
                      </a:txBody>
                      <a:tcPr marL="111703" marR="111703" marT="55851" marB="55851"/>
                    </a:tc>
                    <a:tc>
                      <a:txBody>
                        <a:bodyPr/>
                        <a:lstStyle/>
                        <a:p>
                          <a:r>
                            <a:rPr lang="fr-FR" sz="2200">
                              <a:solidFill>
                                <a:schemeClr val="tx1"/>
                              </a:solidFill>
                            </a:rPr>
                            <a:t>17.5%</a:t>
                          </a:r>
                        </a:p>
                      </a:txBody>
                      <a:tcPr marL="111703" marR="111703" marT="55851" marB="55851"/>
                    </a:tc>
                    <a:tc>
                      <a:txBody>
                        <a:bodyPr/>
                        <a:lstStyle/>
                        <a:p>
                          <a:r>
                            <a:rPr lang="fr-FR" sz="2200">
                              <a:solidFill>
                                <a:schemeClr val="tx1"/>
                              </a:solidFill>
                            </a:rPr>
                            <a:t>17.5%</a:t>
                          </a:r>
                        </a:p>
                      </a:txBody>
                      <a:tcPr marL="111703" marR="111703" marT="55851" marB="55851"/>
                    </a:tc>
                    <a:tc>
                      <a:txBody>
                        <a:bodyPr/>
                        <a:lstStyle/>
                        <a:p>
                          <a:r>
                            <a:rPr lang="fr-FR" sz="2200">
                              <a:solidFill>
                                <a:schemeClr val="tx1"/>
                              </a:solidFill>
                            </a:rPr>
                            <a:t>10</a:t>
                          </a:r>
                        </a:p>
                      </a:txBody>
                      <a:tcPr marL="111703" marR="111703" marT="55851" marB="55851"/>
                    </a:tc>
                    <a:tc>
                      <a:txBody>
                        <a:bodyPr/>
                        <a:lstStyle/>
                        <a:p>
                          <a:r>
                            <a:rPr lang="fr-FR" sz="2200">
                              <a:solidFill>
                                <a:schemeClr val="tx1"/>
                              </a:solidFill>
                            </a:rPr>
                            <a:t>4.2</a:t>
                          </a:r>
                        </a:p>
                      </a:txBody>
                      <a:tcPr marL="111703" marR="111703" marT="55851" marB="55851"/>
                    </a:tc>
                    <a:extLst>
                      <a:ext uri="{0D108BD9-81ED-4DB2-BD59-A6C34878D82A}">
                        <a16:rowId xmlns:a16="http://schemas.microsoft.com/office/drawing/2014/main" val="3657244147"/>
                      </a:ext>
                    </a:extLst>
                  </a:tr>
                  <a:tr h="491493">
                    <a:tc>
                      <a:txBody>
                        <a:bodyPr/>
                        <a:lstStyle/>
                        <a:p>
                          <a:r>
                            <a:rPr lang="fr-FR" sz="2200"/>
                            <a:t>[10 ; 30[</a:t>
                          </a:r>
                        </a:p>
                      </a:txBody>
                      <a:tcPr marL="111703" marR="111703" marT="55851" marB="55851"/>
                    </a:tc>
                    <a:tc>
                      <a:txBody>
                        <a:bodyPr/>
                        <a:lstStyle/>
                        <a:p>
                          <a:r>
                            <a:rPr lang="fr-FR" sz="2200">
                              <a:solidFill>
                                <a:schemeClr val="tx1"/>
                              </a:solidFill>
                            </a:rPr>
                            <a:t>37.5%</a:t>
                          </a:r>
                        </a:p>
                      </a:txBody>
                      <a:tcPr marL="111703" marR="111703" marT="55851" marB="55851"/>
                    </a:tc>
                    <a:tc>
                      <a:txBody>
                        <a:bodyPr/>
                        <a:lstStyle/>
                        <a:p>
                          <a:r>
                            <a:rPr lang="fr-FR" sz="2200">
                              <a:solidFill>
                                <a:schemeClr val="tx1"/>
                              </a:solidFill>
                            </a:rPr>
                            <a:t>20%</a:t>
                          </a:r>
                        </a:p>
                      </a:txBody>
                      <a:tcPr marL="111703" marR="111703" marT="55851" marB="55851"/>
                    </a:tc>
                    <a:tc>
                      <a:txBody>
                        <a:bodyPr/>
                        <a:lstStyle/>
                        <a:p>
                          <a:r>
                            <a:rPr lang="fr-FR" sz="2200">
                              <a:solidFill>
                                <a:schemeClr val="tx1"/>
                              </a:solidFill>
                            </a:rPr>
                            <a:t>20</a:t>
                          </a:r>
                        </a:p>
                      </a:txBody>
                      <a:tcPr marL="111703" marR="111703" marT="55851" marB="55851"/>
                    </a:tc>
                    <a:tc>
                      <a:txBody>
                        <a:bodyPr/>
                        <a:lstStyle/>
                        <a:p>
                          <a:r>
                            <a:rPr lang="fr-FR" sz="2200">
                              <a:solidFill>
                                <a:schemeClr val="tx1"/>
                              </a:solidFill>
                            </a:rPr>
                            <a:t>2.4</a:t>
                          </a:r>
                        </a:p>
                      </a:txBody>
                      <a:tcPr marL="111703" marR="111703" marT="55851" marB="55851"/>
                    </a:tc>
                    <a:extLst>
                      <a:ext uri="{0D108BD9-81ED-4DB2-BD59-A6C34878D82A}">
                        <a16:rowId xmlns:a16="http://schemas.microsoft.com/office/drawing/2014/main" val="3646404715"/>
                      </a:ext>
                    </a:extLst>
                  </a:tr>
                  <a:tr h="491493">
                    <a:tc>
                      <a:txBody>
                        <a:bodyPr/>
                        <a:lstStyle/>
                        <a:p>
                          <a:r>
                            <a:rPr lang="fr-FR" sz="2200"/>
                            <a:t>[30 ; 70[</a:t>
                          </a:r>
                        </a:p>
                      </a:txBody>
                      <a:tcPr marL="111703" marR="111703" marT="55851" marB="55851"/>
                    </a:tc>
                    <a:tc>
                      <a:txBody>
                        <a:bodyPr/>
                        <a:lstStyle/>
                        <a:p>
                          <a:r>
                            <a:rPr lang="fr-FR" sz="2200">
                              <a:solidFill>
                                <a:schemeClr val="tx1"/>
                              </a:solidFill>
                            </a:rPr>
                            <a:t>75%</a:t>
                          </a:r>
                        </a:p>
                      </a:txBody>
                      <a:tcPr marL="111703" marR="111703" marT="55851" marB="55851"/>
                    </a:tc>
                    <a:tc>
                      <a:txBody>
                        <a:bodyPr/>
                        <a:lstStyle/>
                        <a:p>
                          <a:r>
                            <a:rPr lang="fr-FR" sz="2200">
                              <a:solidFill>
                                <a:schemeClr val="tx1"/>
                              </a:solidFill>
                            </a:rPr>
                            <a:t>37.5%</a:t>
                          </a:r>
                        </a:p>
                      </a:txBody>
                      <a:tcPr marL="111703" marR="111703" marT="55851" marB="55851"/>
                    </a:tc>
                    <a:tc>
                      <a:txBody>
                        <a:bodyPr/>
                        <a:lstStyle/>
                        <a:p>
                          <a:r>
                            <a:rPr lang="fr-FR" sz="2200">
                              <a:solidFill>
                                <a:schemeClr val="tx1"/>
                              </a:solidFill>
                            </a:rPr>
                            <a:t>40</a:t>
                          </a:r>
                        </a:p>
                      </a:txBody>
                      <a:tcPr marL="111703" marR="111703" marT="55851" marB="55851"/>
                    </a:tc>
                    <a:tc>
                      <a:txBody>
                        <a:bodyPr/>
                        <a:lstStyle/>
                        <a:p>
                          <a:r>
                            <a:rPr lang="fr-FR" sz="2200">
                              <a:solidFill>
                                <a:schemeClr val="tx1"/>
                              </a:solidFill>
                            </a:rPr>
                            <a:t>2.25</a:t>
                          </a:r>
                        </a:p>
                      </a:txBody>
                      <a:tcPr marL="111703" marR="111703" marT="55851" marB="55851"/>
                    </a:tc>
                    <a:extLst>
                      <a:ext uri="{0D108BD9-81ED-4DB2-BD59-A6C34878D82A}">
                        <a16:rowId xmlns:a16="http://schemas.microsoft.com/office/drawing/2014/main" val="1730413526"/>
                      </a:ext>
                    </a:extLst>
                  </a:tr>
                  <a:tr h="491493">
                    <a:tc>
                      <a:txBody>
                        <a:bodyPr/>
                        <a:lstStyle/>
                        <a:p>
                          <a:r>
                            <a:rPr lang="fr-FR" sz="2200"/>
                            <a:t>[70 ; 100[</a:t>
                          </a:r>
                        </a:p>
                      </a:txBody>
                      <a:tcPr marL="111703" marR="111703" marT="55851" marB="55851"/>
                    </a:tc>
                    <a:tc>
                      <a:txBody>
                        <a:bodyPr/>
                        <a:lstStyle/>
                        <a:p>
                          <a:r>
                            <a:rPr lang="fr-FR" sz="2200">
                              <a:solidFill>
                                <a:schemeClr val="tx1"/>
                              </a:solidFill>
                            </a:rPr>
                            <a:t>85%</a:t>
                          </a:r>
                        </a:p>
                      </a:txBody>
                      <a:tcPr marL="111703" marR="111703" marT="55851" marB="55851"/>
                    </a:tc>
                    <a:tc>
                      <a:txBody>
                        <a:bodyPr/>
                        <a:lstStyle/>
                        <a:p>
                          <a:r>
                            <a:rPr lang="fr-FR" sz="2200">
                              <a:solidFill>
                                <a:schemeClr val="tx1"/>
                              </a:solidFill>
                            </a:rPr>
                            <a:t>10%</a:t>
                          </a:r>
                        </a:p>
                      </a:txBody>
                      <a:tcPr marL="111703" marR="111703" marT="55851" marB="55851"/>
                    </a:tc>
                    <a:tc>
                      <a:txBody>
                        <a:bodyPr/>
                        <a:lstStyle/>
                        <a:p>
                          <a:r>
                            <a:rPr lang="fr-FR" sz="2200">
                              <a:solidFill>
                                <a:schemeClr val="tx1"/>
                              </a:solidFill>
                            </a:rPr>
                            <a:t>30</a:t>
                          </a:r>
                        </a:p>
                      </a:txBody>
                      <a:tcPr marL="111703" marR="111703" marT="55851" marB="55851"/>
                    </a:tc>
                    <a:tc>
                      <a:txBody>
                        <a:bodyPr/>
                        <a:lstStyle/>
                        <a:p>
                          <a:r>
                            <a:rPr lang="fr-FR" sz="2200">
                              <a:solidFill>
                                <a:schemeClr val="tx1"/>
                              </a:solidFill>
                            </a:rPr>
                            <a:t>0.8</a:t>
                          </a:r>
                        </a:p>
                      </a:txBody>
                      <a:tcPr marL="111703" marR="111703" marT="55851" marB="55851"/>
                    </a:tc>
                    <a:extLst>
                      <a:ext uri="{0D108BD9-81ED-4DB2-BD59-A6C34878D82A}">
                        <a16:rowId xmlns:a16="http://schemas.microsoft.com/office/drawing/2014/main" val="1218259845"/>
                      </a:ext>
                    </a:extLst>
                  </a:tr>
                  <a:tr h="491493">
                    <a:tc>
                      <a:txBody>
                        <a:bodyPr/>
                        <a:lstStyle/>
                        <a:p>
                          <a:r>
                            <a:rPr lang="fr-FR" sz="2200"/>
                            <a:t>[100 ; 150[</a:t>
                          </a:r>
                        </a:p>
                      </a:txBody>
                      <a:tcPr marL="111703" marR="111703" marT="55851" marB="55851"/>
                    </a:tc>
                    <a:tc>
                      <a:txBody>
                        <a:bodyPr/>
                        <a:lstStyle/>
                        <a:p>
                          <a:r>
                            <a:rPr lang="fr-FR" sz="2200">
                              <a:solidFill>
                                <a:schemeClr val="tx1"/>
                              </a:solidFill>
                            </a:rPr>
                            <a:t>100%</a:t>
                          </a:r>
                        </a:p>
                      </a:txBody>
                      <a:tcPr marL="111703" marR="111703" marT="55851" marB="55851"/>
                    </a:tc>
                    <a:tc>
                      <a:txBody>
                        <a:bodyPr/>
                        <a:lstStyle/>
                        <a:p>
                          <a:r>
                            <a:rPr lang="fr-FR" sz="2200">
                              <a:solidFill>
                                <a:schemeClr val="tx1"/>
                              </a:solidFill>
                            </a:rPr>
                            <a:t>15%</a:t>
                          </a:r>
                        </a:p>
                      </a:txBody>
                      <a:tcPr marL="111703" marR="111703" marT="55851" marB="55851"/>
                    </a:tc>
                    <a:tc>
                      <a:txBody>
                        <a:bodyPr/>
                        <a:lstStyle/>
                        <a:p>
                          <a:r>
                            <a:rPr lang="fr-FR" sz="2200">
                              <a:solidFill>
                                <a:schemeClr val="tx1"/>
                              </a:solidFill>
                            </a:rPr>
                            <a:t>50</a:t>
                          </a:r>
                        </a:p>
                      </a:txBody>
                      <a:tcPr marL="111703" marR="111703" marT="55851" marB="55851"/>
                    </a:tc>
                    <a:tc>
                      <a:txBody>
                        <a:bodyPr/>
                        <a:lstStyle/>
                        <a:p>
                          <a:r>
                            <a:rPr lang="fr-FR" sz="2200">
                              <a:solidFill>
                                <a:schemeClr val="tx1"/>
                              </a:solidFill>
                            </a:rPr>
                            <a:t>0.72</a:t>
                          </a:r>
                        </a:p>
                      </a:txBody>
                      <a:tcPr marL="111703" marR="111703" marT="55851" marB="55851"/>
                    </a:tc>
                    <a:extLst>
                      <a:ext uri="{0D108BD9-81ED-4DB2-BD59-A6C34878D82A}">
                        <a16:rowId xmlns:a16="http://schemas.microsoft.com/office/drawing/2014/main" val="2393789884"/>
                      </a:ext>
                    </a:extLst>
                  </a:tr>
                  <a:tr h="491493">
                    <a:tc>
                      <a:txBody>
                        <a:bodyPr/>
                        <a:lstStyle/>
                        <a:p>
                          <a:r>
                            <a:rPr lang="fr-FR" sz="2200" b="1"/>
                            <a:t>Total </a:t>
                          </a:r>
                        </a:p>
                      </a:txBody>
                      <a:tcPr marL="111703" marR="111703" marT="55851" marB="55851"/>
                    </a:tc>
                    <a:tc>
                      <a:txBody>
                        <a:bodyPr/>
                        <a:lstStyle/>
                        <a:p>
                          <a:endParaRPr lang="fr-FR" sz="2200">
                            <a:solidFill>
                              <a:schemeClr val="tx1"/>
                            </a:solidFill>
                          </a:endParaRPr>
                        </a:p>
                      </a:txBody>
                      <a:tcPr marL="111703" marR="111703" marT="55851" marB="55851"/>
                    </a:tc>
                    <a:tc>
                      <a:txBody>
                        <a:bodyPr/>
                        <a:lstStyle/>
                        <a:p>
                          <a:r>
                            <a:rPr lang="fr-FR" sz="2200">
                              <a:solidFill>
                                <a:schemeClr val="tx1"/>
                              </a:solidFill>
                            </a:rPr>
                            <a:t>100%</a:t>
                          </a:r>
                        </a:p>
                      </a:txBody>
                      <a:tcPr marL="111703" marR="111703" marT="55851" marB="55851"/>
                    </a:tc>
                    <a:tc>
                      <a:txBody>
                        <a:bodyPr/>
                        <a:lstStyle/>
                        <a:p>
                          <a:endParaRPr lang="fr-FR" sz="2200"/>
                        </a:p>
                      </a:txBody>
                      <a:tcPr marL="111703" marR="111703" marT="55851" marB="55851"/>
                    </a:tc>
                    <a:tc>
                      <a:txBody>
                        <a:bodyPr/>
                        <a:lstStyle/>
                        <a:p>
                          <a:endParaRPr lang="fr-FR" sz="2200" dirty="0"/>
                        </a:p>
                      </a:txBody>
                      <a:tcPr marL="111703" marR="111703" marT="55851" marB="55851"/>
                    </a:tc>
                    <a:extLst>
                      <a:ext uri="{0D108BD9-81ED-4DB2-BD59-A6C34878D82A}">
                        <a16:rowId xmlns:a16="http://schemas.microsoft.com/office/drawing/2014/main" val="1240666416"/>
                      </a:ext>
                    </a:extLst>
                  </a:tr>
                </a:tbl>
              </a:graphicData>
            </a:graphic>
          </p:graphicFrame>
        </mc:Choice>
        <mc:Fallback xmlns="">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4207193209"/>
                  </p:ext>
                </p:extLst>
              </p:nvPr>
            </p:nvGraphicFramePr>
            <p:xfrm>
              <a:off x="6198781" y="2747809"/>
              <a:ext cx="5523083" cy="3447045"/>
            </p:xfrm>
            <a:graphic>
              <a:graphicData uri="http://schemas.openxmlformats.org/drawingml/2006/table">
                <a:tbl>
                  <a:tblPr firstRow="1" bandRow="1">
                    <a:tableStyleId>{5C22544A-7EE6-4342-B048-85BDC9FD1C3A}</a:tableStyleId>
                  </a:tblPr>
                  <a:tblGrid>
                    <a:gridCol w="1548325">
                      <a:extLst>
                        <a:ext uri="{9D8B030D-6E8A-4147-A177-3AD203B41FA5}">
                          <a16:colId xmlns:a16="http://schemas.microsoft.com/office/drawing/2014/main" val="2512171411"/>
                        </a:ext>
                      </a:extLst>
                    </a:gridCol>
                    <a:gridCol w="1175982">
                      <a:extLst>
                        <a:ext uri="{9D8B030D-6E8A-4147-A177-3AD203B41FA5}">
                          <a16:colId xmlns:a16="http://schemas.microsoft.com/office/drawing/2014/main" val="681406848"/>
                        </a:ext>
                      </a:extLst>
                    </a:gridCol>
                    <a:gridCol w="1175982">
                      <a:extLst>
                        <a:ext uri="{9D8B030D-6E8A-4147-A177-3AD203B41FA5}">
                          <a16:colId xmlns:a16="http://schemas.microsoft.com/office/drawing/2014/main" val="2671491569"/>
                        </a:ext>
                      </a:extLst>
                    </a:gridCol>
                    <a:gridCol w="695040">
                      <a:extLst>
                        <a:ext uri="{9D8B030D-6E8A-4147-A177-3AD203B41FA5}">
                          <a16:colId xmlns:a16="http://schemas.microsoft.com/office/drawing/2014/main" val="3509455883"/>
                        </a:ext>
                      </a:extLst>
                    </a:gridCol>
                    <a:gridCol w="927754">
                      <a:extLst>
                        <a:ext uri="{9D8B030D-6E8A-4147-A177-3AD203B41FA5}">
                          <a16:colId xmlns:a16="http://schemas.microsoft.com/office/drawing/2014/main" val="3214901987"/>
                        </a:ext>
                      </a:extLst>
                    </a:gridCol>
                  </a:tblGrid>
                  <a:tr h="498087">
                    <a:tc>
                      <a:txBody>
                        <a:bodyPr/>
                        <a:lstStyle/>
                        <a:p>
                          <a:r>
                            <a:rPr lang="fr-FR" sz="2200"/>
                            <a:t>Vitesse</a:t>
                          </a:r>
                        </a:p>
                      </a:txBody>
                      <a:tcPr marL="111703" marR="111703" marT="55851" marB="55851"/>
                    </a:tc>
                    <a:tc>
                      <a:txBody>
                        <a:bodyPr/>
                        <a:lstStyle/>
                        <a:p>
                          <a:endParaRPr lang="fr-FR"/>
                        </a:p>
                      </a:txBody>
                      <a:tcPr marL="111703" marR="111703" marT="55851" marB="55851">
                        <a:blipFill>
                          <a:blip r:embed="rId3"/>
                          <a:stretch>
                            <a:fillRect l="-132124" t="-4878" r="-240933" b="-604878"/>
                          </a:stretch>
                        </a:blipFill>
                      </a:tcPr>
                    </a:tc>
                    <a:tc>
                      <a:txBody>
                        <a:bodyPr/>
                        <a:lstStyle/>
                        <a:p>
                          <a:endParaRPr lang="fr-FR"/>
                        </a:p>
                      </a:txBody>
                      <a:tcPr marL="111703" marR="111703" marT="55851" marB="55851">
                        <a:blipFill>
                          <a:blip r:embed="rId3"/>
                          <a:stretch>
                            <a:fillRect l="-230928" t="-4878" r="-139691" b="-604878"/>
                          </a:stretch>
                        </a:blipFill>
                      </a:tcPr>
                    </a:tc>
                    <a:tc>
                      <a:txBody>
                        <a:bodyPr/>
                        <a:lstStyle/>
                        <a:p>
                          <a:endParaRPr lang="fr-FR"/>
                        </a:p>
                      </a:txBody>
                      <a:tcPr marL="111703" marR="111703" marT="55851" marB="55851">
                        <a:blipFill>
                          <a:blip r:embed="rId3"/>
                          <a:stretch>
                            <a:fillRect l="-563158" t="-4878" r="-137719" b="-604878"/>
                          </a:stretch>
                        </a:blipFill>
                      </a:tcPr>
                    </a:tc>
                    <a:tc>
                      <a:txBody>
                        <a:bodyPr/>
                        <a:lstStyle/>
                        <a:p>
                          <a:endParaRPr lang="fr-FR"/>
                        </a:p>
                      </a:txBody>
                      <a:tcPr marL="111703" marR="111703" marT="55851" marB="55851">
                        <a:blipFill>
                          <a:blip r:embed="rId3"/>
                          <a:stretch>
                            <a:fillRect l="-497368" t="-4878" r="-3289" b="-604878"/>
                          </a:stretch>
                        </a:blipFill>
                      </a:tcPr>
                    </a:tc>
                    <a:extLst>
                      <a:ext uri="{0D108BD9-81ED-4DB2-BD59-A6C34878D82A}">
                        <a16:rowId xmlns:a16="http://schemas.microsoft.com/office/drawing/2014/main" val="1533465849"/>
                      </a:ext>
                    </a:extLst>
                  </a:tr>
                  <a:tr h="491493">
                    <a:tc>
                      <a:txBody>
                        <a:bodyPr/>
                        <a:lstStyle/>
                        <a:p>
                          <a:r>
                            <a:rPr lang="fr-FR" sz="2200"/>
                            <a:t>[0 ; 10[</a:t>
                          </a:r>
                        </a:p>
                      </a:txBody>
                      <a:tcPr marL="111703" marR="111703" marT="55851" marB="55851"/>
                    </a:tc>
                    <a:tc>
                      <a:txBody>
                        <a:bodyPr/>
                        <a:lstStyle/>
                        <a:p>
                          <a:r>
                            <a:rPr lang="fr-FR" sz="2200">
                              <a:solidFill>
                                <a:schemeClr val="tx1"/>
                              </a:solidFill>
                            </a:rPr>
                            <a:t>17.5%</a:t>
                          </a:r>
                        </a:p>
                      </a:txBody>
                      <a:tcPr marL="111703" marR="111703" marT="55851" marB="55851"/>
                    </a:tc>
                    <a:tc>
                      <a:txBody>
                        <a:bodyPr/>
                        <a:lstStyle/>
                        <a:p>
                          <a:r>
                            <a:rPr lang="fr-FR" sz="2200">
                              <a:solidFill>
                                <a:schemeClr val="tx1"/>
                              </a:solidFill>
                            </a:rPr>
                            <a:t>17.5%</a:t>
                          </a:r>
                        </a:p>
                      </a:txBody>
                      <a:tcPr marL="111703" marR="111703" marT="55851" marB="55851"/>
                    </a:tc>
                    <a:tc>
                      <a:txBody>
                        <a:bodyPr/>
                        <a:lstStyle/>
                        <a:p>
                          <a:r>
                            <a:rPr lang="fr-FR" sz="2200">
                              <a:solidFill>
                                <a:schemeClr val="tx1"/>
                              </a:solidFill>
                            </a:rPr>
                            <a:t>10</a:t>
                          </a:r>
                        </a:p>
                      </a:txBody>
                      <a:tcPr marL="111703" marR="111703" marT="55851" marB="55851"/>
                    </a:tc>
                    <a:tc>
                      <a:txBody>
                        <a:bodyPr/>
                        <a:lstStyle/>
                        <a:p>
                          <a:r>
                            <a:rPr lang="fr-FR" sz="2200">
                              <a:solidFill>
                                <a:schemeClr val="tx1"/>
                              </a:solidFill>
                            </a:rPr>
                            <a:t>4.2</a:t>
                          </a:r>
                        </a:p>
                      </a:txBody>
                      <a:tcPr marL="111703" marR="111703" marT="55851" marB="55851"/>
                    </a:tc>
                    <a:extLst>
                      <a:ext uri="{0D108BD9-81ED-4DB2-BD59-A6C34878D82A}">
                        <a16:rowId xmlns:a16="http://schemas.microsoft.com/office/drawing/2014/main" val="3657244147"/>
                      </a:ext>
                    </a:extLst>
                  </a:tr>
                  <a:tr h="491493">
                    <a:tc>
                      <a:txBody>
                        <a:bodyPr/>
                        <a:lstStyle/>
                        <a:p>
                          <a:r>
                            <a:rPr lang="fr-FR" sz="2200"/>
                            <a:t>[10 ; 30[</a:t>
                          </a:r>
                        </a:p>
                      </a:txBody>
                      <a:tcPr marL="111703" marR="111703" marT="55851" marB="55851"/>
                    </a:tc>
                    <a:tc>
                      <a:txBody>
                        <a:bodyPr/>
                        <a:lstStyle/>
                        <a:p>
                          <a:r>
                            <a:rPr lang="fr-FR" sz="2200">
                              <a:solidFill>
                                <a:schemeClr val="tx1"/>
                              </a:solidFill>
                            </a:rPr>
                            <a:t>37.5%</a:t>
                          </a:r>
                        </a:p>
                      </a:txBody>
                      <a:tcPr marL="111703" marR="111703" marT="55851" marB="55851"/>
                    </a:tc>
                    <a:tc>
                      <a:txBody>
                        <a:bodyPr/>
                        <a:lstStyle/>
                        <a:p>
                          <a:r>
                            <a:rPr lang="fr-FR" sz="2200">
                              <a:solidFill>
                                <a:schemeClr val="tx1"/>
                              </a:solidFill>
                            </a:rPr>
                            <a:t>20%</a:t>
                          </a:r>
                        </a:p>
                      </a:txBody>
                      <a:tcPr marL="111703" marR="111703" marT="55851" marB="55851"/>
                    </a:tc>
                    <a:tc>
                      <a:txBody>
                        <a:bodyPr/>
                        <a:lstStyle/>
                        <a:p>
                          <a:r>
                            <a:rPr lang="fr-FR" sz="2200">
                              <a:solidFill>
                                <a:schemeClr val="tx1"/>
                              </a:solidFill>
                            </a:rPr>
                            <a:t>20</a:t>
                          </a:r>
                        </a:p>
                      </a:txBody>
                      <a:tcPr marL="111703" marR="111703" marT="55851" marB="55851"/>
                    </a:tc>
                    <a:tc>
                      <a:txBody>
                        <a:bodyPr/>
                        <a:lstStyle/>
                        <a:p>
                          <a:r>
                            <a:rPr lang="fr-FR" sz="2200">
                              <a:solidFill>
                                <a:schemeClr val="tx1"/>
                              </a:solidFill>
                            </a:rPr>
                            <a:t>2.4</a:t>
                          </a:r>
                        </a:p>
                      </a:txBody>
                      <a:tcPr marL="111703" marR="111703" marT="55851" marB="55851"/>
                    </a:tc>
                    <a:extLst>
                      <a:ext uri="{0D108BD9-81ED-4DB2-BD59-A6C34878D82A}">
                        <a16:rowId xmlns:a16="http://schemas.microsoft.com/office/drawing/2014/main" val="3646404715"/>
                      </a:ext>
                    </a:extLst>
                  </a:tr>
                  <a:tr h="491493">
                    <a:tc>
                      <a:txBody>
                        <a:bodyPr/>
                        <a:lstStyle/>
                        <a:p>
                          <a:r>
                            <a:rPr lang="fr-FR" sz="2200"/>
                            <a:t>[30 ; 70[</a:t>
                          </a:r>
                        </a:p>
                      </a:txBody>
                      <a:tcPr marL="111703" marR="111703" marT="55851" marB="55851"/>
                    </a:tc>
                    <a:tc>
                      <a:txBody>
                        <a:bodyPr/>
                        <a:lstStyle/>
                        <a:p>
                          <a:r>
                            <a:rPr lang="fr-FR" sz="2200">
                              <a:solidFill>
                                <a:schemeClr val="tx1"/>
                              </a:solidFill>
                            </a:rPr>
                            <a:t>75%</a:t>
                          </a:r>
                        </a:p>
                      </a:txBody>
                      <a:tcPr marL="111703" marR="111703" marT="55851" marB="55851"/>
                    </a:tc>
                    <a:tc>
                      <a:txBody>
                        <a:bodyPr/>
                        <a:lstStyle/>
                        <a:p>
                          <a:r>
                            <a:rPr lang="fr-FR" sz="2200">
                              <a:solidFill>
                                <a:schemeClr val="tx1"/>
                              </a:solidFill>
                            </a:rPr>
                            <a:t>37.5%</a:t>
                          </a:r>
                        </a:p>
                      </a:txBody>
                      <a:tcPr marL="111703" marR="111703" marT="55851" marB="55851"/>
                    </a:tc>
                    <a:tc>
                      <a:txBody>
                        <a:bodyPr/>
                        <a:lstStyle/>
                        <a:p>
                          <a:r>
                            <a:rPr lang="fr-FR" sz="2200">
                              <a:solidFill>
                                <a:schemeClr val="tx1"/>
                              </a:solidFill>
                            </a:rPr>
                            <a:t>40</a:t>
                          </a:r>
                        </a:p>
                      </a:txBody>
                      <a:tcPr marL="111703" marR="111703" marT="55851" marB="55851"/>
                    </a:tc>
                    <a:tc>
                      <a:txBody>
                        <a:bodyPr/>
                        <a:lstStyle/>
                        <a:p>
                          <a:r>
                            <a:rPr lang="fr-FR" sz="2200">
                              <a:solidFill>
                                <a:schemeClr val="tx1"/>
                              </a:solidFill>
                            </a:rPr>
                            <a:t>2.25</a:t>
                          </a:r>
                        </a:p>
                      </a:txBody>
                      <a:tcPr marL="111703" marR="111703" marT="55851" marB="55851"/>
                    </a:tc>
                    <a:extLst>
                      <a:ext uri="{0D108BD9-81ED-4DB2-BD59-A6C34878D82A}">
                        <a16:rowId xmlns:a16="http://schemas.microsoft.com/office/drawing/2014/main" val="1730413526"/>
                      </a:ext>
                    </a:extLst>
                  </a:tr>
                  <a:tr h="491493">
                    <a:tc>
                      <a:txBody>
                        <a:bodyPr/>
                        <a:lstStyle/>
                        <a:p>
                          <a:r>
                            <a:rPr lang="fr-FR" sz="2200"/>
                            <a:t>[70 ; 100[</a:t>
                          </a:r>
                        </a:p>
                      </a:txBody>
                      <a:tcPr marL="111703" marR="111703" marT="55851" marB="55851"/>
                    </a:tc>
                    <a:tc>
                      <a:txBody>
                        <a:bodyPr/>
                        <a:lstStyle/>
                        <a:p>
                          <a:r>
                            <a:rPr lang="fr-FR" sz="2200">
                              <a:solidFill>
                                <a:schemeClr val="tx1"/>
                              </a:solidFill>
                            </a:rPr>
                            <a:t>85%</a:t>
                          </a:r>
                        </a:p>
                      </a:txBody>
                      <a:tcPr marL="111703" marR="111703" marT="55851" marB="55851"/>
                    </a:tc>
                    <a:tc>
                      <a:txBody>
                        <a:bodyPr/>
                        <a:lstStyle/>
                        <a:p>
                          <a:r>
                            <a:rPr lang="fr-FR" sz="2200">
                              <a:solidFill>
                                <a:schemeClr val="tx1"/>
                              </a:solidFill>
                            </a:rPr>
                            <a:t>10%</a:t>
                          </a:r>
                        </a:p>
                      </a:txBody>
                      <a:tcPr marL="111703" marR="111703" marT="55851" marB="55851"/>
                    </a:tc>
                    <a:tc>
                      <a:txBody>
                        <a:bodyPr/>
                        <a:lstStyle/>
                        <a:p>
                          <a:r>
                            <a:rPr lang="fr-FR" sz="2200">
                              <a:solidFill>
                                <a:schemeClr val="tx1"/>
                              </a:solidFill>
                            </a:rPr>
                            <a:t>30</a:t>
                          </a:r>
                        </a:p>
                      </a:txBody>
                      <a:tcPr marL="111703" marR="111703" marT="55851" marB="55851"/>
                    </a:tc>
                    <a:tc>
                      <a:txBody>
                        <a:bodyPr/>
                        <a:lstStyle/>
                        <a:p>
                          <a:r>
                            <a:rPr lang="fr-FR" sz="2200">
                              <a:solidFill>
                                <a:schemeClr val="tx1"/>
                              </a:solidFill>
                            </a:rPr>
                            <a:t>0.8</a:t>
                          </a:r>
                        </a:p>
                      </a:txBody>
                      <a:tcPr marL="111703" marR="111703" marT="55851" marB="55851"/>
                    </a:tc>
                    <a:extLst>
                      <a:ext uri="{0D108BD9-81ED-4DB2-BD59-A6C34878D82A}">
                        <a16:rowId xmlns:a16="http://schemas.microsoft.com/office/drawing/2014/main" val="1218259845"/>
                      </a:ext>
                    </a:extLst>
                  </a:tr>
                  <a:tr h="491493">
                    <a:tc>
                      <a:txBody>
                        <a:bodyPr/>
                        <a:lstStyle/>
                        <a:p>
                          <a:r>
                            <a:rPr lang="fr-FR" sz="2200"/>
                            <a:t>[100 ; 150[</a:t>
                          </a:r>
                        </a:p>
                      </a:txBody>
                      <a:tcPr marL="111703" marR="111703" marT="55851" marB="55851"/>
                    </a:tc>
                    <a:tc>
                      <a:txBody>
                        <a:bodyPr/>
                        <a:lstStyle/>
                        <a:p>
                          <a:r>
                            <a:rPr lang="fr-FR" sz="2200">
                              <a:solidFill>
                                <a:schemeClr val="tx1"/>
                              </a:solidFill>
                            </a:rPr>
                            <a:t>100%</a:t>
                          </a:r>
                        </a:p>
                      </a:txBody>
                      <a:tcPr marL="111703" marR="111703" marT="55851" marB="55851"/>
                    </a:tc>
                    <a:tc>
                      <a:txBody>
                        <a:bodyPr/>
                        <a:lstStyle/>
                        <a:p>
                          <a:r>
                            <a:rPr lang="fr-FR" sz="2200">
                              <a:solidFill>
                                <a:schemeClr val="tx1"/>
                              </a:solidFill>
                            </a:rPr>
                            <a:t>15%</a:t>
                          </a:r>
                        </a:p>
                      </a:txBody>
                      <a:tcPr marL="111703" marR="111703" marT="55851" marB="55851"/>
                    </a:tc>
                    <a:tc>
                      <a:txBody>
                        <a:bodyPr/>
                        <a:lstStyle/>
                        <a:p>
                          <a:r>
                            <a:rPr lang="fr-FR" sz="2200">
                              <a:solidFill>
                                <a:schemeClr val="tx1"/>
                              </a:solidFill>
                            </a:rPr>
                            <a:t>50</a:t>
                          </a:r>
                        </a:p>
                      </a:txBody>
                      <a:tcPr marL="111703" marR="111703" marT="55851" marB="55851"/>
                    </a:tc>
                    <a:tc>
                      <a:txBody>
                        <a:bodyPr/>
                        <a:lstStyle/>
                        <a:p>
                          <a:r>
                            <a:rPr lang="fr-FR" sz="2200">
                              <a:solidFill>
                                <a:schemeClr val="tx1"/>
                              </a:solidFill>
                            </a:rPr>
                            <a:t>0.72</a:t>
                          </a:r>
                        </a:p>
                      </a:txBody>
                      <a:tcPr marL="111703" marR="111703" marT="55851" marB="55851"/>
                    </a:tc>
                    <a:extLst>
                      <a:ext uri="{0D108BD9-81ED-4DB2-BD59-A6C34878D82A}">
                        <a16:rowId xmlns:a16="http://schemas.microsoft.com/office/drawing/2014/main" val="2393789884"/>
                      </a:ext>
                    </a:extLst>
                  </a:tr>
                  <a:tr h="491493">
                    <a:tc>
                      <a:txBody>
                        <a:bodyPr/>
                        <a:lstStyle/>
                        <a:p>
                          <a:r>
                            <a:rPr lang="fr-FR" sz="2200" b="1"/>
                            <a:t>Total </a:t>
                          </a:r>
                        </a:p>
                      </a:txBody>
                      <a:tcPr marL="111703" marR="111703" marT="55851" marB="55851"/>
                    </a:tc>
                    <a:tc>
                      <a:txBody>
                        <a:bodyPr/>
                        <a:lstStyle/>
                        <a:p>
                          <a:endParaRPr lang="fr-FR" sz="2200">
                            <a:solidFill>
                              <a:schemeClr val="tx1"/>
                            </a:solidFill>
                          </a:endParaRPr>
                        </a:p>
                      </a:txBody>
                      <a:tcPr marL="111703" marR="111703" marT="55851" marB="55851"/>
                    </a:tc>
                    <a:tc>
                      <a:txBody>
                        <a:bodyPr/>
                        <a:lstStyle/>
                        <a:p>
                          <a:r>
                            <a:rPr lang="fr-FR" sz="2200">
                              <a:solidFill>
                                <a:schemeClr val="tx1"/>
                              </a:solidFill>
                            </a:rPr>
                            <a:t>100%</a:t>
                          </a:r>
                        </a:p>
                      </a:txBody>
                      <a:tcPr marL="111703" marR="111703" marT="55851" marB="55851"/>
                    </a:tc>
                    <a:tc>
                      <a:txBody>
                        <a:bodyPr/>
                        <a:lstStyle/>
                        <a:p>
                          <a:endParaRPr lang="fr-FR" sz="2200"/>
                        </a:p>
                      </a:txBody>
                      <a:tcPr marL="111703" marR="111703" marT="55851" marB="55851"/>
                    </a:tc>
                    <a:tc>
                      <a:txBody>
                        <a:bodyPr/>
                        <a:lstStyle/>
                        <a:p>
                          <a:endParaRPr lang="fr-FR" sz="2200" dirty="0"/>
                        </a:p>
                      </a:txBody>
                      <a:tcPr marL="111703" marR="111703" marT="55851" marB="55851"/>
                    </a:tc>
                    <a:extLst>
                      <a:ext uri="{0D108BD9-81ED-4DB2-BD59-A6C34878D82A}">
                        <a16:rowId xmlns:a16="http://schemas.microsoft.com/office/drawing/2014/main" val="1240666416"/>
                      </a:ext>
                    </a:extLst>
                  </a:tr>
                </a:tbl>
              </a:graphicData>
            </a:graphic>
          </p:graphicFrame>
        </mc:Fallback>
      </mc:AlternateContent>
    </p:spTree>
    <p:extLst>
      <p:ext uri="{BB962C8B-B14F-4D97-AF65-F5344CB8AC3E}">
        <p14:creationId xmlns:p14="http://schemas.microsoft.com/office/powerpoint/2010/main" val="962425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1051560" y="586822"/>
            <a:ext cx="3657600" cy="1645920"/>
          </a:xfrm>
        </p:spPr>
        <p:txBody>
          <a:bodyPr>
            <a:normAutofit/>
          </a:bodyPr>
          <a:lstStyle/>
          <a:p>
            <a:r>
              <a:rPr lang="fr-FR" sz="3200"/>
              <a:t>Exercise</a:t>
            </a:r>
            <a:r>
              <a:rPr lang="fr-FR" sz="3200" dirty="0"/>
              <a:t> 2 - Solution</a:t>
            </a:r>
          </a:p>
        </p:txBody>
      </p:sp>
      <p:sp>
        <p:nvSpPr>
          <p:cNvPr id="37" name="Rectangle 36">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9" name="Rectangle 38">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5250106" y="586822"/>
            <a:ext cx="6106742" cy="1645920"/>
          </a:xfrm>
        </p:spPr>
        <p:txBody>
          <a:bodyPr anchor="ctr">
            <a:normAutofit/>
          </a:bodyPr>
          <a:lstStyle/>
          <a:p>
            <a:pPr marL="0" indent="0">
              <a:buNone/>
            </a:pPr>
            <a:endParaRPr lang="fr-FR" sz="1800" dirty="0"/>
          </a:p>
          <a:p>
            <a:pPr marL="0" indent="0">
              <a:buNone/>
            </a:pPr>
            <a:endParaRPr lang="fr-FR" sz="1800"/>
          </a:p>
        </p:txBody>
      </p:sp>
      <p:pic>
        <p:nvPicPr>
          <p:cNvPr id="6" name="Image 5">
            <a:extLst>
              <a:ext uri="{FF2B5EF4-FFF2-40B4-BE49-F238E27FC236}">
                <a16:creationId xmlns:a16="http://schemas.microsoft.com/office/drawing/2014/main" id="{B043A0F8-0E29-4B0F-B046-1D88B99025E7}"/>
              </a:ext>
            </a:extLst>
          </p:cNvPr>
          <p:cNvPicPr>
            <a:picLocks noChangeAspect="1"/>
          </p:cNvPicPr>
          <p:nvPr/>
        </p:nvPicPr>
        <p:blipFill>
          <a:blip r:embed="rId2"/>
          <a:stretch>
            <a:fillRect/>
          </a:stretch>
        </p:blipFill>
        <p:spPr>
          <a:xfrm>
            <a:off x="557783" y="2813172"/>
            <a:ext cx="5481509" cy="3316313"/>
          </a:xfrm>
          <a:prstGeom prst="rect">
            <a:avLst/>
          </a:prstGeom>
        </p:spPr>
      </p:pic>
      <mc:AlternateContent xmlns:mc="http://schemas.openxmlformats.org/markup-compatibility/2006" xmlns:a14="http://schemas.microsoft.com/office/drawing/2010/main">
        <mc:Choice Requires="a14">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397097385"/>
                  </p:ext>
                </p:extLst>
              </p:nvPr>
            </p:nvGraphicFramePr>
            <p:xfrm>
              <a:off x="6198781" y="2779533"/>
              <a:ext cx="5523085" cy="3383594"/>
            </p:xfrm>
            <a:graphic>
              <a:graphicData uri="http://schemas.openxmlformats.org/drawingml/2006/table">
                <a:tbl>
                  <a:tblPr firstRow="1" bandRow="1">
                    <a:tableStyleId>{5C22544A-7EE6-4342-B048-85BDC9FD1C3A}</a:tableStyleId>
                  </a:tblPr>
                  <a:tblGrid>
                    <a:gridCol w="1573210">
                      <a:extLst>
                        <a:ext uri="{9D8B030D-6E8A-4147-A177-3AD203B41FA5}">
                          <a16:colId xmlns:a16="http://schemas.microsoft.com/office/drawing/2014/main" val="2512171411"/>
                        </a:ext>
                      </a:extLst>
                    </a:gridCol>
                    <a:gridCol w="1168620">
                      <a:extLst>
                        <a:ext uri="{9D8B030D-6E8A-4147-A177-3AD203B41FA5}">
                          <a16:colId xmlns:a16="http://schemas.microsoft.com/office/drawing/2014/main" val="681406848"/>
                        </a:ext>
                      </a:extLst>
                    </a:gridCol>
                    <a:gridCol w="1168620">
                      <a:extLst>
                        <a:ext uri="{9D8B030D-6E8A-4147-A177-3AD203B41FA5}">
                          <a16:colId xmlns:a16="http://schemas.microsoft.com/office/drawing/2014/main" val="2671491569"/>
                        </a:ext>
                      </a:extLst>
                    </a:gridCol>
                    <a:gridCol w="690689">
                      <a:extLst>
                        <a:ext uri="{9D8B030D-6E8A-4147-A177-3AD203B41FA5}">
                          <a16:colId xmlns:a16="http://schemas.microsoft.com/office/drawing/2014/main" val="3509455883"/>
                        </a:ext>
                      </a:extLst>
                    </a:gridCol>
                    <a:gridCol w="921946">
                      <a:extLst>
                        <a:ext uri="{9D8B030D-6E8A-4147-A177-3AD203B41FA5}">
                          <a16:colId xmlns:a16="http://schemas.microsoft.com/office/drawing/2014/main" val="3214901987"/>
                        </a:ext>
                      </a:extLst>
                    </a:gridCol>
                  </a:tblGrid>
                  <a:tr h="489188">
                    <a:tc>
                      <a:txBody>
                        <a:bodyPr/>
                        <a:lstStyle/>
                        <a:p>
                          <a:r>
                            <a:rPr lang="fr-FR" sz="2200"/>
                            <a:t>Vitesse</a:t>
                          </a:r>
                        </a:p>
                      </a:txBody>
                      <a:tcPr marL="111004" marR="111004" marT="55502" marB="55502"/>
                    </a:tc>
                    <a:tc>
                      <a:txBody>
                        <a:bodyPr/>
                        <a:lstStyle/>
                        <a:p>
                          <a:pPr/>
                          <a14:m>
                            <m:oMathPara xmlns:m="http://schemas.openxmlformats.org/officeDocument/2006/math">
                              <m:oMathParaPr>
                                <m:jc m:val="centerGroup"/>
                              </m:oMathParaPr>
                              <m:oMath xmlns:m="http://schemas.openxmlformats.org/officeDocument/2006/math">
                                <m:sSubSup>
                                  <m:sSubSupPr>
                                    <m:ctrlPr>
                                      <a:rPr lang="fr-FR" sz="2200" b="1" i="1" smtClean="0">
                                        <a:solidFill>
                                          <a:schemeClr val="bg1"/>
                                        </a:solidFill>
                                        <a:latin typeface="Cambria Math" panose="02040503050406030204" pitchFamily="18" charset="0"/>
                                      </a:rPr>
                                    </m:ctrlPr>
                                  </m:sSubSupPr>
                                  <m:e>
                                    <m:r>
                                      <a:rPr lang="fr-FR" sz="2200" b="1" i="1" smtClean="0">
                                        <a:solidFill>
                                          <a:schemeClr val="bg1"/>
                                        </a:solidFill>
                                        <a:latin typeface="Cambria Math" panose="02040503050406030204" pitchFamily="18" charset="0"/>
                                      </a:rPr>
                                      <m:t>𝒇</m:t>
                                    </m:r>
                                  </m:e>
                                  <m:sub>
                                    <m:r>
                                      <a:rPr lang="fr-FR" sz="2200" b="1" i="1">
                                        <a:solidFill>
                                          <a:schemeClr val="bg1"/>
                                        </a:solidFill>
                                        <a:latin typeface="Cambria Math" panose="02040503050406030204" pitchFamily="18" charset="0"/>
                                      </a:rPr>
                                      <m:t>𝒊</m:t>
                                    </m:r>
                                  </m:sub>
                                  <m:sup>
                                    <m:r>
                                      <a:rPr lang="fr-FR" sz="2200" b="1" i="1">
                                        <a:solidFill>
                                          <a:schemeClr val="bg1"/>
                                        </a:solidFill>
                                        <a:latin typeface="Cambria Math" panose="02040503050406030204" pitchFamily="18" charset="0"/>
                                      </a:rPr>
                                      <m:t>+</m:t>
                                    </m:r>
                                  </m:sup>
                                </m:sSubSup>
                              </m:oMath>
                            </m:oMathPara>
                          </a14:m>
                          <a:endParaRPr lang="fr-FR" sz="2200" b="1"/>
                        </a:p>
                      </a:txBody>
                      <a:tcPr marL="111004" marR="111004" marT="55502" marB="55502"/>
                    </a:tc>
                    <a:tc>
                      <a:txBody>
                        <a:bodyPr/>
                        <a:lstStyle/>
                        <a:p>
                          <a:pPr/>
                          <a14:m>
                            <m:oMathPara xmlns:m="http://schemas.openxmlformats.org/officeDocument/2006/math">
                              <m:oMathParaPr>
                                <m:jc m:val="centerGroup"/>
                              </m:oMathParaPr>
                              <m:oMath xmlns:m="http://schemas.openxmlformats.org/officeDocument/2006/math">
                                <m:sSub>
                                  <m:sSubPr>
                                    <m:ctrlPr>
                                      <a:rPr lang="fr-FR" sz="2200" i="1" smtClean="0">
                                        <a:latin typeface="Cambria Math" panose="02040503050406030204" pitchFamily="18" charset="0"/>
                                      </a:rPr>
                                    </m:ctrlPr>
                                  </m:sSubPr>
                                  <m:e>
                                    <m:r>
                                      <a:rPr lang="fr-FR" sz="2200" b="1" i="1" smtClean="0">
                                        <a:latin typeface="Cambria Math" panose="02040503050406030204" pitchFamily="18" charset="0"/>
                                      </a:rPr>
                                      <m:t>𝒇</m:t>
                                    </m:r>
                                  </m:e>
                                  <m:sub>
                                    <m:r>
                                      <a:rPr lang="fr-FR" sz="2200" b="1" i="1" smtClean="0">
                                        <a:latin typeface="Cambria Math" panose="02040503050406030204" pitchFamily="18" charset="0"/>
                                      </a:rPr>
                                      <m:t>𝒊</m:t>
                                    </m:r>
                                  </m:sub>
                                </m:sSub>
                              </m:oMath>
                            </m:oMathPara>
                          </a14:m>
                          <a:endParaRPr lang="fr-FR" sz="2200"/>
                        </a:p>
                      </a:txBody>
                      <a:tcPr marL="111004" marR="111004" marT="55502" marB="55502"/>
                    </a:tc>
                    <a:tc>
                      <a:txBody>
                        <a:bodyPr/>
                        <a:lstStyle/>
                        <a:p>
                          <a:pPr/>
                          <a14:m>
                            <m:oMathPara xmlns:m="http://schemas.openxmlformats.org/officeDocument/2006/math">
                              <m:oMathParaPr>
                                <m:jc m:val="centerGroup"/>
                              </m:oMathParaPr>
                              <m:oMath xmlns:m="http://schemas.openxmlformats.org/officeDocument/2006/math">
                                <m:sSub>
                                  <m:sSubPr>
                                    <m:ctrlPr>
                                      <a:rPr lang="fr-FR" sz="2200" b="1" i="1" smtClean="0">
                                        <a:latin typeface="Cambria Math" panose="02040503050406030204" pitchFamily="18" charset="0"/>
                                      </a:rPr>
                                    </m:ctrlPr>
                                  </m:sSubPr>
                                  <m:e>
                                    <m:r>
                                      <a:rPr lang="fr-FR" sz="2200" b="1" i="1" smtClean="0">
                                        <a:latin typeface="Cambria Math" panose="02040503050406030204" pitchFamily="18" charset="0"/>
                                      </a:rPr>
                                      <m:t>𝒂</m:t>
                                    </m:r>
                                  </m:e>
                                  <m:sub>
                                    <m:r>
                                      <a:rPr lang="fr-FR" sz="2200" b="1" i="1" smtClean="0">
                                        <a:latin typeface="Cambria Math" panose="02040503050406030204" pitchFamily="18" charset="0"/>
                                      </a:rPr>
                                      <m:t>𝒊</m:t>
                                    </m:r>
                                  </m:sub>
                                </m:sSub>
                              </m:oMath>
                            </m:oMathPara>
                          </a14:m>
                          <a:endParaRPr lang="fr-FR" sz="2200" b="1"/>
                        </a:p>
                      </a:txBody>
                      <a:tcPr marL="111004" marR="111004" marT="55502" marB="55502"/>
                    </a:tc>
                    <a:tc>
                      <a:txBody>
                        <a:bodyPr/>
                        <a:lstStyle/>
                        <a:p>
                          <a:pPr/>
                          <a14:m>
                            <m:oMathPara xmlns:m="http://schemas.openxmlformats.org/officeDocument/2006/math">
                              <m:oMathParaPr>
                                <m:jc m:val="centerGroup"/>
                              </m:oMathParaPr>
                              <m:oMath xmlns:m="http://schemas.openxmlformats.org/officeDocument/2006/math">
                                <m:sSub>
                                  <m:sSubPr>
                                    <m:ctrlPr>
                                      <a:rPr lang="fr-FR" sz="2200" b="1" i="1" smtClean="0">
                                        <a:solidFill>
                                          <a:schemeClr val="bg1"/>
                                        </a:solidFill>
                                        <a:latin typeface="Cambria Math" panose="02040503050406030204" pitchFamily="18" charset="0"/>
                                      </a:rPr>
                                    </m:ctrlPr>
                                  </m:sSubPr>
                                  <m:e>
                                    <m:r>
                                      <a:rPr lang="fr-FR" sz="2200" b="1" i="1" smtClean="0">
                                        <a:solidFill>
                                          <a:schemeClr val="bg1"/>
                                        </a:solidFill>
                                        <a:latin typeface="Cambria Math" panose="02040503050406030204" pitchFamily="18" charset="0"/>
                                      </a:rPr>
                                      <m:t>𝒉</m:t>
                                    </m:r>
                                  </m:e>
                                  <m:sub>
                                    <m:r>
                                      <a:rPr lang="fr-FR" sz="2200" b="1" i="1" smtClean="0">
                                        <a:solidFill>
                                          <a:schemeClr val="bg1"/>
                                        </a:solidFill>
                                        <a:latin typeface="Cambria Math" panose="02040503050406030204" pitchFamily="18" charset="0"/>
                                      </a:rPr>
                                      <m:t>𝒊</m:t>
                                    </m:r>
                                  </m:sub>
                                </m:sSub>
                              </m:oMath>
                            </m:oMathPara>
                          </a14:m>
                          <a:endParaRPr lang="fr-FR" sz="2200" b="1"/>
                        </a:p>
                      </a:txBody>
                      <a:tcPr marL="111004" marR="111004" marT="55502" marB="55502"/>
                    </a:tc>
                    <a:extLst>
                      <a:ext uri="{0D108BD9-81ED-4DB2-BD59-A6C34878D82A}">
                        <a16:rowId xmlns:a16="http://schemas.microsoft.com/office/drawing/2014/main" val="1533465849"/>
                      </a:ext>
                    </a:extLst>
                  </a:tr>
                  <a:tr h="482401">
                    <a:tc>
                      <a:txBody>
                        <a:bodyPr/>
                        <a:lstStyle/>
                        <a:p>
                          <a:r>
                            <a:rPr lang="fr-FR" sz="2200"/>
                            <a:t>[0 ; 10[</a:t>
                          </a:r>
                        </a:p>
                      </a:txBody>
                      <a:tcPr marL="111004" marR="111004" marT="55502" marB="55502"/>
                    </a:tc>
                    <a:tc>
                      <a:txBody>
                        <a:bodyPr/>
                        <a:lstStyle/>
                        <a:p>
                          <a:r>
                            <a:rPr lang="fr-FR" sz="2200">
                              <a:solidFill>
                                <a:schemeClr val="tx1"/>
                              </a:solidFill>
                            </a:rPr>
                            <a:t>17.5%</a:t>
                          </a:r>
                        </a:p>
                      </a:txBody>
                      <a:tcPr marL="111004" marR="111004" marT="55502" marB="55502"/>
                    </a:tc>
                    <a:tc>
                      <a:txBody>
                        <a:bodyPr/>
                        <a:lstStyle/>
                        <a:p>
                          <a:r>
                            <a:rPr lang="fr-FR" sz="2200">
                              <a:solidFill>
                                <a:schemeClr val="tx1"/>
                              </a:solidFill>
                            </a:rPr>
                            <a:t>17.5%</a:t>
                          </a:r>
                        </a:p>
                      </a:txBody>
                      <a:tcPr marL="111004" marR="111004" marT="55502" marB="55502"/>
                    </a:tc>
                    <a:tc>
                      <a:txBody>
                        <a:bodyPr/>
                        <a:lstStyle/>
                        <a:p>
                          <a:r>
                            <a:rPr lang="fr-FR" sz="2200">
                              <a:solidFill>
                                <a:schemeClr val="tx1"/>
                              </a:solidFill>
                            </a:rPr>
                            <a:t>10</a:t>
                          </a:r>
                        </a:p>
                      </a:txBody>
                      <a:tcPr marL="111004" marR="111004" marT="55502" marB="55502"/>
                    </a:tc>
                    <a:tc>
                      <a:txBody>
                        <a:bodyPr/>
                        <a:lstStyle/>
                        <a:p>
                          <a:r>
                            <a:rPr lang="fr-FR" sz="2200">
                              <a:solidFill>
                                <a:schemeClr val="tx1"/>
                              </a:solidFill>
                            </a:rPr>
                            <a:t>4.2</a:t>
                          </a:r>
                        </a:p>
                      </a:txBody>
                      <a:tcPr marL="111004" marR="111004" marT="55502" marB="55502"/>
                    </a:tc>
                    <a:extLst>
                      <a:ext uri="{0D108BD9-81ED-4DB2-BD59-A6C34878D82A}">
                        <a16:rowId xmlns:a16="http://schemas.microsoft.com/office/drawing/2014/main" val="3657244147"/>
                      </a:ext>
                    </a:extLst>
                  </a:tr>
                  <a:tr h="482401">
                    <a:tc>
                      <a:txBody>
                        <a:bodyPr/>
                        <a:lstStyle/>
                        <a:p>
                          <a:r>
                            <a:rPr lang="fr-FR" sz="2200"/>
                            <a:t>[10 ; 30[</a:t>
                          </a:r>
                        </a:p>
                      </a:txBody>
                      <a:tcPr marL="111004" marR="111004" marT="55502" marB="55502"/>
                    </a:tc>
                    <a:tc>
                      <a:txBody>
                        <a:bodyPr/>
                        <a:lstStyle/>
                        <a:p>
                          <a:r>
                            <a:rPr lang="fr-FR" sz="2200">
                              <a:solidFill>
                                <a:schemeClr val="tx1"/>
                              </a:solidFill>
                            </a:rPr>
                            <a:t>37.5%</a:t>
                          </a:r>
                        </a:p>
                      </a:txBody>
                      <a:tcPr marL="111004" marR="111004" marT="55502" marB="55502"/>
                    </a:tc>
                    <a:tc>
                      <a:txBody>
                        <a:bodyPr/>
                        <a:lstStyle/>
                        <a:p>
                          <a:r>
                            <a:rPr lang="fr-FR" sz="2200">
                              <a:solidFill>
                                <a:schemeClr val="tx1"/>
                              </a:solidFill>
                            </a:rPr>
                            <a:t>20%</a:t>
                          </a:r>
                        </a:p>
                      </a:txBody>
                      <a:tcPr marL="111004" marR="111004" marT="55502" marB="55502"/>
                    </a:tc>
                    <a:tc>
                      <a:txBody>
                        <a:bodyPr/>
                        <a:lstStyle/>
                        <a:p>
                          <a:r>
                            <a:rPr lang="fr-FR" sz="2200">
                              <a:solidFill>
                                <a:schemeClr val="tx1"/>
                              </a:solidFill>
                            </a:rPr>
                            <a:t>20</a:t>
                          </a:r>
                        </a:p>
                      </a:txBody>
                      <a:tcPr marL="111004" marR="111004" marT="55502" marB="55502"/>
                    </a:tc>
                    <a:tc>
                      <a:txBody>
                        <a:bodyPr/>
                        <a:lstStyle/>
                        <a:p>
                          <a:r>
                            <a:rPr lang="fr-FR" sz="2200">
                              <a:solidFill>
                                <a:schemeClr val="tx1"/>
                              </a:solidFill>
                            </a:rPr>
                            <a:t>2.4</a:t>
                          </a:r>
                        </a:p>
                      </a:txBody>
                      <a:tcPr marL="111004" marR="111004" marT="55502" marB="55502"/>
                    </a:tc>
                    <a:extLst>
                      <a:ext uri="{0D108BD9-81ED-4DB2-BD59-A6C34878D82A}">
                        <a16:rowId xmlns:a16="http://schemas.microsoft.com/office/drawing/2014/main" val="3646404715"/>
                      </a:ext>
                    </a:extLst>
                  </a:tr>
                  <a:tr h="482401">
                    <a:tc>
                      <a:txBody>
                        <a:bodyPr/>
                        <a:lstStyle/>
                        <a:p>
                          <a:r>
                            <a:rPr lang="fr-FR" sz="2200"/>
                            <a:t>[30 ; 70[</a:t>
                          </a:r>
                        </a:p>
                      </a:txBody>
                      <a:tcPr marL="111004" marR="111004" marT="55502" marB="55502"/>
                    </a:tc>
                    <a:tc>
                      <a:txBody>
                        <a:bodyPr/>
                        <a:lstStyle/>
                        <a:p>
                          <a:r>
                            <a:rPr lang="fr-FR" sz="2200" dirty="0">
                              <a:solidFill>
                                <a:schemeClr val="tx1"/>
                              </a:solidFill>
                            </a:rPr>
                            <a:t>75%</a:t>
                          </a:r>
                        </a:p>
                      </a:txBody>
                      <a:tcPr marL="111004" marR="111004" marT="55502" marB="55502"/>
                    </a:tc>
                    <a:tc>
                      <a:txBody>
                        <a:bodyPr/>
                        <a:lstStyle/>
                        <a:p>
                          <a:r>
                            <a:rPr lang="fr-FR" sz="2200">
                              <a:solidFill>
                                <a:schemeClr val="tx1"/>
                              </a:solidFill>
                            </a:rPr>
                            <a:t>37.5%</a:t>
                          </a:r>
                        </a:p>
                      </a:txBody>
                      <a:tcPr marL="111004" marR="111004" marT="55502" marB="55502"/>
                    </a:tc>
                    <a:tc>
                      <a:txBody>
                        <a:bodyPr/>
                        <a:lstStyle/>
                        <a:p>
                          <a:r>
                            <a:rPr lang="fr-FR" sz="2200">
                              <a:solidFill>
                                <a:schemeClr val="tx1"/>
                              </a:solidFill>
                            </a:rPr>
                            <a:t>40</a:t>
                          </a:r>
                        </a:p>
                      </a:txBody>
                      <a:tcPr marL="111004" marR="111004" marT="55502" marB="55502"/>
                    </a:tc>
                    <a:tc>
                      <a:txBody>
                        <a:bodyPr/>
                        <a:lstStyle/>
                        <a:p>
                          <a:r>
                            <a:rPr lang="fr-FR" sz="2200">
                              <a:solidFill>
                                <a:schemeClr val="tx1"/>
                              </a:solidFill>
                            </a:rPr>
                            <a:t>2.25</a:t>
                          </a:r>
                        </a:p>
                      </a:txBody>
                      <a:tcPr marL="111004" marR="111004" marT="55502" marB="55502"/>
                    </a:tc>
                    <a:extLst>
                      <a:ext uri="{0D108BD9-81ED-4DB2-BD59-A6C34878D82A}">
                        <a16:rowId xmlns:a16="http://schemas.microsoft.com/office/drawing/2014/main" val="1730413526"/>
                      </a:ext>
                    </a:extLst>
                  </a:tr>
                  <a:tr h="482401">
                    <a:tc>
                      <a:txBody>
                        <a:bodyPr/>
                        <a:lstStyle/>
                        <a:p>
                          <a:r>
                            <a:rPr lang="fr-FR" sz="2200"/>
                            <a:t>[70 ; 100[</a:t>
                          </a:r>
                        </a:p>
                      </a:txBody>
                      <a:tcPr marL="111004" marR="111004" marT="55502" marB="55502"/>
                    </a:tc>
                    <a:tc>
                      <a:txBody>
                        <a:bodyPr/>
                        <a:lstStyle/>
                        <a:p>
                          <a:r>
                            <a:rPr lang="fr-FR" sz="2200">
                              <a:solidFill>
                                <a:schemeClr val="tx1"/>
                              </a:solidFill>
                            </a:rPr>
                            <a:t>85%</a:t>
                          </a:r>
                        </a:p>
                      </a:txBody>
                      <a:tcPr marL="111004" marR="111004" marT="55502" marB="55502"/>
                    </a:tc>
                    <a:tc>
                      <a:txBody>
                        <a:bodyPr/>
                        <a:lstStyle/>
                        <a:p>
                          <a:r>
                            <a:rPr lang="fr-FR" sz="2200">
                              <a:solidFill>
                                <a:schemeClr val="tx1"/>
                              </a:solidFill>
                            </a:rPr>
                            <a:t>10%</a:t>
                          </a:r>
                        </a:p>
                      </a:txBody>
                      <a:tcPr marL="111004" marR="111004" marT="55502" marB="55502"/>
                    </a:tc>
                    <a:tc>
                      <a:txBody>
                        <a:bodyPr/>
                        <a:lstStyle/>
                        <a:p>
                          <a:r>
                            <a:rPr lang="fr-FR" sz="2200">
                              <a:solidFill>
                                <a:schemeClr val="tx1"/>
                              </a:solidFill>
                            </a:rPr>
                            <a:t>30</a:t>
                          </a:r>
                        </a:p>
                      </a:txBody>
                      <a:tcPr marL="111004" marR="111004" marT="55502" marB="55502"/>
                    </a:tc>
                    <a:tc>
                      <a:txBody>
                        <a:bodyPr/>
                        <a:lstStyle/>
                        <a:p>
                          <a:r>
                            <a:rPr lang="fr-FR" sz="2200">
                              <a:solidFill>
                                <a:schemeClr val="tx1"/>
                              </a:solidFill>
                            </a:rPr>
                            <a:t>0.8</a:t>
                          </a:r>
                        </a:p>
                      </a:txBody>
                      <a:tcPr marL="111004" marR="111004" marT="55502" marB="55502"/>
                    </a:tc>
                    <a:extLst>
                      <a:ext uri="{0D108BD9-81ED-4DB2-BD59-A6C34878D82A}">
                        <a16:rowId xmlns:a16="http://schemas.microsoft.com/office/drawing/2014/main" val="1218259845"/>
                      </a:ext>
                    </a:extLst>
                  </a:tr>
                  <a:tr h="482401">
                    <a:tc>
                      <a:txBody>
                        <a:bodyPr/>
                        <a:lstStyle/>
                        <a:p>
                          <a:r>
                            <a:rPr lang="fr-FR" sz="2200"/>
                            <a:t>[100 ; 150[</a:t>
                          </a:r>
                        </a:p>
                      </a:txBody>
                      <a:tcPr marL="111004" marR="111004" marT="55502" marB="55502"/>
                    </a:tc>
                    <a:tc>
                      <a:txBody>
                        <a:bodyPr/>
                        <a:lstStyle/>
                        <a:p>
                          <a:r>
                            <a:rPr lang="fr-FR" sz="2200">
                              <a:solidFill>
                                <a:schemeClr val="tx1"/>
                              </a:solidFill>
                            </a:rPr>
                            <a:t>100%</a:t>
                          </a:r>
                        </a:p>
                      </a:txBody>
                      <a:tcPr marL="111004" marR="111004" marT="55502" marB="55502"/>
                    </a:tc>
                    <a:tc>
                      <a:txBody>
                        <a:bodyPr/>
                        <a:lstStyle/>
                        <a:p>
                          <a:r>
                            <a:rPr lang="fr-FR" sz="2200">
                              <a:solidFill>
                                <a:schemeClr val="tx1"/>
                              </a:solidFill>
                            </a:rPr>
                            <a:t>15%</a:t>
                          </a:r>
                        </a:p>
                      </a:txBody>
                      <a:tcPr marL="111004" marR="111004" marT="55502" marB="55502"/>
                    </a:tc>
                    <a:tc>
                      <a:txBody>
                        <a:bodyPr/>
                        <a:lstStyle/>
                        <a:p>
                          <a:r>
                            <a:rPr lang="fr-FR" sz="2200">
                              <a:solidFill>
                                <a:schemeClr val="tx1"/>
                              </a:solidFill>
                            </a:rPr>
                            <a:t>50</a:t>
                          </a:r>
                        </a:p>
                      </a:txBody>
                      <a:tcPr marL="111004" marR="111004" marT="55502" marB="55502"/>
                    </a:tc>
                    <a:tc>
                      <a:txBody>
                        <a:bodyPr/>
                        <a:lstStyle/>
                        <a:p>
                          <a:r>
                            <a:rPr lang="fr-FR" sz="2200">
                              <a:solidFill>
                                <a:schemeClr val="tx1"/>
                              </a:solidFill>
                            </a:rPr>
                            <a:t>0.72</a:t>
                          </a:r>
                        </a:p>
                      </a:txBody>
                      <a:tcPr marL="111004" marR="111004" marT="55502" marB="55502"/>
                    </a:tc>
                    <a:extLst>
                      <a:ext uri="{0D108BD9-81ED-4DB2-BD59-A6C34878D82A}">
                        <a16:rowId xmlns:a16="http://schemas.microsoft.com/office/drawing/2014/main" val="2393789884"/>
                      </a:ext>
                    </a:extLst>
                  </a:tr>
                  <a:tr h="482401">
                    <a:tc>
                      <a:txBody>
                        <a:bodyPr/>
                        <a:lstStyle/>
                        <a:p>
                          <a:r>
                            <a:rPr lang="fr-FR" sz="2200" b="1"/>
                            <a:t>Total </a:t>
                          </a:r>
                        </a:p>
                      </a:txBody>
                      <a:tcPr marL="111004" marR="111004" marT="55502" marB="55502"/>
                    </a:tc>
                    <a:tc>
                      <a:txBody>
                        <a:bodyPr/>
                        <a:lstStyle/>
                        <a:p>
                          <a:endParaRPr lang="fr-FR" sz="2200">
                            <a:solidFill>
                              <a:schemeClr val="tx1"/>
                            </a:solidFill>
                          </a:endParaRPr>
                        </a:p>
                      </a:txBody>
                      <a:tcPr marL="111004" marR="111004" marT="55502" marB="55502"/>
                    </a:tc>
                    <a:tc>
                      <a:txBody>
                        <a:bodyPr/>
                        <a:lstStyle/>
                        <a:p>
                          <a:r>
                            <a:rPr lang="fr-FR" sz="2200">
                              <a:solidFill>
                                <a:schemeClr val="tx1"/>
                              </a:solidFill>
                            </a:rPr>
                            <a:t>100%</a:t>
                          </a:r>
                        </a:p>
                      </a:txBody>
                      <a:tcPr marL="111004" marR="111004" marT="55502" marB="55502"/>
                    </a:tc>
                    <a:tc>
                      <a:txBody>
                        <a:bodyPr/>
                        <a:lstStyle/>
                        <a:p>
                          <a:endParaRPr lang="fr-FR" sz="2200"/>
                        </a:p>
                      </a:txBody>
                      <a:tcPr marL="111004" marR="111004" marT="55502" marB="55502"/>
                    </a:tc>
                    <a:tc>
                      <a:txBody>
                        <a:bodyPr/>
                        <a:lstStyle/>
                        <a:p>
                          <a:endParaRPr lang="fr-FR" sz="2200" dirty="0"/>
                        </a:p>
                      </a:txBody>
                      <a:tcPr marL="111004" marR="111004" marT="55502" marB="55502"/>
                    </a:tc>
                    <a:extLst>
                      <a:ext uri="{0D108BD9-81ED-4DB2-BD59-A6C34878D82A}">
                        <a16:rowId xmlns:a16="http://schemas.microsoft.com/office/drawing/2014/main" val="1240666416"/>
                      </a:ext>
                    </a:extLst>
                  </a:tr>
                </a:tbl>
              </a:graphicData>
            </a:graphic>
          </p:graphicFrame>
        </mc:Choice>
        <mc:Fallback xmlns="">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397097385"/>
                  </p:ext>
                </p:extLst>
              </p:nvPr>
            </p:nvGraphicFramePr>
            <p:xfrm>
              <a:off x="6198781" y="2779533"/>
              <a:ext cx="5523085" cy="3383594"/>
            </p:xfrm>
            <a:graphic>
              <a:graphicData uri="http://schemas.openxmlformats.org/drawingml/2006/table">
                <a:tbl>
                  <a:tblPr firstRow="1" bandRow="1">
                    <a:tableStyleId>{5C22544A-7EE6-4342-B048-85BDC9FD1C3A}</a:tableStyleId>
                  </a:tblPr>
                  <a:tblGrid>
                    <a:gridCol w="1573210">
                      <a:extLst>
                        <a:ext uri="{9D8B030D-6E8A-4147-A177-3AD203B41FA5}">
                          <a16:colId xmlns:a16="http://schemas.microsoft.com/office/drawing/2014/main" val="2512171411"/>
                        </a:ext>
                      </a:extLst>
                    </a:gridCol>
                    <a:gridCol w="1168620">
                      <a:extLst>
                        <a:ext uri="{9D8B030D-6E8A-4147-A177-3AD203B41FA5}">
                          <a16:colId xmlns:a16="http://schemas.microsoft.com/office/drawing/2014/main" val="681406848"/>
                        </a:ext>
                      </a:extLst>
                    </a:gridCol>
                    <a:gridCol w="1168620">
                      <a:extLst>
                        <a:ext uri="{9D8B030D-6E8A-4147-A177-3AD203B41FA5}">
                          <a16:colId xmlns:a16="http://schemas.microsoft.com/office/drawing/2014/main" val="2671491569"/>
                        </a:ext>
                      </a:extLst>
                    </a:gridCol>
                    <a:gridCol w="690689">
                      <a:extLst>
                        <a:ext uri="{9D8B030D-6E8A-4147-A177-3AD203B41FA5}">
                          <a16:colId xmlns:a16="http://schemas.microsoft.com/office/drawing/2014/main" val="3509455883"/>
                        </a:ext>
                      </a:extLst>
                    </a:gridCol>
                    <a:gridCol w="921946">
                      <a:extLst>
                        <a:ext uri="{9D8B030D-6E8A-4147-A177-3AD203B41FA5}">
                          <a16:colId xmlns:a16="http://schemas.microsoft.com/office/drawing/2014/main" val="3214901987"/>
                        </a:ext>
                      </a:extLst>
                    </a:gridCol>
                  </a:tblGrid>
                  <a:tr h="489188">
                    <a:tc>
                      <a:txBody>
                        <a:bodyPr/>
                        <a:lstStyle/>
                        <a:p>
                          <a:r>
                            <a:rPr lang="fr-FR" sz="2200"/>
                            <a:t>Vitesse</a:t>
                          </a:r>
                        </a:p>
                      </a:txBody>
                      <a:tcPr marL="111004" marR="111004" marT="55502" marB="55502"/>
                    </a:tc>
                    <a:tc>
                      <a:txBody>
                        <a:bodyPr/>
                        <a:lstStyle/>
                        <a:p>
                          <a:endParaRPr lang="fr-FR"/>
                        </a:p>
                      </a:txBody>
                      <a:tcPr marL="111004" marR="111004" marT="55502" marB="55502">
                        <a:blipFill>
                          <a:blip r:embed="rId3"/>
                          <a:stretch>
                            <a:fillRect l="-134896" t="-4938" r="-240625" b="-602469"/>
                          </a:stretch>
                        </a:blipFill>
                      </a:tcPr>
                    </a:tc>
                    <a:tc>
                      <a:txBody>
                        <a:bodyPr/>
                        <a:lstStyle/>
                        <a:p>
                          <a:endParaRPr lang="fr-FR"/>
                        </a:p>
                      </a:txBody>
                      <a:tcPr marL="111004" marR="111004" marT="55502" marB="55502">
                        <a:blipFill>
                          <a:blip r:embed="rId3"/>
                          <a:stretch>
                            <a:fillRect l="-234896" t="-4938" r="-140625" b="-602469"/>
                          </a:stretch>
                        </a:blipFill>
                      </a:tcPr>
                    </a:tc>
                    <a:tc>
                      <a:txBody>
                        <a:bodyPr/>
                        <a:lstStyle/>
                        <a:p>
                          <a:endParaRPr lang="fr-FR"/>
                        </a:p>
                      </a:txBody>
                      <a:tcPr marL="111004" marR="111004" marT="55502" marB="55502">
                        <a:blipFill>
                          <a:blip r:embed="rId3"/>
                          <a:stretch>
                            <a:fillRect l="-564035" t="-4938" r="-136842" b="-602469"/>
                          </a:stretch>
                        </a:blipFill>
                      </a:tcPr>
                    </a:tc>
                    <a:tc>
                      <a:txBody>
                        <a:bodyPr/>
                        <a:lstStyle/>
                        <a:p>
                          <a:endParaRPr lang="fr-FR"/>
                        </a:p>
                      </a:txBody>
                      <a:tcPr marL="111004" marR="111004" marT="55502" marB="55502">
                        <a:blipFill>
                          <a:blip r:embed="rId3"/>
                          <a:stretch>
                            <a:fillRect l="-501325" t="-4938" r="-3311" b="-602469"/>
                          </a:stretch>
                        </a:blipFill>
                      </a:tcPr>
                    </a:tc>
                    <a:extLst>
                      <a:ext uri="{0D108BD9-81ED-4DB2-BD59-A6C34878D82A}">
                        <a16:rowId xmlns:a16="http://schemas.microsoft.com/office/drawing/2014/main" val="1533465849"/>
                      </a:ext>
                    </a:extLst>
                  </a:tr>
                  <a:tr h="482401">
                    <a:tc>
                      <a:txBody>
                        <a:bodyPr/>
                        <a:lstStyle/>
                        <a:p>
                          <a:r>
                            <a:rPr lang="fr-FR" sz="2200"/>
                            <a:t>[0 ; 10[</a:t>
                          </a:r>
                        </a:p>
                      </a:txBody>
                      <a:tcPr marL="111004" marR="111004" marT="55502" marB="55502"/>
                    </a:tc>
                    <a:tc>
                      <a:txBody>
                        <a:bodyPr/>
                        <a:lstStyle/>
                        <a:p>
                          <a:r>
                            <a:rPr lang="fr-FR" sz="2200">
                              <a:solidFill>
                                <a:schemeClr val="tx1"/>
                              </a:solidFill>
                            </a:rPr>
                            <a:t>17.5%</a:t>
                          </a:r>
                        </a:p>
                      </a:txBody>
                      <a:tcPr marL="111004" marR="111004" marT="55502" marB="55502"/>
                    </a:tc>
                    <a:tc>
                      <a:txBody>
                        <a:bodyPr/>
                        <a:lstStyle/>
                        <a:p>
                          <a:r>
                            <a:rPr lang="fr-FR" sz="2200">
                              <a:solidFill>
                                <a:schemeClr val="tx1"/>
                              </a:solidFill>
                            </a:rPr>
                            <a:t>17.5%</a:t>
                          </a:r>
                        </a:p>
                      </a:txBody>
                      <a:tcPr marL="111004" marR="111004" marT="55502" marB="55502"/>
                    </a:tc>
                    <a:tc>
                      <a:txBody>
                        <a:bodyPr/>
                        <a:lstStyle/>
                        <a:p>
                          <a:r>
                            <a:rPr lang="fr-FR" sz="2200">
                              <a:solidFill>
                                <a:schemeClr val="tx1"/>
                              </a:solidFill>
                            </a:rPr>
                            <a:t>10</a:t>
                          </a:r>
                        </a:p>
                      </a:txBody>
                      <a:tcPr marL="111004" marR="111004" marT="55502" marB="55502"/>
                    </a:tc>
                    <a:tc>
                      <a:txBody>
                        <a:bodyPr/>
                        <a:lstStyle/>
                        <a:p>
                          <a:r>
                            <a:rPr lang="fr-FR" sz="2200">
                              <a:solidFill>
                                <a:schemeClr val="tx1"/>
                              </a:solidFill>
                            </a:rPr>
                            <a:t>4.2</a:t>
                          </a:r>
                        </a:p>
                      </a:txBody>
                      <a:tcPr marL="111004" marR="111004" marT="55502" marB="55502"/>
                    </a:tc>
                    <a:extLst>
                      <a:ext uri="{0D108BD9-81ED-4DB2-BD59-A6C34878D82A}">
                        <a16:rowId xmlns:a16="http://schemas.microsoft.com/office/drawing/2014/main" val="3657244147"/>
                      </a:ext>
                    </a:extLst>
                  </a:tr>
                  <a:tr h="482401">
                    <a:tc>
                      <a:txBody>
                        <a:bodyPr/>
                        <a:lstStyle/>
                        <a:p>
                          <a:r>
                            <a:rPr lang="fr-FR" sz="2200"/>
                            <a:t>[10 ; 30[</a:t>
                          </a:r>
                        </a:p>
                      </a:txBody>
                      <a:tcPr marL="111004" marR="111004" marT="55502" marB="55502"/>
                    </a:tc>
                    <a:tc>
                      <a:txBody>
                        <a:bodyPr/>
                        <a:lstStyle/>
                        <a:p>
                          <a:r>
                            <a:rPr lang="fr-FR" sz="2200">
                              <a:solidFill>
                                <a:schemeClr val="tx1"/>
                              </a:solidFill>
                            </a:rPr>
                            <a:t>37.5%</a:t>
                          </a:r>
                        </a:p>
                      </a:txBody>
                      <a:tcPr marL="111004" marR="111004" marT="55502" marB="55502"/>
                    </a:tc>
                    <a:tc>
                      <a:txBody>
                        <a:bodyPr/>
                        <a:lstStyle/>
                        <a:p>
                          <a:r>
                            <a:rPr lang="fr-FR" sz="2200">
                              <a:solidFill>
                                <a:schemeClr val="tx1"/>
                              </a:solidFill>
                            </a:rPr>
                            <a:t>20%</a:t>
                          </a:r>
                        </a:p>
                      </a:txBody>
                      <a:tcPr marL="111004" marR="111004" marT="55502" marB="55502"/>
                    </a:tc>
                    <a:tc>
                      <a:txBody>
                        <a:bodyPr/>
                        <a:lstStyle/>
                        <a:p>
                          <a:r>
                            <a:rPr lang="fr-FR" sz="2200">
                              <a:solidFill>
                                <a:schemeClr val="tx1"/>
                              </a:solidFill>
                            </a:rPr>
                            <a:t>20</a:t>
                          </a:r>
                        </a:p>
                      </a:txBody>
                      <a:tcPr marL="111004" marR="111004" marT="55502" marB="55502"/>
                    </a:tc>
                    <a:tc>
                      <a:txBody>
                        <a:bodyPr/>
                        <a:lstStyle/>
                        <a:p>
                          <a:r>
                            <a:rPr lang="fr-FR" sz="2200">
                              <a:solidFill>
                                <a:schemeClr val="tx1"/>
                              </a:solidFill>
                            </a:rPr>
                            <a:t>2.4</a:t>
                          </a:r>
                        </a:p>
                      </a:txBody>
                      <a:tcPr marL="111004" marR="111004" marT="55502" marB="55502"/>
                    </a:tc>
                    <a:extLst>
                      <a:ext uri="{0D108BD9-81ED-4DB2-BD59-A6C34878D82A}">
                        <a16:rowId xmlns:a16="http://schemas.microsoft.com/office/drawing/2014/main" val="3646404715"/>
                      </a:ext>
                    </a:extLst>
                  </a:tr>
                  <a:tr h="482401">
                    <a:tc>
                      <a:txBody>
                        <a:bodyPr/>
                        <a:lstStyle/>
                        <a:p>
                          <a:r>
                            <a:rPr lang="fr-FR" sz="2200"/>
                            <a:t>[30 ; 70[</a:t>
                          </a:r>
                        </a:p>
                      </a:txBody>
                      <a:tcPr marL="111004" marR="111004" marT="55502" marB="55502"/>
                    </a:tc>
                    <a:tc>
                      <a:txBody>
                        <a:bodyPr/>
                        <a:lstStyle/>
                        <a:p>
                          <a:r>
                            <a:rPr lang="fr-FR" sz="2200" dirty="0">
                              <a:solidFill>
                                <a:schemeClr val="tx1"/>
                              </a:solidFill>
                            </a:rPr>
                            <a:t>75%</a:t>
                          </a:r>
                        </a:p>
                      </a:txBody>
                      <a:tcPr marL="111004" marR="111004" marT="55502" marB="55502"/>
                    </a:tc>
                    <a:tc>
                      <a:txBody>
                        <a:bodyPr/>
                        <a:lstStyle/>
                        <a:p>
                          <a:r>
                            <a:rPr lang="fr-FR" sz="2200">
                              <a:solidFill>
                                <a:schemeClr val="tx1"/>
                              </a:solidFill>
                            </a:rPr>
                            <a:t>37.5%</a:t>
                          </a:r>
                        </a:p>
                      </a:txBody>
                      <a:tcPr marL="111004" marR="111004" marT="55502" marB="55502"/>
                    </a:tc>
                    <a:tc>
                      <a:txBody>
                        <a:bodyPr/>
                        <a:lstStyle/>
                        <a:p>
                          <a:r>
                            <a:rPr lang="fr-FR" sz="2200">
                              <a:solidFill>
                                <a:schemeClr val="tx1"/>
                              </a:solidFill>
                            </a:rPr>
                            <a:t>40</a:t>
                          </a:r>
                        </a:p>
                      </a:txBody>
                      <a:tcPr marL="111004" marR="111004" marT="55502" marB="55502"/>
                    </a:tc>
                    <a:tc>
                      <a:txBody>
                        <a:bodyPr/>
                        <a:lstStyle/>
                        <a:p>
                          <a:r>
                            <a:rPr lang="fr-FR" sz="2200">
                              <a:solidFill>
                                <a:schemeClr val="tx1"/>
                              </a:solidFill>
                            </a:rPr>
                            <a:t>2.25</a:t>
                          </a:r>
                        </a:p>
                      </a:txBody>
                      <a:tcPr marL="111004" marR="111004" marT="55502" marB="55502"/>
                    </a:tc>
                    <a:extLst>
                      <a:ext uri="{0D108BD9-81ED-4DB2-BD59-A6C34878D82A}">
                        <a16:rowId xmlns:a16="http://schemas.microsoft.com/office/drawing/2014/main" val="1730413526"/>
                      </a:ext>
                    </a:extLst>
                  </a:tr>
                  <a:tr h="482401">
                    <a:tc>
                      <a:txBody>
                        <a:bodyPr/>
                        <a:lstStyle/>
                        <a:p>
                          <a:r>
                            <a:rPr lang="fr-FR" sz="2200"/>
                            <a:t>[70 ; 100[</a:t>
                          </a:r>
                        </a:p>
                      </a:txBody>
                      <a:tcPr marL="111004" marR="111004" marT="55502" marB="55502"/>
                    </a:tc>
                    <a:tc>
                      <a:txBody>
                        <a:bodyPr/>
                        <a:lstStyle/>
                        <a:p>
                          <a:r>
                            <a:rPr lang="fr-FR" sz="2200">
                              <a:solidFill>
                                <a:schemeClr val="tx1"/>
                              </a:solidFill>
                            </a:rPr>
                            <a:t>85%</a:t>
                          </a:r>
                        </a:p>
                      </a:txBody>
                      <a:tcPr marL="111004" marR="111004" marT="55502" marB="55502"/>
                    </a:tc>
                    <a:tc>
                      <a:txBody>
                        <a:bodyPr/>
                        <a:lstStyle/>
                        <a:p>
                          <a:r>
                            <a:rPr lang="fr-FR" sz="2200">
                              <a:solidFill>
                                <a:schemeClr val="tx1"/>
                              </a:solidFill>
                            </a:rPr>
                            <a:t>10%</a:t>
                          </a:r>
                        </a:p>
                      </a:txBody>
                      <a:tcPr marL="111004" marR="111004" marT="55502" marB="55502"/>
                    </a:tc>
                    <a:tc>
                      <a:txBody>
                        <a:bodyPr/>
                        <a:lstStyle/>
                        <a:p>
                          <a:r>
                            <a:rPr lang="fr-FR" sz="2200">
                              <a:solidFill>
                                <a:schemeClr val="tx1"/>
                              </a:solidFill>
                            </a:rPr>
                            <a:t>30</a:t>
                          </a:r>
                        </a:p>
                      </a:txBody>
                      <a:tcPr marL="111004" marR="111004" marT="55502" marB="55502"/>
                    </a:tc>
                    <a:tc>
                      <a:txBody>
                        <a:bodyPr/>
                        <a:lstStyle/>
                        <a:p>
                          <a:r>
                            <a:rPr lang="fr-FR" sz="2200">
                              <a:solidFill>
                                <a:schemeClr val="tx1"/>
                              </a:solidFill>
                            </a:rPr>
                            <a:t>0.8</a:t>
                          </a:r>
                        </a:p>
                      </a:txBody>
                      <a:tcPr marL="111004" marR="111004" marT="55502" marB="55502"/>
                    </a:tc>
                    <a:extLst>
                      <a:ext uri="{0D108BD9-81ED-4DB2-BD59-A6C34878D82A}">
                        <a16:rowId xmlns:a16="http://schemas.microsoft.com/office/drawing/2014/main" val="1218259845"/>
                      </a:ext>
                    </a:extLst>
                  </a:tr>
                  <a:tr h="482401">
                    <a:tc>
                      <a:txBody>
                        <a:bodyPr/>
                        <a:lstStyle/>
                        <a:p>
                          <a:r>
                            <a:rPr lang="fr-FR" sz="2200"/>
                            <a:t>[100 ; 150[</a:t>
                          </a:r>
                        </a:p>
                      </a:txBody>
                      <a:tcPr marL="111004" marR="111004" marT="55502" marB="55502"/>
                    </a:tc>
                    <a:tc>
                      <a:txBody>
                        <a:bodyPr/>
                        <a:lstStyle/>
                        <a:p>
                          <a:r>
                            <a:rPr lang="fr-FR" sz="2200">
                              <a:solidFill>
                                <a:schemeClr val="tx1"/>
                              </a:solidFill>
                            </a:rPr>
                            <a:t>100%</a:t>
                          </a:r>
                        </a:p>
                      </a:txBody>
                      <a:tcPr marL="111004" marR="111004" marT="55502" marB="55502"/>
                    </a:tc>
                    <a:tc>
                      <a:txBody>
                        <a:bodyPr/>
                        <a:lstStyle/>
                        <a:p>
                          <a:r>
                            <a:rPr lang="fr-FR" sz="2200">
                              <a:solidFill>
                                <a:schemeClr val="tx1"/>
                              </a:solidFill>
                            </a:rPr>
                            <a:t>15%</a:t>
                          </a:r>
                        </a:p>
                      </a:txBody>
                      <a:tcPr marL="111004" marR="111004" marT="55502" marB="55502"/>
                    </a:tc>
                    <a:tc>
                      <a:txBody>
                        <a:bodyPr/>
                        <a:lstStyle/>
                        <a:p>
                          <a:r>
                            <a:rPr lang="fr-FR" sz="2200">
                              <a:solidFill>
                                <a:schemeClr val="tx1"/>
                              </a:solidFill>
                            </a:rPr>
                            <a:t>50</a:t>
                          </a:r>
                        </a:p>
                      </a:txBody>
                      <a:tcPr marL="111004" marR="111004" marT="55502" marB="55502"/>
                    </a:tc>
                    <a:tc>
                      <a:txBody>
                        <a:bodyPr/>
                        <a:lstStyle/>
                        <a:p>
                          <a:r>
                            <a:rPr lang="fr-FR" sz="2200">
                              <a:solidFill>
                                <a:schemeClr val="tx1"/>
                              </a:solidFill>
                            </a:rPr>
                            <a:t>0.72</a:t>
                          </a:r>
                        </a:p>
                      </a:txBody>
                      <a:tcPr marL="111004" marR="111004" marT="55502" marB="55502"/>
                    </a:tc>
                    <a:extLst>
                      <a:ext uri="{0D108BD9-81ED-4DB2-BD59-A6C34878D82A}">
                        <a16:rowId xmlns:a16="http://schemas.microsoft.com/office/drawing/2014/main" val="2393789884"/>
                      </a:ext>
                    </a:extLst>
                  </a:tr>
                  <a:tr h="482401">
                    <a:tc>
                      <a:txBody>
                        <a:bodyPr/>
                        <a:lstStyle/>
                        <a:p>
                          <a:r>
                            <a:rPr lang="fr-FR" sz="2200" b="1"/>
                            <a:t>Total </a:t>
                          </a:r>
                        </a:p>
                      </a:txBody>
                      <a:tcPr marL="111004" marR="111004" marT="55502" marB="55502"/>
                    </a:tc>
                    <a:tc>
                      <a:txBody>
                        <a:bodyPr/>
                        <a:lstStyle/>
                        <a:p>
                          <a:endParaRPr lang="fr-FR" sz="2200">
                            <a:solidFill>
                              <a:schemeClr val="tx1"/>
                            </a:solidFill>
                          </a:endParaRPr>
                        </a:p>
                      </a:txBody>
                      <a:tcPr marL="111004" marR="111004" marT="55502" marB="55502"/>
                    </a:tc>
                    <a:tc>
                      <a:txBody>
                        <a:bodyPr/>
                        <a:lstStyle/>
                        <a:p>
                          <a:r>
                            <a:rPr lang="fr-FR" sz="2200">
                              <a:solidFill>
                                <a:schemeClr val="tx1"/>
                              </a:solidFill>
                            </a:rPr>
                            <a:t>100%</a:t>
                          </a:r>
                        </a:p>
                      </a:txBody>
                      <a:tcPr marL="111004" marR="111004" marT="55502" marB="55502"/>
                    </a:tc>
                    <a:tc>
                      <a:txBody>
                        <a:bodyPr/>
                        <a:lstStyle/>
                        <a:p>
                          <a:endParaRPr lang="fr-FR" sz="2200"/>
                        </a:p>
                      </a:txBody>
                      <a:tcPr marL="111004" marR="111004" marT="55502" marB="55502"/>
                    </a:tc>
                    <a:tc>
                      <a:txBody>
                        <a:bodyPr/>
                        <a:lstStyle/>
                        <a:p>
                          <a:endParaRPr lang="fr-FR" sz="2200" dirty="0"/>
                        </a:p>
                      </a:txBody>
                      <a:tcPr marL="111004" marR="111004" marT="55502" marB="55502"/>
                    </a:tc>
                    <a:extLst>
                      <a:ext uri="{0D108BD9-81ED-4DB2-BD59-A6C34878D82A}">
                        <a16:rowId xmlns:a16="http://schemas.microsoft.com/office/drawing/2014/main" val="1240666416"/>
                      </a:ext>
                    </a:extLst>
                  </a:tr>
                </a:tbl>
              </a:graphicData>
            </a:graphic>
          </p:graphicFrame>
        </mc:Fallback>
      </mc:AlternateContent>
    </p:spTree>
    <p:extLst>
      <p:ext uri="{BB962C8B-B14F-4D97-AF65-F5344CB8AC3E}">
        <p14:creationId xmlns:p14="http://schemas.microsoft.com/office/powerpoint/2010/main" val="420050779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409</Words>
  <Application>Microsoft Office PowerPoint</Application>
  <PresentationFormat>Grand écran</PresentationFormat>
  <Paragraphs>176</Paragraphs>
  <Slides>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vt:i4>
      </vt:variant>
    </vt:vector>
  </HeadingPairs>
  <TitlesOfParts>
    <vt:vector size="13" baseType="lpstr">
      <vt:lpstr>Arial</vt:lpstr>
      <vt:lpstr>Calibri</vt:lpstr>
      <vt:lpstr>Calibri Light</vt:lpstr>
      <vt:lpstr>Cambria</vt:lpstr>
      <vt:lpstr>Cambria Math</vt:lpstr>
      <vt:lpstr>Thème Office</vt:lpstr>
      <vt:lpstr>Data Description </vt:lpstr>
      <vt:lpstr>Exercise 1</vt:lpstr>
      <vt:lpstr>Exercise 1 - Solution</vt:lpstr>
      <vt:lpstr>Exercise 1 - Solution</vt:lpstr>
      <vt:lpstr>Exercise 2</vt:lpstr>
      <vt:lpstr>Exercise 2 - Solution</vt:lpstr>
      <vt:lpstr>Exercise 2 -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Description </dc:title>
  <dc:creator>KACHOUR Maher</dc:creator>
  <cp:lastModifiedBy>KACHOUR Maher</cp:lastModifiedBy>
  <cp:revision>1</cp:revision>
  <dcterms:created xsi:type="dcterms:W3CDTF">2021-10-14T08:08:29Z</dcterms:created>
  <dcterms:modified xsi:type="dcterms:W3CDTF">2021-10-16T15:40:36Z</dcterms:modified>
</cp:coreProperties>
</file>