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65" r:id="rId4"/>
    <p:sldId id="266" r:id="rId5"/>
    <p:sldId id="259" r:id="rId6"/>
    <p:sldId id="267" r:id="rId7"/>
    <p:sldId id="268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15B6A4BB-C5D9-4D8C-82FD-B9497E86AC38}"/>
    <pc:docChg chg="modSld">
      <pc:chgData name="KACHOUR Maher" userId="09775c39-7739-40bf-ba04-c8ef3ab24a94" providerId="ADAL" clId="{15B6A4BB-C5D9-4D8C-82FD-B9497E86AC38}" dt="2021-10-16T15:44:43.187" v="15" actId="255"/>
      <pc:docMkLst>
        <pc:docMk/>
      </pc:docMkLst>
      <pc:sldChg chg="modSp mod">
        <pc:chgData name="KACHOUR Maher" userId="09775c39-7739-40bf-ba04-c8ef3ab24a94" providerId="ADAL" clId="{15B6A4BB-C5D9-4D8C-82FD-B9497E86AC38}" dt="2021-10-16T15:44:30.018" v="1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5B6A4BB-C5D9-4D8C-82FD-B9497E86AC38}" dt="2021-10-16T15:44:30.018" v="1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5B6A4BB-C5D9-4D8C-82FD-B9497E86AC38}" dt="2021-10-16T15:35:46.402" v="10" actId="20577"/>
        <pc:sldMkLst>
          <pc:docMk/>
          <pc:sldMk cId="0" sldId="257"/>
        </pc:sldMkLst>
        <pc:spChg chg="mod">
          <ac:chgData name="KACHOUR Maher" userId="09775c39-7739-40bf-ba04-c8ef3ab24a94" providerId="ADAL" clId="{15B6A4BB-C5D9-4D8C-82FD-B9497E86AC38}" dt="2021-10-16T15:35:46.402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5B6A4BB-C5D9-4D8C-82FD-B9497E86AC38}" dt="2021-10-16T15:44:43.187" v="15" actId="255"/>
        <pc:sldMkLst>
          <pc:docMk/>
          <pc:sldMk cId="3342625250" sldId="259"/>
        </pc:sldMkLst>
        <pc:spChg chg="mod">
          <ac:chgData name="KACHOUR Maher" userId="09775c39-7739-40bf-ba04-c8ef3ab24a94" providerId="ADAL" clId="{15B6A4BB-C5D9-4D8C-82FD-B9497E86AC38}" dt="2021-10-16T15:44:43.187" v="15" actId="255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A7EBF9EB-6199-4114-8746-3F6241EFACE9}"/>
    <pc:docChg chg="custSel addSld delSld modSld sldOrd">
      <pc:chgData name="KACHOUR Maher" userId="09775c39-7739-40bf-ba04-c8ef3ab24a94" providerId="ADAL" clId="{A7EBF9EB-6199-4114-8746-3F6241EFACE9}" dt="2021-10-15T13:00:55.587" v="17" actId="2890"/>
      <pc:docMkLst>
        <pc:docMk/>
      </pc:docMkLst>
      <pc:sldChg chg="del">
        <pc:chgData name="KACHOUR Maher" userId="09775c39-7739-40bf-ba04-c8ef3ab24a94" providerId="ADAL" clId="{A7EBF9EB-6199-4114-8746-3F6241EFACE9}" dt="2021-10-15T13:00:37.507" v="10" actId="47"/>
        <pc:sldMkLst>
          <pc:docMk/>
          <pc:sldMk cId="1632906986" sldId="258"/>
        </pc:sldMkLst>
      </pc:sldChg>
      <pc:sldChg chg="del">
        <pc:chgData name="KACHOUR Maher" userId="09775c39-7739-40bf-ba04-c8ef3ab24a94" providerId="ADAL" clId="{A7EBF9EB-6199-4114-8746-3F6241EFACE9}" dt="2021-10-15T13:00:50.735" v="15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A7EBF9EB-6199-4114-8746-3F6241EFACE9}" dt="2021-10-15T13:00:40.795" v="11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A7EBF9EB-6199-4114-8746-3F6241EFACE9}" dt="2021-10-15T13:00:52.894" v="16" actId="47"/>
        <pc:sldMkLst>
          <pc:docMk/>
          <pc:sldMk cId="385761548" sldId="264"/>
        </pc:sldMkLst>
      </pc:sldChg>
      <pc:sldChg chg="addSp delSp modSp new mod">
        <pc:chgData name="KACHOUR Maher" userId="09775c39-7739-40bf-ba04-c8ef3ab24a94" providerId="ADAL" clId="{A7EBF9EB-6199-4114-8746-3F6241EFACE9}" dt="2021-10-15T13:00:29.587" v="8" actId="1076"/>
        <pc:sldMkLst>
          <pc:docMk/>
          <pc:sldMk cId="339078111" sldId="265"/>
        </pc:sldMkLst>
        <pc:spChg chg="mod">
          <ac:chgData name="KACHOUR Maher" userId="09775c39-7739-40bf-ba04-c8ef3ab24a94" providerId="ADAL" clId="{A7EBF9EB-6199-4114-8746-3F6241EFACE9}" dt="2021-10-15T13:00:07.315" v="4" actId="20577"/>
          <ac:spMkLst>
            <pc:docMk/>
            <pc:sldMk cId="339078111" sldId="265"/>
            <ac:spMk id="2" creationId="{F800BBCD-8647-489E-876D-9FC3AC88BD2B}"/>
          </ac:spMkLst>
        </pc:spChg>
        <pc:spChg chg="del">
          <ac:chgData name="KACHOUR Maher" userId="09775c39-7739-40bf-ba04-c8ef3ab24a94" providerId="ADAL" clId="{A7EBF9EB-6199-4114-8746-3F6241EFACE9}" dt="2021-10-15T13:00:12.119" v="5" actId="478"/>
          <ac:spMkLst>
            <pc:docMk/>
            <pc:sldMk cId="339078111" sldId="265"/>
            <ac:spMk id="3" creationId="{69052FC6-DF1B-44EE-8139-D1CF4528E7BA}"/>
          </ac:spMkLst>
        </pc:spChg>
        <pc:spChg chg="add mod">
          <ac:chgData name="KACHOUR Maher" userId="09775c39-7739-40bf-ba04-c8ef3ab24a94" providerId="ADAL" clId="{A7EBF9EB-6199-4114-8746-3F6241EFACE9}" dt="2021-10-15T13:00:29.587" v="8" actId="1076"/>
          <ac:spMkLst>
            <pc:docMk/>
            <pc:sldMk cId="339078111" sldId="265"/>
            <ac:spMk id="4" creationId="{A49DE853-D406-4447-A840-2A66FF0950EC}"/>
          </ac:spMkLst>
        </pc:spChg>
      </pc:sldChg>
      <pc:sldChg chg="add">
        <pc:chgData name="KACHOUR Maher" userId="09775c39-7739-40bf-ba04-c8ef3ab24a94" providerId="ADAL" clId="{A7EBF9EB-6199-4114-8746-3F6241EFACE9}" dt="2021-10-15T13:00:34.770" v="9" actId="2890"/>
        <pc:sldMkLst>
          <pc:docMk/>
          <pc:sldMk cId="1031168437" sldId="266"/>
        </pc:sldMkLst>
      </pc:sldChg>
      <pc:sldChg chg="add ord">
        <pc:chgData name="KACHOUR Maher" userId="09775c39-7739-40bf-ba04-c8ef3ab24a94" providerId="ADAL" clId="{A7EBF9EB-6199-4114-8746-3F6241EFACE9}" dt="2021-10-15T13:00:46.716" v="14"/>
        <pc:sldMkLst>
          <pc:docMk/>
          <pc:sldMk cId="2122603051" sldId="267"/>
        </pc:sldMkLst>
      </pc:sldChg>
      <pc:sldChg chg="add">
        <pc:chgData name="KACHOUR Maher" userId="09775c39-7739-40bf-ba04-c8ef3ab24a94" providerId="ADAL" clId="{A7EBF9EB-6199-4114-8746-3F6241EFACE9}" dt="2021-10-15T13:00:55.587" v="17" actId="2890"/>
        <pc:sldMkLst>
          <pc:docMk/>
          <pc:sldMk cId="875336150" sldId="268"/>
        </pc:sldMkLst>
      </pc:sldChg>
    </pc:docChg>
  </pc:docChgLst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1DA53DD8-B3E4-4039-B56F-E5EF414AC823}"/>
    <pc:docChg chg="custSel modSld">
      <pc:chgData name="KACHOUR Maher" userId="09775c39-7739-40bf-ba04-c8ef3ab24a94" providerId="ADAL" clId="{1DA53DD8-B3E4-4039-B56F-E5EF414AC823}" dt="2021-10-15T12:58:26.227" v="10" actId="1076"/>
      <pc:docMkLst>
        <pc:docMk/>
      </pc:docMkLst>
      <pc:sldChg chg="modSp mod">
        <pc:chgData name="KACHOUR Maher" userId="09775c39-7739-40bf-ba04-c8ef3ab24a94" providerId="ADAL" clId="{1DA53DD8-B3E4-4039-B56F-E5EF414AC823}" dt="2021-10-15T12:57:00.575" v="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DA53DD8-B3E4-4039-B56F-E5EF414AC823}" dt="2021-10-15T12:57:00.575" v="1" actId="20577"/>
          <ac:spMkLst>
            <pc:docMk/>
            <pc:sldMk cId="3884457258" sldId="256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5T12:57:36.547" v="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DA53DD8-B3E4-4039-B56F-E5EF414AC823}" dt="2021-10-15T12:57:36.547" v="3" actId="20577"/>
          <ac:spMkLst>
            <pc:docMk/>
            <pc:sldMk cId="1632906986" sldId="258"/>
            <ac:spMk id="2" creationId="{A4AEDEBA-6FE9-4F23-B02B-9FB71BC17484}"/>
          </ac:spMkLst>
        </pc:spChg>
      </pc:sldChg>
      <pc:sldChg chg="modSp mod">
        <pc:chgData name="KACHOUR Maher" userId="09775c39-7739-40bf-ba04-c8ef3ab24a94" providerId="ADAL" clId="{1DA53DD8-B3E4-4039-B56F-E5EF414AC823}" dt="2021-10-15T12:58:26.227" v="10" actId="1076"/>
        <pc:sldMkLst>
          <pc:docMk/>
          <pc:sldMk cId="3342625250" sldId="259"/>
        </pc:sldMkLst>
        <pc:spChg chg="mod">
          <ac:chgData name="KACHOUR Maher" userId="09775c39-7739-40bf-ba04-c8ef3ab24a94" providerId="ADAL" clId="{1DA53DD8-B3E4-4039-B56F-E5EF414AC823}" dt="2021-10-15T12:58:17.625" v="8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1DA53DD8-B3E4-4039-B56F-E5EF414AC823}" dt="2021-10-15T12:58:26.227" v="10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DA53DD8-B3E4-4039-B56F-E5EF414AC823}" dt="2021-10-15T12:57:53.724" v="5" actId="20577"/>
        <pc:sldMkLst>
          <pc:docMk/>
          <pc:sldMk cId="290671189" sldId="263"/>
        </pc:sldMkLst>
        <pc:spChg chg="mod">
          <ac:chgData name="KACHOUR Maher" userId="09775c39-7739-40bf-ba04-c8ef3ab24a94" providerId="ADAL" clId="{1DA53DD8-B3E4-4039-B56F-E5EF414AC823}" dt="2021-10-15T12:57:53.724" v="5" actId="20577"/>
          <ac:spMkLst>
            <pc:docMk/>
            <pc:sldMk cId="290671189" sldId="263"/>
            <ac:spMk id="2" creationId="{A4AEDEBA-6FE9-4F23-B02B-9FB71BC1748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temperature (i.e. measured between 7am and 7.30am) over 200 days chosen </a:t>
            </a:r>
            <a:r>
              <a:rPr lang="en-US" sz="2000" dirty="0"/>
              <a:t>randomly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
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8D618231-F795-4672-A643-43223F39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615291"/>
              </p:ext>
            </p:extLst>
          </p:nvPr>
        </p:nvGraphicFramePr>
        <p:xfrm>
          <a:off x="4337050" y="2743200"/>
          <a:ext cx="3711575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00">
                  <a:extLst>
                    <a:ext uri="{9D8B030D-6E8A-4147-A177-3AD203B41FA5}">
                      <a16:colId xmlns:a16="http://schemas.microsoft.com/office/drawing/2014/main" val="3196339109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623701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Temperature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Frequency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06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7273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74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47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16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687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0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116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15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Exercice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9716"/>
            <a:ext cx="10515600" cy="484203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We studied the morning speed (i.e. measured (in Km/h) between 7am and 7.30am) of the wind over 240 days chosen </a:t>
            </a:r>
            <a:r>
              <a:rPr lang="en-US" sz="2400" dirty="0"/>
              <a:t>randomly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from the winter periods observed over the last 20 years. 
The data are represented in the following table:</a:t>
            </a:r>
            <a:r>
              <a:rPr lang="en-US" sz="2300" dirty="0">
                <a:latin typeface="Cambria" panose="02040503050406030204" pitchFamily="18" charset="0"/>
                <a:ea typeface="Cambria" panose="02040503050406030204" pitchFamily="18" charset="0"/>
              </a:rPr>
              <a:t>
</a:t>
            </a: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3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Calculate the coefficient of variation 
Calculate the relative interquartile coefficient </a:t>
            </a:r>
            <a:endParaRPr lang="fr-FR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8731FE7-289F-4569-8899-DD98785D8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244432"/>
              </p:ext>
            </p:extLst>
          </p:nvPr>
        </p:nvGraphicFramePr>
        <p:xfrm>
          <a:off x="5146826" y="2850753"/>
          <a:ext cx="3612092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0744">
                  <a:extLst>
                    <a:ext uri="{9D8B030D-6E8A-4147-A177-3AD203B41FA5}">
                      <a16:colId xmlns:a16="http://schemas.microsoft.com/office/drawing/2014/main" val="2512171411"/>
                    </a:ext>
                  </a:extLst>
                </a:gridCol>
                <a:gridCol w="1981348">
                  <a:extLst>
                    <a:ext uri="{9D8B030D-6E8A-4147-A177-3AD203B41FA5}">
                      <a16:colId xmlns:a16="http://schemas.microsoft.com/office/drawing/2014/main" val="174336170"/>
                    </a:ext>
                  </a:extLst>
                </a:gridCol>
              </a:tblGrid>
              <a:tr h="263684">
                <a:tc>
                  <a:txBody>
                    <a:bodyPr/>
                    <a:lstStyle/>
                    <a:p>
                      <a:r>
                        <a:rPr lang="fr-FR" dirty="0"/>
                        <a:t>Speed
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Number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days</a:t>
                      </a:r>
                      <a:r>
                        <a:rPr lang="fr-FR" dirty="0"/>
                        <a:t>
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465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[0 ; 10[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 ; 30[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40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[30 ; 70[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3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[70 ; 100[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5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[100 ; 150[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789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2603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0BBCD-8647-489E-876D-9FC3AC88B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9DE853-D406-4447-A840-2A66FF0950EC}"/>
              </a:ext>
            </a:extLst>
          </p:cNvPr>
          <p:cNvSpPr txBox="1"/>
          <p:nvPr/>
        </p:nvSpPr>
        <p:spPr>
          <a:xfrm>
            <a:off x="838200" y="1690688"/>
            <a:ext cx="10439400" cy="45688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53361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189</Words>
  <Application>Microsoft Office PowerPoint</Application>
  <PresentationFormat>Grand écran</PresentationFormat>
  <Paragraphs>55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Thème Office</vt:lpstr>
      <vt:lpstr>Data Description </vt:lpstr>
      <vt:lpstr>Exercise 1</vt:lpstr>
      <vt:lpstr>Note</vt:lpstr>
      <vt:lpstr>Note</vt:lpstr>
      <vt:lpstr>Exercice 2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2021-10-16T15:44:47Z</dcterms:modified>
</cp:coreProperties>
</file>