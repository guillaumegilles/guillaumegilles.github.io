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59" r:id="rId5"/>
    <p:sldId id="264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C05B2-A338-4A26-84FC-B725A8780109}" v="1" dt="2021-10-15T11:34:46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02BC05B2-A338-4A26-84FC-B725A8780109}"/>
    <pc:docChg chg="custSel addSld delSld modSld sldOrd">
      <pc:chgData name="KACHOUR Maher" userId="09775c39-7739-40bf-ba04-c8ef3ab24a94" providerId="ADAL" clId="{02BC05B2-A338-4A26-84FC-B725A8780109}" dt="2021-10-16T15:50:58.349" v="31" actId="20577"/>
      <pc:docMkLst>
        <pc:docMk/>
      </pc:docMkLst>
      <pc:sldChg chg="modSp mod">
        <pc:chgData name="KACHOUR Maher" userId="09775c39-7739-40bf-ba04-c8ef3ab24a94" providerId="ADAL" clId="{02BC05B2-A338-4A26-84FC-B725A8780109}" dt="2021-10-16T15:50:44.562" v="27" actId="20577"/>
        <pc:sldMkLst>
          <pc:docMk/>
          <pc:sldMk cId="3884457258" sldId="256"/>
        </pc:sldMkLst>
        <pc:spChg chg="mod">
          <ac:chgData name="KACHOUR Maher" userId="09775c39-7739-40bf-ba04-c8ef3ab24a94" providerId="ADAL" clId="{02BC05B2-A338-4A26-84FC-B725A8780109}" dt="2021-10-16T15:50:44.562" v="27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02BC05B2-A338-4A26-84FC-B725A8780109}" dt="2021-10-16T15:50:36.995" v="25" actId="20577"/>
        <pc:sldMkLst>
          <pc:docMk/>
          <pc:sldMk cId="0" sldId="257"/>
        </pc:sldMkLst>
        <pc:spChg chg="mod">
          <ac:chgData name="KACHOUR Maher" userId="09775c39-7739-40bf-ba04-c8ef3ab24a94" providerId="ADAL" clId="{02BC05B2-A338-4A26-84FC-B725A8780109}" dt="2021-10-16T15:50:36.995" v="25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02BC05B2-A338-4A26-84FC-B725A8780109}" dt="2021-10-15T11:34:59.966" v="11" actId="47"/>
        <pc:sldMkLst>
          <pc:docMk/>
          <pc:sldMk cId="1632906986" sldId="258"/>
        </pc:sldMkLst>
      </pc:sldChg>
      <pc:sldChg chg="modSp mod">
        <pc:chgData name="KACHOUR Maher" userId="09775c39-7739-40bf-ba04-c8ef3ab24a94" providerId="ADAL" clId="{02BC05B2-A338-4A26-84FC-B725A8780109}" dt="2021-10-16T15:50:58.349" v="3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02BC05B2-A338-4A26-84FC-B725A8780109}" dt="2021-10-16T15:50:58.349" v="31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del">
        <pc:chgData name="KACHOUR Maher" userId="09775c39-7739-40bf-ba04-c8ef3ab24a94" providerId="ADAL" clId="{02BC05B2-A338-4A26-84FC-B725A8780109}" dt="2021-10-15T11:35:02.679" v="12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02BC05B2-A338-4A26-84FC-B725A8780109}" dt="2021-10-15T11:34:52.052" v="9" actId="208"/>
        <pc:sldMkLst>
          <pc:docMk/>
          <pc:sldMk cId="3083335501" sldId="263"/>
        </pc:sldMkLst>
        <pc:spChg chg="mod">
          <ac:chgData name="KACHOUR Maher" userId="09775c39-7739-40bf-ba04-c8ef3ab24a94" providerId="ADAL" clId="{02BC05B2-A338-4A26-84FC-B725A8780109}" dt="2021-10-15T11:34:35.503" v="6" actId="20577"/>
          <ac:spMkLst>
            <pc:docMk/>
            <pc:sldMk cId="3083335501" sldId="263"/>
            <ac:spMk id="2" creationId="{1A9A95EB-2C03-4BAC-9B4D-5ECF9253A3BD}"/>
          </ac:spMkLst>
        </pc:spChg>
        <pc:spChg chg="del">
          <ac:chgData name="KACHOUR Maher" userId="09775c39-7739-40bf-ba04-c8ef3ab24a94" providerId="ADAL" clId="{02BC05B2-A338-4A26-84FC-B725A8780109}" dt="2021-10-15T11:34:38.153" v="7" actId="478"/>
          <ac:spMkLst>
            <pc:docMk/>
            <pc:sldMk cId="3083335501" sldId="263"/>
            <ac:spMk id="3" creationId="{118C9D28-73CD-45B3-9171-DB6934D3C38E}"/>
          </ac:spMkLst>
        </pc:spChg>
        <pc:spChg chg="add mod">
          <ac:chgData name="KACHOUR Maher" userId="09775c39-7739-40bf-ba04-c8ef3ab24a94" providerId="ADAL" clId="{02BC05B2-A338-4A26-84FC-B725A8780109}" dt="2021-10-15T11:34:52.052" v="9" actId="208"/>
          <ac:spMkLst>
            <pc:docMk/>
            <pc:sldMk cId="3083335501" sldId="263"/>
            <ac:spMk id="4" creationId="{09BDF2A9-0F54-414B-A9C7-4A2CD5CC2641}"/>
          </ac:spMkLst>
        </pc:spChg>
      </pc:sldChg>
      <pc:sldChg chg="add ord">
        <pc:chgData name="KACHOUR Maher" userId="09775c39-7739-40bf-ba04-c8ef3ab24a94" providerId="ADAL" clId="{02BC05B2-A338-4A26-84FC-B725A8780109}" dt="2021-10-15T11:35:05.198" v="14"/>
        <pc:sldMkLst>
          <pc:docMk/>
          <pc:sldMk cId="4172925774" sldId="264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D1D76165-D7C6-4F30-894C-A7B7B38EC536}"/>
    <pc:docChg chg="custSel modSld">
      <pc:chgData name="KACHOUR Maher" userId="09775c39-7739-40bf-ba04-c8ef3ab24a94" providerId="ADAL" clId="{D1D76165-D7C6-4F30-894C-A7B7B38EC536}" dt="2021-10-15T11:33:45.293" v="25" actId="20577"/>
      <pc:docMkLst>
        <pc:docMk/>
      </pc:docMkLst>
      <pc:sldChg chg="modSp mod">
        <pc:chgData name="KACHOUR Maher" userId="09775c39-7739-40bf-ba04-c8ef3ab24a94" providerId="ADAL" clId="{D1D76165-D7C6-4F30-894C-A7B7B38EC536}" dt="2021-10-15T11:31:57.409" v="2" actId="1076"/>
        <pc:sldMkLst>
          <pc:docMk/>
          <pc:sldMk cId="3884457258" sldId="256"/>
        </pc:sldMkLst>
        <pc:spChg chg="mod">
          <ac:chgData name="KACHOUR Maher" userId="09775c39-7739-40bf-ba04-c8ef3ab24a94" providerId="ADAL" clId="{D1D76165-D7C6-4F30-894C-A7B7B38EC536}" dt="2021-10-15T11:31:15.582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D1D76165-D7C6-4F30-894C-A7B7B38EC536}" dt="2021-10-15T11:31:57.409" v="2" actId="1076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1D76165-D7C6-4F30-894C-A7B7B38EC536}" dt="2021-10-15T11:32:14.767" v="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D1D76165-D7C6-4F30-894C-A7B7B38EC536}" dt="2021-10-15T11:32:14.767" v="4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D1D76165-D7C6-4F30-894C-A7B7B38EC536}" dt="2021-10-15T11:33:37.179" v="23" actId="27636"/>
        <pc:sldMkLst>
          <pc:docMk/>
          <pc:sldMk cId="3342625250" sldId="259"/>
        </pc:sldMkLst>
        <pc:spChg chg="mod">
          <ac:chgData name="KACHOUR Maher" userId="09775c39-7739-40bf-ba04-c8ef3ab24a94" providerId="ADAL" clId="{D1D76165-D7C6-4F30-894C-A7B7B38EC536}" dt="2021-10-15T11:32:20.356" v="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D1D76165-D7C6-4F30-894C-A7B7B38EC536}" dt="2021-10-15T11:33:37.179" v="23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1D76165-D7C6-4F30-894C-A7B7B38EC536}" dt="2021-10-15T11:33:01.216" v="16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D1D76165-D7C6-4F30-894C-A7B7B38EC536}" dt="2021-10-15T11:33:45.293" v="2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D1D76165-D7C6-4F30-894C-A7B7B38EC536}" dt="2021-10-15T11:33:45.293" v="25" actId="20577"/>
          <ac:spMkLst>
            <pc:docMk/>
            <pc:sldMk cId="4200507792" sldId="262"/>
            <ac:spMk id="2" creationId="{159DF4AF-EB56-497F-9EC4-3792B7715C09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73162" y="1256010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Calculate the mode(s) associated with the data
Calculate the average morning temperature
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A95EB-2C03-4BAC-9B4D-5ECF9253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BDF2A9-0F54-414B-A9C7-4A2CD5CC2641}"/>
              </a:ext>
            </a:extLst>
          </p:cNvPr>
          <p:cNvSpPr txBox="1"/>
          <p:nvPr/>
        </p:nvSpPr>
        <p:spPr>
          <a:xfrm>
            <a:off x="1000125" y="1771650"/>
            <a:ext cx="10515600" cy="436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33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</a:t>
            </a:r>
            <a:r>
              <a:rPr lang="en-US" sz="4200">
                <a:latin typeface="Cambria" panose="02040503050406030204" pitchFamily="18" charset="0"/>
                <a:ea typeface="Cambria" panose="02040503050406030204" pitchFamily="18" charset="0"/>
              </a:rPr>
              <a:t>the wind</a:t>
            </a:r>
          </a:p>
          <a:p>
            <a:pPr marL="0" indent="0">
              <a:buNone/>
            </a:pPr>
            <a:r>
              <a:rPr lang="en-US" sz="4200">
                <a:latin typeface="Cambria" panose="02040503050406030204" pitchFamily="18" charset="0"/>
                <a:ea typeface="Cambria" panose="02040503050406030204" pitchFamily="18" charset="0"/>
              </a:rPr>
              <a:t>over </a:t>
            </a: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240 days chosen </a:t>
            </a:r>
            <a:r>
              <a:rPr lang="en-US" sz="4200" dirty="0"/>
              <a:t>randomly </a:t>
            </a: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Calculate the mode(s) associated with the data
Calculate the mean morning wind speed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377283"/>
              </p:ext>
            </p:extLst>
          </p:nvPr>
        </p:nvGraphicFramePr>
        <p:xfrm>
          <a:off x="5005312" y="2570730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A95EB-2C03-4BAC-9B4D-5ECF9253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BDF2A9-0F54-414B-A9C7-4A2CD5CC2641}"/>
              </a:ext>
            </a:extLst>
          </p:cNvPr>
          <p:cNvSpPr txBox="1"/>
          <p:nvPr/>
        </p:nvSpPr>
        <p:spPr>
          <a:xfrm>
            <a:off x="1000125" y="1771650"/>
            <a:ext cx="10515600" cy="436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9257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199</Words>
  <Application>Microsoft Office PowerPoint</Application>
  <PresentationFormat>Grand écran</PresentationFormat>
  <Paragraphs>55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Exercise 2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2021-10-16T15:51:03Z</dcterms:modified>
</cp:coreProperties>
</file>