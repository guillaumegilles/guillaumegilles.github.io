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2" r:id="rId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1D76165-D7C6-4F30-894C-A7B7B38EC536}" v="11" dt="2021-10-15T11:33:53.0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Style moyen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3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CHOUR Maher" userId="09775c39-7739-40bf-ba04-c8ef3ab24a94" providerId="ADAL" clId="{2370CBF8-D1D8-4922-A968-E90E226146FA}"/>
    <pc:docChg chg="undo custSel addSld modSld">
      <pc:chgData name="KACHOUR Maher" userId="09775c39-7739-40bf-ba04-c8ef3ab24a94" providerId="ADAL" clId="{2370CBF8-D1D8-4922-A968-E90E226146FA}" dt="2021-10-14T14:52:58.120" v="341" actId="26606"/>
      <pc:docMkLst>
        <pc:docMk/>
      </pc:docMkLst>
      <pc:sldChg chg="modSp mod">
        <pc:chgData name="KACHOUR Maher" userId="09775c39-7739-40bf-ba04-c8ef3ab24a94" providerId="ADAL" clId="{2370CBF8-D1D8-4922-A968-E90E226146FA}" dt="2021-10-14T14:21:33.156" v="202" actId="1076"/>
        <pc:sldMkLst>
          <pc:docMk/>
          <pc:sldMk cId="3884457258" sldId="256"/>
        </pc:sldMkLst>
        <pc:spChg chg="mod">
          <ac:chgData name="KACHOUR Maher" userId="09775c39-7739-40bf-ba04-c8ef3ab24a94" providerId="ADAL" clId="{2370CBF8-D1D8-4922-A968-E90E226146FA}" dt="2021-10-14T14:21:33.156" v="202" actId="1076"/>
          <ac:spMkLst>
            <pc:docMk/>
            <pc:sldMk cId="3884457258" sldId="256"/>
            <ac:spMk id="2" creationId="{A4AEDEBA-6FE9-4F23-B02B-9FB71BC17484}"/>
          </ac:spMkLst>
        </pc:spChg>
        <pc:spChg chg="mod">
          <ac:chgData name="KACHOUR Maher" userId="09775c39-7739-40bf-ba04-c8ef3ab24a94" providerId="ADAL" clId="{2370CBF8-D1D8-4922-A968-E90E226146FA}" dt="2021-10-14T14:21:02.557" v="199" actId="20577"/>
          <ac:spMkLst>
            <pc:docMk/>
            <pc:sldMk cId="3884457258" sldId="256"/>
            <ac:spMk id="4" creationId="{DF25F7F9-D26E-4B65-8387-484298AE7CF4}"/>
          </ac:spMkLst>
        </pc:spChg>
        <pc:graphicFrameChg chg="mod modGraphic">
          <ac:chgData name="KACHOUR Maher" userId="09775c39-7739-40bf-ba04-c8ef3ab24a94" providerId="ADAL" clId="{2370CBF8-D1D8-4922-A968-E90E226146FA}" dt="2021-10-14T14:11:19.595" v="64" actId="14734"/>
          <ac:graphicFrameMkLst>
            <pc:docMk/>
            <pc:sldMk cId="3884457258" sldId="256"/>
            <ac:graphicFrameMk id="5" creationId="{8D618231-F795-4672-A643-43223F39DFB3}"/>
          </ac:graphicFrameMkLst>
        </pc:graphicFrameChg>
      </pc:sldChg>
      <pc:sldChg chg="modSp mod">
        <pc:chgData name="KACHOUR Maher" userId="09775c39-7739-40bf-ba04-c8ef3ab24a94" providerId="ADAL" clId="{2370CBF8-D1D8-4922-A968-E90E226146FA}" dt="2021-10-14T14:07:55.333" v="1" actId="20577"/>
        <pc:sldMkLst>
          <pc:docMk/>
          <pc:sldMk cId="0" sldId="257"/>
        </pc:sldMkLst>
        <pc:spChg chg="mod">
          <ac:chgData name="KACHOUR Maher" userId="09775c39-7739-40bf-ba04-c8ef3ab24a94" providerId="ADAL" clId="{2370CBF8-D1D8-4922-A968-E90E226146FA}" dt="2021-10-14T14:07:55.333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addSp modSp mod">
        <pc:chgData name="KACHOUR Maher" userId="09775c39-7739-40bf-ba04-c8ef3ab24a94" providerId="ADAL" clId="{2370CBF8-D1D8-4922-A968-E90E226146FA}" dt="2021-10-14T14:21:23.943" v="201" actId="1076"/>
        <pc:sldMkLst>
          <pc:docMk/>
          <pc:sldMk cId="1632906986" sldId="258"/>
        </pc:sldMkLst>
        <pc:spChg chg="mod">
          <ac:chgData name="KACHOUR Maher" userId="09775c39-7739-40bf-ba04-c8ef3ab24a94" providerId="ADAL" clId="{2370CBF8-D1D8-4922-A968-E90E226146FA}" dt="2021-10-14T14:14:18.992" v="72" actId="1076"/>
          <ac:spMkLst>
            <pc:docMk/>
            <pc:sldMk cId="1632906986" sldId="258"/>
            <ac:spMk id="2" creationId="{A4AEDEBA-6FE9-4F23-B02B-9FB71BC17484}"/>
          </ac:spMkLst>
        </pc:spChg>
        <pc:graphicFrameChg chg="mod modGraphic">
          <ac:chgData name="KACHOUR Maher" userId="09775c39-7739-40bf-ba04-c8ef3ab24a94" providerId="ADAL" clId="{2370CBF8-D1D8-4922-A968-E90E226146FA}" dt="2021-10-14T14:21:19.090" v="200" actId="14734"/>
          <ac:graphicFrameMkLst>
            <pc:docMk/>
            <pc:sldMk cId="1632906986" sldId="258"/>
            <ac:graphicFrameMk id="5" creationId="{C5935286-E84C-4A5B-9E95-1C36A0F9B1CD}"/>
          </ac:graphicFrameMkLst>
        </pc:graphicFrameChg>
        <pc:picChg chg="add mod">
          <ac:chgData name="KACHOUR Maher" userId="09775c39-7739-40bf-ba04-c8ef3ab24a94" providerId="ADAL" clId="{2370CBF8-D1D8-4922-A968-E90E226146FA}" dt="2021-10-14T14:21:23.943" v="201" actId="1076"/>
          <ac:picMkLst>
            <pc:docMk/>
            <pc:sldMk cId="1632906986" sldId="258"/>
            <ac:picMk id="6" creationId="{C89D6DEA-6D91-456E-968B-68D46AFB39DB}"/>
          </ac:picMkLst>
        </pc:picChg>
      </pc:sldChg>
      <pc:sldChg chg="modSp mod">
        <pc:chgData name="KACHOUR Maher" userId="09775c39-7739-40bf-ba04-c8ef3ab24a94" providerId="ADAL" clId="{2370CBF8-D1D8-4922-A968-E90E226146FA}" dt="2021-10-14T14:34:58.077" v="263" actId="14734"/>
        <pc:sldMkLst>
          <pc:docMk/>
          <pc:sldMk cId="3342625250" sldId="259"/>
        </pc:sldMkLst>
        <pc:spChg chg="mod">
          <ac:chgData name="KACHOUR Maher" userId="09775c39-7739-40bf-ba04-c8ef3ab24a94" providerId="ADAL" clId="{2370CBF8-D1D8-4922-A968-E90E226146FA}" dt="2021-10-14T14:15:14.332" v="77" actId="1076"/>
          <ac:spMkLst>
            <pc:docMk/>
            <pc:sldMk cId="3342625250" sldId="259"/>
            <ac:spMk id="2" creationId="{159DF4AF-EB56-497F-9EC4-3792B7715C09}"/>
          </ac:spMkLst>
        </pc:spChg>
        <pc:spChg chg="mod">
          <ac:chgData name="KACHOUR Maher" userId="09775c39-7739-40bf-ba04-c8ef3ab24a94" providerId="ADAL" clId="{2370CBF8-D1D8-4922-A968-E90E226146FA}" dt="2021-10-14T14:34:47.405" v="260" actId="27636"/>
          <ac:spMkLst>
            <pc:docMk/>
            <pc:sldMk cId="3342625250" sldId="259"/>
            <ac:spMk id="3" creationId="{86DA4EC6-6600-48BE-AED2-90A0A908CF8F}"/>
          </ac:spMkLst>
        </pc:spChg>
        <pc:graphicFrameChg chg="mod modGraphic">
          <ac:chgData name="KACHOUR Maher" userId="09775c39-7739-40bf-ba04-c8ef3ab24a94" providerId="ADAL" clId="{2370CBF8-D1D8-4922-A968-E90E226146FA}" dt="2021-10-14T14:34:58.077" v="263" actId="14734"/>
          <ac:graphicFrameMkLst>
            <pc:docMk/>
            <pc:sldMk cId="3342625250" sldId="259"/>
            <ac:graphicFrameMk id="4" creationId="{D8731FE7-289F-4569-8899-DD98785D8C02}"/>
          </ac:graphicFrameMkLst>
        </pc:graphicFrameChg>
      </pc:sldChg>
      <pc:sldChg chg="addSp modSp mod setBg">
        <pc:chgData name="KACHOUR Maher" userId="09775c39-7739-40bf-ba04-c8ef3ab24a94" providerId="ADAL" clId="{2370CBF8-D1D8-4922-A968-E90E226146FA}" dt="2021-10-14T14:48:39.199" v="337" actId="26606"/>
        <pc:sldMkLst>
          <pc:docMk/>
          <pc:sldMk cId="962425727" sldId="260"/>
        </pc:sldMkLst>
        <pc:spChg chg="mo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2" creationId="{159DF4AF-EB56-497F-9EC4-3792B7715C09}"/>
          </ac:spMkLst>
        </pc:spChg>
        <pc:spChg chg="mo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3" creationId="{86DA4EC6-6600-48BE-AED2-90A0A908CF8F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1" creationId="{385E1BDC-A9B0-4A87-82E3-F3187F69A802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3" creationId="{0990C621-3B8B-4820-8328-D47EF7CE823C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5" creationId="{C1A2385B-1D2A-4E17-84FA-6CB7F0AAE473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7" creationId="{5E791F2F-79DB-4CC0-9FA1-001E3E91E8B7}"/>
          </ac:spMkLst>
        </pc:spChg>
        <pc:graphicFrameChg chg="mod ord modGraphic">
          <ac:chgData name="KACHOUR Maher" userId="09775c39-7739-40bf-ba04-c8ef3ab24a94" providerId="ADAL" clId="{2370CBF8-D1D8-4922-A968-E90E226146FA}" dt="2021-10-14T14:48:39.199" v="337" actId="26606"/>
          <ac:graphicFrameMkLst>
            <pc:docMk/>
            <pc:sldMk cId="962425727" sldId="260"/>
            <ac:graphicFrameMk id="4" creationId="{D8731FE7-289F-4569-8899-DD98785D8C02}"/>
          </ac:graphicFrameMkLst>
        </pc:graphicFrameChg>
        <pc:picChg chg="add mod">
          <ac:chgData name="KACHOUR Maher" userId="09775c39-7739-40bf-ba04-c8ef3ab24a94" providerId="ADAL" clId="{2370CBF8-D1D8-4922-A968-E90E226146FA}" dt="2021-10-14T14:48:39.199" v="337" actId="26606"/>
          <ac:picMkLst>
            <pc:docMk/>
            <pc:sldMk cId="962425727" sldId="260"/>
            <ac:picMk id="6" creationId="{D9442BFA-85B6-46F2-A05F-18E8C23113C9}"/>
          </ac:picMkLst>
        </pc:picChg>
      </pc:sldChg>
      <pc:sldChg chg="addSp delSp modSp add mod">
        <pc:chgData name="KACHOUR Maher" userId="09775c39-7739-40bf-ba04-c8ef3ab24a94" providerId="ADAL" clId="{2370CBF8-D1D8-4922-A968-E90E226146FA}" dt="2021-10-14T14:31:11.788" v="212" actId="1076"/>
        <pc:sldMkLst>
          <pc:docMk/>
          <pc:sldMk cId="925746931" sldId="261"/>
        </pc:sldMkLst>
        <pc:picChg chg="del">
          <ac:chgData name="KACHOUR Maher" userId="09775c39-7739-40bf-ba04-c8ef3ab24a94" providerId="ADAL" clId="{2370CBF8-D1D8-4922-A968-E90E226146FA}" dt="2021-10-14T14:31:00.341" v="204" actId="478"/>
          <ac:picMkLst>
            <pc:docMk/>
            <pc:sldMk cId="925746931" sldId="261"/>
            <ac:picMk id="6" creationId="{C89D6DEA-6D91-456E-968B-68D46AFB39DB}"/>
          </ac:picMkLst>
        </pc:picChg>
        <pc:picChg chg="add mod">
          <ac:chgData name="KACHOUR Maher" userId="09775c39-7739-40bf-ba04-c8ef3ab24a94" providerId="ADAL" clId="{2370CBF8-D1D8-4922-A968-E90E226146FA}" dt="2021-10-14T14:31:11.788" v="212" actId="1076"/>
          <ac:picMkLst>
            <pc:docMk/>
            <pc:sldMk cId="925746931" sldId="261"/>
            <ac:picMk id="7" creationId="{5B838518-7C53-4901-924B-9F6D0B5CF932}"/>
          </ac:picMkLst>
        </pc:picChg>
      </pc:sldChg>
      <pc:sldChg chg="addSp delSp modSp add mod">
        <pc:chgData name="KACHOUR Maher" userId="09775c39-7739-40bf-ba04-c8ef3ab24a94" providerId="ADAL" clId="{2370CBF8-D1D8-4922-A968-E90E226146FA}" dt="2021-10-14T14:52:58.120" v="341" actId="26606"/>
        <pc:sldMkLst>
          <pc:docMk/>
          <pc:sldMk cId="4200507792" sldId="262"/>
        </pc:sldMkLst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1" creationId="{385E1BDC-A9B0-4A87-82E3-F3187F69A802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3" creationId="{0990C621-3B8B-4820-8328-D47EF7CE823C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5" creationId="{C1A2385B-1D2A-4E17-84FA-6CB7F0AAE473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7" creationId="{5E791F2F-79DB-4CC0-9FA1-001E3E91E8B7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2" creationId="{385E1BDC-A9B0-4A87-82E3-F3187F69A802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4" creationId="{0990C621-3B8B-4820-8328-D47EF7CE823C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6" creationId="{C1A2385B-1D2A-4E17-84FA-6CB7F0AAE473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8" creationId="{5E791F2F-79DB-4CC0-9FA1-001E3E91E8B7}"/>
          </ac:spMkLst>
        </pc:spChg>
        <pc:graphicFrameChg chg="mod ord modGraphic">
          <ac:chgData name="KACHOUR Maher" userId="09775c39-7739-40bf-ba04-c8ef3ab24a94" providerId="ADAL" clId="{2370CBF8-D1D8-4922-A968-E90E226146FA}" dt="2021-10-14T14:52:58.120" v="341" actId="26606"/>
          <ac:graphicFrameMkLst>
            <pc:docMk/>
            <pc:sldMk cId="4200507792" sldId="262"/>
            <ac:graphicFrameMk id="4" creationId="{D8731FE7-289F-4569-8899-DD98785D8C02}"/>
          </ac:graphicFrameMkLst>
        </pc:graphicFrameChg>
        <pc:picChg chg="del">
          <ac:chgData name="KACHOUR Maher" userId="09775c39-7739-40bf-ba04-c8ef3ab24a94" providerId="ADAL" clId="{2370CBF8-D1D8-4922-A968-E90E226146FA}" dt="2021-10-14T14:52:53.431" v="339" actId="478"/>
          <ac:picMkLst>
            <pc:docMk/>
            <pc:sldMk cId="4200507792" sldId="262"/>
            <ac:picMk id="6" creationId="{D9442BFA-85B6-46F2-A05F-18E8C23113C9}"/>
          </ac:picMkLst>
        </pc:picChg>
        <pc:picChg chg="add mod">
          <ac:chgData name="KACHOUR Maher" userId="09775c39-7739-40bf-ba04-c8ef3ab24a94" providerId="ADAL" clId="{2370CBF8-D1D8-4922-A968-E90E226146FA}" dt="2021-10-14T14:52:58.120" v="341" actId="26606"/>
          <ac:picMkLst>
            <pc:docMk/>
            <pc:sldMk cId="4200507792" sldId="262"/>
            <ac:picMk id="7" creationId="{958ABDF4-6E1A-4367-888B-832F902E6529}"/>
          </ac:picMkLst>
        </pc:picChg>
      </pc:sldChg>
    </pc:docChg>
  </pc:docChgLst>
  <pc:docChgLst>
    <pc:chgData name="KACHOUR Maher" userId="09775c39-7739-40bf-ba04-c8ef3ab24a94" providerId="ADAL" clId="{E5A1AE0A-D964-4669-B03E-987D59F22204}"/>
    <pc:docChg chg="modSld">
      <pc:chgData name="KACHOUR Maher" userId="09775c39-7739-40bf-ba04-c8ef3ab24a94" providerId="ADAL" clId="{E5A1AE0A-D964-4669-B03E-987D59F22204}" dt="2021-10-14T10:16:47.651" v="1" actId="20577"/>
      <pc:docMkLst>
        <pc:docMk/>
      </pc:docMkLst>
      <pc:sldChg chg="modSp mod">
        <pc:chgData name="KACHOUR Maher" userId="09775c39-7739-40bf-ba04-c8ef3ab24a94" providerId="ADAL" clId="{E5A1AE0A-D964-4669-B03E-987D59F22204}" dt="2021-10-14T10:16:42.339" v="0" actId="20577"/>
        <pc:sldMkLst>
          <pc:docMk/>
          <pc:sldMk cId="3884457258" sldId="256"/>
        </pc:sldMkLst>
        <pc:spChg chg="mod">
          <ac:chgData name="KACHOUR Maher" userId="09775c39-7739-40bf-ba04-c8ef3ab24a94" providerId="ADAL" clId="{E5A1AE0A-D964-4669-B03E-987D59F22204}" dt="2021-10-14T10:16:42.339" v="0" actId="20577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E5A1AE0A-D964-4669-B03E-987D59F22204}" dt="2021-10-14T10:16:47.651" v="1" actId="20577"/>
        <pc:sldMkLst>
          <pc:docMk/>
          <pc:sldMk cId="3342625250" sldId="259"/>
        </pc:sldMkLst>
        <pc:spChg chg="mod">
          <ac:chgData name="KACHOUR Maher" userId="09775c39-7739-40bf-ba04-c8ef3ab24a94" providerId="ADAL" clId="{E5A1AE0A-D964-4669-B03E-987D59F22204}" dt="2021-10-14T10:16:47.651" v="1" actId="20577"/>
          <ac:spMkLst>
            <pc:docMk/>
            <pc:sldMk cId="3342625250" sldId="259"/>
            <ac:spMk id="3" creationId="{86DA4EC6-6600-48BE-AED2-90A0A908CF8F}"/>
          </ac:spMkLst>
        </pc:spChg>
      </pc:sldChg>
    </pc:docChg>
  </pc:docChgLst>
  <pc:docChgLst>
    <pc:chgData name="KACHOUR Maher" userId="09775c39-7739-40bf-ba04-c8ef3ab24a94" providerId="ADAL" clId="{D1D76165-D7C6-4F30-894C-A7B7B38EC536}"/>
    <pc:docChg chg="custSel modSld">
      <pc:chgData name="KACHOUR Maher" userId="09775c39-7739-40bf-ba04-c8ef3ab24a94" providerId="ADAL" clId="{D1D76165-D7C6-4F30-894C-A7B7B38EC536}" dt="2021-10-16T15:44:09.978" v="43" actId="6549"/>
      <pc:docMkLst>
        <pc:docMk/>
      </pc:docMkLst>
      <pc:sldChg chg="modSp mod">
        <pc:chgData name="KACHOUR Maher" userId="09775c39-7739-40bf-ba04-c8ef3ab24a94" providerId="ADAL" clId="{D1D76165-D7C6-4F30-894C-A7B7B38EC536}" dt="2021-10-16T15:43:48.234" v="38" actId="20577"/>
        <pc:sldMkLst>
          <pc:docMk/>
          <pc:sldMk cId="3884457258" sldId="256"/>
        </pc:sldMkLst>
        <pc:spChg chg="mod">
          <ac:chgData name="KACHOUR Maher" userId="09775c39-7739-40bf-ba04-c8ef3ab24a94" providerId="ADAL" clId="{D1D76165-D7C6-4F30-894C-A7B7B38EC536}" dt="2021-10-15T11:31:15.582" v="1" actId="20577"/>
          <ac:spMkLst>
            <pc:docMk/>
            <pc:sldMk cId="3884457258" sldId="256"/>
            <ac:spMk id="2" creationId="{A4AEDEBA-6FE9-4F23-B02B-9FB71BC17484}"/>
          </ac:spMkLst>
        </pc:spChg>
        <pc:spChg chg="mod">
          <ac:chgData name="KACHOUR Maher" userId="09775c39-7739-40bf-ba04-c8ef3ab24a94" providerId="ADAL" clId="{D1D76165-D7C6-4F30-894C-A7B7B38EC536}" dt="2021-10-16T15:43:48.234" v="38" actId="20577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D1D76165-D7C6-4F30-894C-A7B7B38EC536}" dt="2021-10-16T15:35:13.233" v="36" actId="20577"/>
        <pc:sldMkLst>
          <pc:docMk/>
          <pc:sldMk cId="0" sldId="257"/>
        </pc:sldMkLst>
        <pc:spChg chg="mod">
          <ac:chgData name="KACHOUR Maher" userId="09775c39-7739-40bf-ba04-c8ef3ab24a94" providerId="ADAL" clId="{D1D76165-D7C6-4F30-894C-A7B7B38EC536}" dt="2021-10-16T15:35:13.233" v="36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KACHOUR Maher" userId="09775c39-7739-40bf-ba04-c8ef3ab24a94" providerId="ADAL" clId="{D1D76165-D7C6-4F30-894C-A7B7B38EC536}" dt="2021-10-15T11:32:14.767" v="4" actId="20577"/>
        <pc:sldMkLst>
          <pc:docMk/>
          <pc:sldMk cId="1632906986" sldId="258"/>
        </pc:sldMkLst>
        <pc:spChg chg="mod">
          <ac:chgData name="KACHOUR Maher" userId="09775c39-7739-40bf-ba04-c8ef3ab24a94" providerId="ADAL" clId="{D1D76165-D7C6-4F30-894C-A7B7B38EC536}" dt="2021-10-15T11:32:14.767" v="4" actId="20577"/>
          <ac:spMkLst>
            <pc:docMk/>
            <pc:sldMk cId="1632906986" sldId="258"/>
            <ac:spMk id="2" creationId="{A4AEDEBA-6FE9-4F23-B02B-9FB71BC17484}"/>
          </ac:spMkLst>
        </pc:spChg>
      </pc:sldChg>
      <pc:sldChg chg="modSp mod">
        <pc:chgData name="KACHOUR Maher" userId="09775c39-7739-40bf-ba04-c8ef3ab24a94" providerId="ADAL" clId="{D1D76165-D7C6-4F30-894C-A7B7B38EC536}" dt="2021-10-16T15:44:09.978" v="43" actId="6549"/>
        <pc:sldMkLst>
          <pc:docMk/>
          <pc:sldMk cId="3342625250" sldId="259"/>
        </pc:sldMkLst>
        <pc:spChg chg="mod">
          <ac:chgData name="KACHOUR Maher" userId="09775c39-7739-40bf-ba04-c8ef3ab24a94" providerId="ADAL" clId="{D1D76165-D7C6-4F30-894C-A7B7B38EC536}" dt="2021-10-15T11:32:20.356" v="6" actId="20577"/>
          <ac:spMkLst>
            <pc:docMk/>
            <pc:sldMk cId="3342625250" sldId="259"/>
            <ac:spMk id="2" creationId="{159DF4AF-EB56-497F-9EC4-3792B7715C09}"/>
          </ac:spMkLst>
        </pc:spChg>
        <pc:spChg chg="mod">
          <ac:chgData name="KACHOUR Maher" userId="09775c39-7739-40bf-ba04-c8ef3ab24a94" providerId="ADAL" clId="{D1D76165-D7C6-4F30-894C-A7B7B38EC536}" dt="2021-10-16T15:44:09.978" v="43" actId="6549"/>
          <ac:spMkLst>
            <pc:docMk/>
            <pc:sldMk cId="3342625250" sldId="259"/>
            <ac:spMk id="3" creationId="{86DA4EC6-6600-48BE-AED2-90A0A908CF8F}"/>
          </ac:spMkLst>
        </pc:spChg>
        <pc:graphicFrameChg chg="mod">
          <ac:chgData name="KACHOUR Maher" userId="09775c39-7739-40bf-ba04-c8ef3ab24a94" providerId="ADAL" clId="{D1D76165-D7C6-4F30-894C-A7B7B38EC536}" dt="2021-10-15T11:33:01.216" v="16" actId="1076"/>
          <ac:graphicFrameMkLst>
            <pc:docMk/>
            <pc:sldMk cId="3342625250" sldId="259"/>
            <ac:graphicFrameMk id="4" creationId="{D8731FE7-289F-4569-8899-DD98785D8C02}"/>
          </ac:graphicFrameMkLst>
        </pc:graphicFrameChg>
      </pc:sldChg>
      <pc:sldChg chg="modSp mod">
        <pc:chgData name="KACHOUR Maher" userId="09775c39-7739-40bf-ba04-c8ef3ab24a94" providerId="ADAL" clId="{D1D76165-D7C6-4F30-894C-A7B7B38EC536}" dt="2021-10-15T11:33:45.293" v="25" actId="20577"/>
        <pc:sldMkLst>
          <pc:docMk/>
          <pc:sldMk cId="4200507792" sldId="262"/>
        </pc:sldMkLst>
        <pc:spChg chg="mod">
          <ac:chgData name="KACHOUR Maher" userId="09775c39-7739-40bf-ba04-c8ef3ab24a94" providerId="ADAL" clId="{D1D76165-D7C6-4F30-894C-A7B7B38EC536}" dt="2021-10-15T11:33:45.293" v="25" actId="20577"/>
          <ac:spMkLst>
            <pc:docMk/>
            <pc:sldMk cId="4200507792" sldId="262"/>
            <ac:spMk id="2" creationId="{159DF4AF-EB56-497F-9EC4-3792B7715C09}"/>
          </ac:spMkLst>
        </pc:spChg>
      </pc:sldChg>
    </pc:docChg>
  </pc:docChgLst>
  <pc:docChgLst>
    <pc:chgData name="KACHOUR Maher" userId="09775c39-7739-40bf-ba04-c8ef3ab24a94" providerId="ADAL" clId="{9DB9D0F6-702B-4124-8092-98911D29BF5A}"/>
    <pc:docChg chg="custSel modSld">
      <pc:chgData name="KACHOUR Maher" userId="09775c39-7739-40bf-ba04-c8ef3ab24a94" providerId="ADAL" clId="{9DB9D0F6-702B-4124-8092-98911D29BF5A}" dt="2021-10-15T11:29:56.723" v="475" actId="14100"/>
      <pc:docMkLst>
        <pc:docMk/>
      </pc:docMkLst>
      <pc:sldChg chg="modSp mod">
        <pc:chgData name="KACHOUR Maher" userId="09775c39-7739-40bf-ba04-c8ef3ab24a94" providerId="ADAL" clId="{9DB9D0F6-702B-4124-8092-98911D29BF5A}" dt="2021-10-15T10:26:13.111" v="128" actId="20577"/>
        <pc:sldMkLst>
          <pc:docMk/>
          <pc:sldMk cId="3884457258" sldId="256"/>
        </pc:sldMkLst>
        <pc:spChg chg="mod">
          <ac:chgData name="KACHOUR Maher" userId="09775c39-7739-40bf-ba04-c8ef3ab24a94" providerId="ADAL" clId="{9DB9D0F6-702B-4124-8092-98911D29BF5A}" dt="2021-10-15T10:25:15.143" v="98" actId="20577"/>
          <ac:spMkLst>
            <pc:docMk/>
            <pc:sldMk cId="3884457258" sldId="256"/>
            <ac:spMk id="4" creationId="{DF25F7F9-D26E-4B65-8387-484298AE7CF4}"/>
          </ac:spMkLst>
        </pc:spChg>
        <pc:graphicFrameChg chg="modGraphic">
          <ac:chgData name="KACHOUR Maher" userId="09775c39-7739-40bf-ba04-c8ef3ab24a94" providerId="ADAL" clId="{9DB9D0F6-702B-4124-8092-98911D29BF5A}" dt="2021-10-15T10:26:13.111" v="128" actId="20577"/>
          <ac:graphicFrameMkLst>
            <pc:docMk/>
            <pc:sldMk cId="3884457258" sldId="256"/>
            <ac:graphicFrameMk id="5" creationId="{8D618231-F795-4672-A643-43223F39DFB3}"/>
          </ac:graphicFrameMkLst>
        </pc:graphicFrameChg>
      </pc:sldChg>
      <pc:sldChg chg="modSp mod">
        <pc:chgData name="KACHOUR Maher" userId="09775c39-7739-40bf-ba04-c8ef3ab24a94" providerId="ADAL" clId="{9DB9D0F6-702B-4124-8092-98911D29BF5A}" dt="2021-10-15T10:24:09.721" v="1" actId="20577"/>
        <pc:sldMkLst>
          <pc:docMk/>
          <pc:sldMk cId="0" sldId="257"/>
        </pc:sldMkLst>
        <pc:spChg chg="mod">
          <ac:chgData name="KACHOUR Maher" userId="09775c39-7739-40bf-ba04-c8ef3ab24a94" providerId="ADAL" clId="{9DB9D0F6-702B-4124-8092-98911D29BF5A}" dt="2021-10-15T10:24:09.721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KACHOUR Maher" userId="09775c39-7739-40bf-ba04-c8ef3ab24a94" providerId="ADAL" clId="{9DB9D0F6-702B-4124-8092-98911D29BF5A}" dt="2021-10-15T10:38:20.518" v="283" actId="20577"/>
        <pc:sldMkLst>
          <pc:docMk/>
          <pc:sldMk cId="1632906986" sldId="258"/>
        </pc:sldMkLst>
        <pc:spChg chg="mod">
          <ac:chgData name="KACHOUR Maher" userId="09775c39-7739-40bf-ba04-c8ef3ab24a94" providerId="ADAL" clId="{9DB9D0F6-702B-4124-8092-98911D29BF5A}" dt="2021-10-15T10:38:20.518" v="283" actId="20577"/>
          <ac:spMkLst>
            <pc:docMk/>
            <pc:sldMk cId="1632906986" sldId="258"/>
            <ac:spMk id="3" creationId="{CC9FE004-1C6E-4667-8710-CA96506DE21E}"/>
          </ac:spMkLst>
        </pc:spChg>
        <pc:graphicFrameChg chg="modGraphic">
          <ac:chgData name="KACHOUR Maher" userId="09775c39-7739-40bf-ba04-c8ef3ab24a94" providerId="ADAL" clId="{9DB9D0F6-702B-4124-8092-98911D29BF5A}" dt="2021-10-15T10:33:37.819" v="148" actId="2164"/>
          <ac:graphicFrameMkLst>
            <pc:docMk/>
            <pc:sldMk cId="1632906986" sldId="258"/>
            <ac:graphicFrameMk id="5" creationId="{C5935286-E84C-4A5B-9E95-1C36A0F9B1CD}"/>
          </ac:graphicFrameMkLst>
        </pc:graphicFrameChg>
      </pc:sldChg>
      <pc:sldChg chg="modSp mod">
        <pc:chgData name="KACHOUR Maher" userId="09775c39-7739-40bf-ba04-c8ef3ab24a94" providerId="ADAL" clId="{9DB9D0F6-702B-4124-8092-98911D29BF5A}" dt="2021-10-15T10:27:03.747" v="147" actId="20577"/>
        <pc:sldMkLst>
          <pc:docMk/>
          <pc:sldMk cId="3342625250" sldId="259"/>
        </pc:sldMkLst>
        <pc:spChg chg="mod">
          <ac:chgData name="KACHOUR Maher" userId="09775c39-7739-40bf-ba04-c8ef3ab24a94" providerId="ADAL" clId="{9DB9D0F6-702B-4124-8092-98911D29BF5A}" dt="2021-10-15T10:27:03.747" v="147" actId="20577"/>
          <ac:spMkLst>
            <pc:docMk/>
            <pc:sldMk cId="3342625250" sldId="259"/>
            <ac:spMk id="3" creationId="{86DA4EC6-6600-48BE-AED2-90A0A908CF8F}"/>
          </ac:spMkLst>
        </pc:spChg>
      </pc:sldChg>
      <pc:sldChg chg="addSp delSp modSp mod">
        <pc:chgData name="KACHOUR Maher" userId="09775c39-7739-40bf-ba04-c8ef3ab24a94" providerId="ADAL" clId="{9DB9D0F6-702B-4124-8092-98911D29BF5A}" dt="2021-10-15T11:29:56.723" v="475" actId="14100"/>
        <pc:sldMkLst>
          <pc:docMk/>
          <pc:sldMk cId="4200507792" sldId="262"/>
        </pc:sldMkLst>
        <pc:spChg chg="del mod">
          <ac:chgData name="KACHOUR Maher" userId="09775c39-7739-40bf-ba04-c8ef3ab24a94" providerId="ADAL" clId="{9DB9D0F6-702B-4124-8092-98911D29BF5A}" dt="2021-10-15T10:39:23.679" v="286"/>
          <ac:spMkLst>
            <pc:docMk/>
            <pc:sldMk cId="4200507792" sldId="262"/>
            <ac:spMk id="5" creationId="{D7B24147-55AB-4BC4-B183-ED51FCA4DB97}"/>
          </ac:spMkLst>
        </pc:spChg>
        <pc:spChg chg="add mod">
          <ac:chgData name="KACHOUR Maher" userId="09775c39-7739-40bf-ba04-c8ef3ab24a94" providerId="ADAL" clId="{9DB9D0F6-702B-4124-8092-98911D29BF5A}" dt="2021-10-15T11:29:56.723" v="475" actId="14100"/>
          <ac:spMkLst>
            <pc:docMk/>
            <pc:sldMk cId="4200507792" sldId="262"/>
            <ac:spMk id="6" creationId="{B9F24573-B8C6-4491-AFA0-36142DDC64B5}"/>
          </ac:spMkLst>
        </pc:spChg>
        <pc:graphicFrameChg chg="del">
          <ac:chgData name="KACHOUR Maher" userId="09775c39-7739-40bf-ba04-c8ef3ab24a94" providerId="ADAL" clId="{9DB9D0F6-702B-4124-8092-98911D29BF5A}" dt="2021-10-15T11:19:57.953" v="287" actId="478"/>
          <ac:graphicFrameMkLst>
            <pc:docMk/>
            <pc:sldMk cId="4200507792" sldId="262"/>
            <ac:graphicFrameMk id="4" creationId="{D8731FE7-289F-4569-8899-DD98785D8C02}"/>
          </ac:graphicFrameMkLst>
        </pc:graphicFrameChg>
        <pc:graphicFrameChg chg="add mod modGraphic">
          <ac:chgData name="KACHOUR Maher" userId="09775c39-7739-40bf-ba04-c8ef3ab24a94" providerId="ADAL" clId="{9DB9D0F6-702B-4124-8092-98911D29BF5A}" dt="2021-10-15T11:22:36.354" v="343" actId="14734"/>
          <ac:graphicFrameMkLst>
            <pc:docMk/>
            <pc:sldMk cId="4200507792" sldId="262"/>
            <ac:graphicFrameMk id="10" creationId="{096B941A-D693-4148-80B8-A45B24E4FAD1}"/>
          </ac:graphicFrameMkLst>
        </pc:graphicFrameChg>
      </pc:sldChg>
    </pc:docChg>
  </pc:docChgLst>
  <pc:docChgLst>
    <pc:chgData name="KACHOUR Maher" userId="09775c39-7739-40bf-ba04-c8ef3ab24a94" providerId="ADAL" clId="{A485481B-7CFB-49EC-B580-AB3492269FCD}"/>
    <pc:docChg chg="undo custSel delSld modSld">
      <pc:chgData name="KACHOUR Maher" userId="09775c39-7739-40bf-ba04-c8ef3ab24a94" providerId="ADAL" clId="{A485481B-7CFB-49EC-B580-AB3492269FCD}" dt="2021-10-14T16:21:46.485" v="467" actId="255"/>
      <pc:docMkLst>
        <pc:docMk/>
      </pc:docMkLst>
      <pc:sldChg chg="modSp mod">
        <pc:chgData name="KACHOUR Maher" userId="09775c39-7739-40bf-ba04-c8ef3ab24a94" providerId="ADAL" clId="{A485481B-7CFB-49EC-B580-AB3492269FCD}" dt="2021-10-14T16:21:46.485" v="467" actId="255"/>
        <pc:sldMkLst>
          <pc:docMk/>
          <pc:sldMk cId="3884457258" sldId="256"/>
        </pc:sldMkLst>
        <pc:spChg chg="mod">
          <ac:chgData name="KACHOUR Maher" userId="09775c39-7739-40bf-ba04-c8ef3ab24a94" providerId="ADAL" clId="{A485481B-7CFB-49EC-B580-AB3492269FCD}" dt="2021-10-14T16:21:46.485" v="467" actId="255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A485481B-7CFB-49EC-B580-AB3492269FCD}" dt="2021-10-14T15:39:01.978" v="1" actId="20577"/>
        <pc:sldMkLst>
          <pc:docMk/>
          <pc:sldMk cId="0" sldId="257"/>
        </pc:sldMkLst>
        <pc:spChg chg="mod">
          <ac:chgData name="KACHOUR Maher" userId="09775c39-7739-40bf-ba04-c8ef3ab24a94" providerId="ADAL" clId="{A485481B-7CFB-49EC-B580-AB3492269FCD}" dt="2021-10-14T15:39:01.978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addSp delSp modSp mod">
        <pc:chgData name="KACHOUR Maher" userId="09775c39-7739-40bf-ba04-c8ef3ab24a94" providerId="ADAL" clId="{A485481B-7CFB-49EC-B580-AB3492269FCD}" dt="2021-10-14T15:47:29.387" v="241" actId="20577"/>
        <pc:sldMkLst>
          <pc:docMk/>
          <pc:sldMk cId="1632906986" sldId="258"/>
        </pc:sldMkLst>
        <pc:spChg chg="add mod">
          <ac:chgData name="KACHOUR Maher" userId="09775c39-7739-40bf-ba04-c8ef3ab24a94" providerId="ADAL" clId="{A485481B-7CFB-49EC-B580-AB3492269FCD}" dt="2021-10-14T15:47:29.387" v="241" actId="20577"/>
          <ac:spMkLst>
            <pc:docMk/>
            <pc:sldMk cId="1632906986" sldId="258"/>
            <ac:spMk id="3" creationId="{CC9FE004-1C6E-4667-8710-CA96506DE21E}"/>
          </ac:spMkLst>
        </pc:spChg>
        <pc:picChg chg="del">
          <ac:chgData name="KACHOUR Maher" userId="09775c39-7739-40bf-ba04-c8ef3ab24a94" providerId="ADAL" clId="{A485481B-7CFB-49EC-B580-AB3492269FCD}" dt="2021-10-14T15:39:42.963" v="49" actId="478"/>
          <ac:picMkLst>
            <pc:docMk/>
            <pc:sldMk cId="1632906986" sldId="258"/>
            <ac:picMk id="6" creationId="{C89D6DEA-6D91-456E-968B-68D46AFB39DB}"/>
          </ac:picMkLst>
        </pc:picChg>
      </pc:sldChg>
      <pc:sldChg chg="modSp mod">
        <pc:chgData name="KACHOUR Maher" userId="09775c39-7739-40bf-ba04-c8ef3ab24a94" providerId="ADAL" clId="{A485481B-7CFB-49EC-B580-AB3492269FCD}" dt="2021-10-14T16:21:33.183" v="465" actId="5793"/>
        <pc:sldMkLst>
          <pc:docMk/>
          <pc:sldMk cId="3342625250" sldId="259"/>
        </pc:sldMkLst>
        <pc:spChg chg="mod">
          <ac:chgData name="KACHOUR Maher" userId="09775c39-7739-40bf-ba04-c8ef3ab24a94" providerId="ADAL" clId="{A485481B-7CFB-49EC-B580-AB3492269FCD}" dt="2021-10-14T16:21:33.183" v="465" actId="5793"/>
          <ac:spMkLst>
            <pc:docMk/>
            <pc:sldMk cId="3342625250" sldId="259"/>
            <ac:spMk id="3" creationId="{86DA4EC6-6600-48BE-AED2-90A0A908CF8F}"/>
          </ac:spMkLst>
        </pc:spChg>
        <pc:graphicFrameChg chg="mod">
          <ac:chgData name="KACHOUR Maher" userId="09775c39-7739-40bf-ba04-c8ef3ab24a94" providerId="ADAL" clId="{A485481B-7CFB-49EC-B580-AB3492269FCD}" dt="2021-10-14T16:21:29.049" v="464" actId="1076"/>
          <ac:graphicFrameMkLst>
            <pc:docMk/>
            <pc:sldMk cId="3342625250" sldId="259"/>
            <ac:graphicFrameMk id="4" creationId="{D8731FE7-289F-4569-8899-DD98785D8C02}"/>
          </ac:graphicFrameMkLst>
        </pc:graphicFrameChg>
      </pc:sldChg>
      <pc:sldChg chg="del">
        <pc:chgData name="KACHOUR Maher" userId="09775c39-7739-40bf-ba04-c8ef3ab24a94" providerId="ADAL" clId="{A485481B-7CFB-49EC-B580-AB3492269FCD}" dt="2021-10-14T15:47:59.547" v="243" actId="47"/>
        <pc:sldMkLst>
          <pc:docMk/>
          <pc:sldMk cId="962425727" sldId="260"/>
        </pc:sldMkLst>
      </pc:sldChg>
      <pc:sldChg chg="delSp del mod">
        <pc:chgData name="KACHOUR Maher" userId="09775c39-7739-40bf-ba04-c8ef3ab24a94" providerId="ADAL" clId="{A485481B-7CFB-49EC-B580-AB3492269FCD}" dt="2021-10-14T15:47:34.163" v="242" actId="47"/>
        <pc:sldMkLst>
          <pc:docMk/>
          <pc:sldMk cId="925746931" sldId="261"/>
        </pc:sldMkLst>
        <pc:graphicFrameChg chg="del">
          <ac:chgData name="KACHOUR Maher" userId="09775c39-7739-40bf-ba04-c8ef3ab24a94" providerId="ADAL" clId="{A485481B-7CFB-49EC-B580-AB3492269FCD}" dt="2021-10-14T15:39:50.801" v="50" actId="478"/>
          <ac:graphicFrameMkLst>
            <pc:docMk/>
            <pc:sldMk cId="925746931" sldId="261"/>
            <ac:graphicFrameMk id="5" creationId="{C5935286-E84C-4A5B-9E95-1C36A0F9B1CD}"/>
          </ac:graphicFrameMkLst>
        </pc:graphicFrameChg>
        <pc:picChg chg="del">
          <ac:chgData name="KACHOUR Maher" userId="09775c39-7739-40bf-ba04-c8ef3ab24a94" providerId="ADAL" clId="{A485481B-7CFB-49EC-B580-AB3492269FCD}" dt="2021-10-14T15:39:53.045" v="51" actId="478"/>
          <ac:picMkLst>
            <pc:docMk/>
            <pc:sldMk cId="925746931" sldId="261"/>
            <ac:picMk id="7" creationId="{5B838518-7C53-4901-924B-9F6D0B5CF932}"/>
          </ac:picMkLst>
        </pc:picChg>
      </pc:sldChg>
      <pc:sldChg chg="addSp delSp modSp mod">
        <pc:chgData name="KACHOUR Maher" userId="09775c39-7739-40bf-ba04-c8ef3ab24a94" providerId="ADAL" clId="{A485481B-7CFB-49EC-B580-AB3492269FCD}" dt="2021-10-14T16:20:16.665" v="458" actId="2711"/>
        <pc:sldMkLst>
          <pc:docMk/>
          <pc:sldMk cId="4200507792" sldId="262"/>
        </pc:sldMkLst>
        <pc:spChg chg="add mod">
          <ac:chgData name="KACHOUR Maher" userId="09775c39-7739-40bf-ba04-c8ef3ab24a94" providerId="ADAL" clId="{A485481B-7CFB-49EC-B580-AB3492269FCD}" dt="2021-10-14T16:20:16.665" v="458" actId="2711"/>
          <ac:spMkLst>
            <pc:docMk/>
            <pc:sldMk cId="4200507792" sldId="262"/>
            <ac:spMk id="5" creationId="{D7B24147-55AB-4BC4-B183-ED51FCA4DB97}"/>
          </ac:spMkLst>
        </pc:spChg>
        <pc:graphicFrameChg chg="mod modGraphic">
          <ac:chgData name="KACHOUR Maher" userId="09775c39-7739-40bf-ba04-c8ef3ab24a94" providerId="ADAL" clId="{A485481B-7CFB-49EC-B580-AB3492269FCD}" dt="2021-10-14T16:04:52.105" v="376" actId="20577"/>
          <ac:graphicFrameMkLst>
            <pc:docMk/>
            <pc:sldMk cId="4200507792" sldId="262"/>
            <ac:graphicFrameMk id="4" creationId="{D8731FE7-289F-4569-8899-DD98785D8C02}"/>
          </ac:graphicFrameMkLst>
        </pc:graphicFrameChg>
        <pc:picChg chg="del">
          <ac:chgData name="KACHOUR Maher" userId="09775c39-7739-40bf-ba04-c8ef3ab24a94" providerId="ADAL" clId="{A485481B-7CFB-49EC-B580-AB3492269FCD}" dt="2021-10-14T15:48:05.667" v="244" actId="478"/>
          <ac:picMkLst>
            <pc:docMk/>
            <pc:sldMk cId="4200507792" sldId="262"/>
            <ac:picMk id="7" creationId="{958ABDF4-6E1A-4367-888B-832F902E652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7AE212-0171-46AE-8E49-1CDDCCBAB5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9D17709-3586-4413-8C57-88A655BF61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12FB15F-31F7-42EB-97F8-CDB8699A8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04/04/2023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AE9C7CD-64B8-465E-8053-798C6AE59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C1F7703-1EDD-4526-BB95-F54078D1A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1759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47C34B-654C-4571-88BB-488402A84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F5515DB-EE46-4EA1-8A3E-B632968AD6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DEA2172-2869-4AA5-B383-D557538A0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04/04/2023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3B9714E-411E-4AC0-8966-07D5760F9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C6D21D-937B-40C2-8A63-39058266B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5094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C42E3D-CA4F-4BFD-AD36-0904DB5DB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EFD7A04-81BC-4037-AD3E-A48294CE97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40E4EE9-6E93-4965-9058-70FB387B0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04/04/2023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6B8D8E3-9541-497D-9ECB-DD57953FC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0F9D0DC-EC51-4995-BE87-F5FC4515E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9979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E2D7BA-FC12-4C5A-AB53-E05F7C796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F4F1541-9C69-4927-90B4-2122644C60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DA90D8A-E81D-407C-B6C1-5293894168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5860C9D-CE69-43AE-8868-EEE59E389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04/04/2023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4D103D5-EAD2-451B-8D25-3BD09AECF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581D7E5-B079-468B-92CF-12BB8ED99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6996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DFD046-AA2D-4F99-BE42-B7289FCCE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20E4D5C-6CCE-4BA3-9CC4-DC8893C5E0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04D4306-EC37-4953-9EE6-F4826F13D7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756300F-C5BC-4DB6-B830-BA60955685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158BD14-4231-410F-A447-354D62C0DA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58E48DF-9B31-4CBC-A75D-4BCF2BEB1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04/04/2023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8314C72-1EDA-4BDE-BE53-5D437EE9E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B7C118E-36BB-4471-821A-2F130F215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0002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4175DE-1319-4C91-9BFD-77C791B61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00D5AD8-9D44-4AA1-9983-40F3FB555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04/04/2023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5287635-D1F4-41FD-9CBB-9AD8A7961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64C0172-E288-4D63-B4BB-6564BF203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0136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A904FE6-BCB0-4FBF-8C1D-D66B3AE89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04/04/2023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1087665-B103-42FD-9E8E-9358EAF8B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B01C9F2-C9A9-432C-A5CB-435BCFF4E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5228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DDAE7A-4833-4438-B97D-50321F0D4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E54D6FC-DB41-43FC-93F3-0ABE14ABD1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073487C-5798-4C11-928D-46165B538C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F7A70DF-3C03-4B95-857D-B30D0594A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04/04/2023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065463C-4C8C-42BE-9B2F-3F1FF4746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3FCA3A6-3649-480C-A08B-F92A72158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1507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7E3B22-1637-4513-B016-4EB166A5D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9897341-9FBD-474E-A55E-14082D876B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E46A815-DCFA-4152-8DA8-1FDF07CBF5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0B3575E-3689-4618-8E8E-CBDEF1DEB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04/04/2023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B64D76A-4F97-44F8-A38C-2C3735A4B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07FBBC9-F694-403C-8CD9-C875965A4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0819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5D5356-44D7-4AF8-93AB-EF50760E1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13A9FDB-515C-4224-A8E8-ECE965CA95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B5EA598-D460-4768-AC9B-4804E0D67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04/04/2023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217A8A6-7F41-4137-AA90-DDF2098E1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977FC1C-AF2A-422A-9E5D-140ABAD77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5716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2B73B33-C23C-4B6F-9A5A-C0A90D0964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1058171-B4A0-4913-B9D3-530F4A106E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3AAA07E-0501-45F5-BCF3-EAAE49ADE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04/04/2023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B12B5C0-2D5F-4C25-8A6A-A29E22A15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E49CD76-AADA-49E9-AA96-E76AE025E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5786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FB94CA4-ABA4-4E64-8113-4F30EC80B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AE283C3-B9A1-4DBB-9349-EC7E3AF071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97D2094-3FF4-4D62-8640-40630C8C11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05F16C-AE71-49F6-89C0-B3088814C8AC}" type="datetimeFigureOut">
              <a:rPr lang="fr-FR" smtClean="0"/>
              <a:t>04/04/2023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A7C3CA7-F6EE-4ACF-94D4-6A8B9B50E8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1D4DAD6-0976-4B5B-BAF6-C35949083D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4565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8" name="Picture 414" descr="C:\Users\Tom\AppData\Local\Microsoft\Windows\Temporary Internet Files\Content.IE5\54P6HUVA\MPj04385580000[1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8001000"/>
          </a:xfrm>
          <a:prstGeom prst="rect">
            <a:avLst/>
          </a:prstGeom>
          <a:noFill/>
        </p:spPr>
      </p:pic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Session </a:t>
            </a:r>
            <a:r>
              <a:rPr lang="fr-F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6 </a:t>
            </a:r>
          </a:p>
          <a:p>
            <a:r>
              <a:rPr lang="fr-F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M. Kachour</a:t>
            </a:r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>
                <a:latin typeface="Cambria" panose="02040503050406030204" pitchFamily="18" charset="0"/>
                <a:ea typeface="Cambria" panose="02040503050406030204" pitchFamily="18" charset="0"/>
              </a:rPr>
              <a:t>Data Description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AEDEBA-6FE9-4F23-B02B-9FB71BC17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7325" y="25698"/>
            <a:ext cx="9144000" cy="1230312"/>
          </a:xfrm>
        </p:spPr>
        <p:txBody>
          <a:bodyPr/>
          <a:lstStyle/>
          <a:p>
            <a:r>
              <a:rPr lang="fr-FR" dirty="0" err="1"/>
              <a:t>Exercise</a:t>
            </a:r>
            <a:r>
              <a:rPr lang="fr-FR" dirty="0"/>
              <a:t> 1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F25F7F9-D26E-4B65-8387-484298AE7CF4}"/>
              </a:ext>
            </a:extLst>
          </p:cNvPr>
          <p:cNvSpPr txBox="1"/>
          <p:nvPr/>
        </p:nvSpPr>
        <p:spPr>
          <a:xfrm>
            <a:off x="1173162" y="1256010"/>
            <a:ext cx="10039350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We studied the morning temperature (i.e. measured between 7am and 7.30am) over 200 days chosen </a:t>
            </a:r>
            <a:r>
              <a:rPr lang="en-US" sz="2000" dirty="0"/>
              <a:t>randomly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from the winter periods observed over the last 20 years. 
The data are represented in the following table:
</a:t>
            </a: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
Calculate the mode(s) associated with the data
Calculate the average morning temperature
</a:t>
            </a:r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graphicFrame>
        <p:nvGraphicFramePr>
          <p:cNvPr id="5" name="Tableau 5">
            <a:extLst>
              <a:ext uri="{FF2B5EF4-FFF2-40B4-BE49-F238E27FC236}">
                <a16:creationId xmlns:a16="http://schemas.microsoft.com/office/drawing/2014/main" id="{8D618231-F795-4672-A643-43223F39DF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1615291"/>
              </p:ext>
            </p:extLst>
          </p:nvPr>
        </p:nvGraphicFramePr>
        <p:xfrm>
          <a:off x="4337050" y="2743200"/>
          <a:ext cx="3711575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5100">
                  <a:extLst>
                    <a:ext uri="{9D8B030D-6E8A-4147-A177-3AD203B41FA5}">
                      <a16:colId xmlns:a16="http://schemas.microsoft.com/office/drawing/2014/main" val="3196339109"/>
                    </a:ext>
                  </a:extLst>
                </a:gridCol>
                <a:gridCol w="2276475">
                  <a:extLst>
                    <a:ext uri="{9D8B030D-6E8A-4147-A177-3AD203B41FA5}">
                      <a16:colId xmlns:a16="http://schemas.microsoft.com/office/drawing/2014/main" val="6237019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 err="1"/>
                        <a:t>Temperature</a:t>
                      </a:r>
                      <a:r>
                        <a:rPr lang="fr-FR" dirty="0"/>
                        <a:t>
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Frequency
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1406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7273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07444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7472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11636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76872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4457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AEDEBA-6FE9-4F23-B02B-9FB71BC17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4676"/>
            <a:ext cx="9144000" cy="1230312"/>
          </a:xfrm>
        </p:spPr>
        <p:txBody>
          <a:bodyPr/>
          <a:lstStyle/>
          <a:p>
            <a:r>
              <a:rPr lang="fr-FR" dirty="0" err="1"/>
              <a:t>Exercise</a:t>
            </a:r>
            <a:r>
              <a:rPr lang="fr-FR" dirty="0"/>
              <a:t> 1 - Solution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F25F7F9-D26E-4B65-8387-484298AE7CF4}"/>
              </a:ext>
            </a:extLst>
          </p:cNvPr>
          <p:cNvSpPr txBox="1"/>
          <p:nvPr/>
        </p:nvSpPr>
        <p:spPr>
          <a:xfrm>
            <a:off x="1123950" y="2552700"/>
            <a:ext cx="100393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au 5">
                <a:extLst>
                  <a:ext uri="{FF2B5EF4-FFF2-40B4-BE49-F238E27FC236}">
                    <a16:creationId xmlns:a16="http://schemas.microsoft.com/office/drawing/2014/main" id="{C5935286-E84C-4A5B-9E95-1C36A0F9B1C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1536769"/>
                  </p:ext>
                </p:extLst>
              </p:nvPr>
            </p:nvGraphicFramePr>
            <p:xfrm>
              <a:off x="180975" y="1849754"/>
              <a:ext cx="4218708" cy="28346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56544">
                      <a:extLst>
                        <a:ext uri="{9D8B030D-6E8A-4147-A177-3AD203B41FA5}">
                          <a16:colId xmlns:a16="http://schemas.microsoft.com/office/drawing/2014/main" val="3196339109"/>
                        </a:ext>
                      </a:extLst>
                    </a:gridCol>
                    <a:gridCol w="1804873">
                      <a:extLst>
                        <a:ext uri="{9D8B030D-6E8A-4147-A177-3AD203B41FA5}">
                          <a16:colId xmlns:a16="http://schemas.microsoft.com/office/drawing/2014/main" val="623701906"/>
                        </a:ext>
                      </a:extLst>
                    </a:gridCol>
                    <a:gridCol w="857291">
                      <a:extLst>
                        <a:ext uri="{9D8B030D-6E8A-4147-A177-3AD203B41FA5}">
                          <a16:colId xmlns:a16="http://schemas.microsoft.com/office/drawing/2014/main" val="3619983102"/>
                        </a:ext>
                      </a:extLst>
                    </a:gridCol>
                  </a:tblGrid>
                  <a:tr h="337115">
                    <a:tc>
                      <a:txBody>
                        <a:bodyPr/>
                        <a:lstStyle/>
                        <a:p>
                          <a:r>
                            <a:rPr lang="fr-FR" dirty="0" err="1"/>
                            <a:t>Temperature</a:t>
                          </a:r>
                          <a:r>
                            <a:rPr lang="fr-FR" dirty="0"/>
                            <a:t>
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 err="1"/>
                            <a:t>Number</a:t>
                          </a:r>
                          <a:r>
                            <a:rPr lang="fr-FR" dirty="0"/>
                            <a:t> of </a:t>
                          </a:r>
                          <a:r>
                            <a:rPr lang="fr-FR" dirty="0" err="1"/>
                            <a:t>days</a:t>
                          </a:r>
                          <a:r>
                            <a:rPr lang="fr-FR" dirty="0"/>
                            <a:t>
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1" i="1" smtClean="0"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51406549"/>
                      </a:ext>
                    </a:extLst>
                  </a:tr>
                  <a:tr h="336826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7273899"/>
                      </a:ext>
                    </a:extLst>
                  </a:tr>
                  <a:tr h="336826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34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17%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0744488"/>
                      </a:ext>
                    </a:extLst>
                  </a:tr>
                  <a:tr h="336826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86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43%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17472185"/>
                      </a:ext>
                    </a:extLst>
                  </a:tr>
                  <a:tr h="336826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1163649"/>
                      </a:ext>
                    </a:extLst>
                  </a:tr>
                  <a:tr h="336826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67687223"/>
                      </a:ext>
                    </a:extLst>
                  </a:tr>
                  <a:tr h="336826">
                    <a:tc>
                      <a:txBody>
                        <a:bodyPr/>
                        <a:lstStyle/>
                        <a:p>
                          <a:r>
                            <a:rPr lang="fr-FR" b="1" dirty="0"/>
                            <a:t>Total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417085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au 5">
                <a:extLst>
                  <a:ext uri="{FF2B5EF4-FFF2-40B4-BE49-F238E27FC236}">
                    <a16:creationId xmlns:a16="http://schemas.microsoft.com/office/drawing/2014/main" id="{C5935286-E84C-4A5B-9E95-1C36A0F9B1C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1536769"/>
                  </p:ext>
                </p:extLst>
              </p:nvPr>
            </p:nvGraphicFramePr>
            <p:xfrm>
              <a:off x="180975" y="1849754"/>
              <a:ext cx="4218708" cy="25603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56544">
                      <a:extLst>
                        <a:ext uri="{9D8B030D-6E8A-4147-A177-3AD203B41FA5}">
                          <a16:colId xmlns:a16="http://schemas.microsoft.com/office/drawing/2014/main" val="3196339109"/>
                        </a:ext>
                      </a:extLst>
                    </a:gridCol>
                    <a:gridCol w="1804873">
                      <a:extLst>
                        <a:ext uri="{9D8B030D-6E8A-4147-A177-3AD203B41FA5}">
                          <a16:colId xmlns:a16="http://schemas.microsoft.com/office/drawing/2014/main" val="623701906"/>
                        </a:ext>
                      </a:extLst>
                    </a:gridCol>
                    <a:gridCol w="857291">
                      <a:extLst>
                        <a:ext uri="{9D8B030D-6E8A-4147-A177-3AD203B41FA5}">
                          <a16:colId xmlns:a16="http://schemas.microsoft.com/office/drawing/2014/main" val="3619983102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Température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Nombre de jours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392199" t="-8333" r="-2837" b="-6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5140654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727389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34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17%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074448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86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43%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1747218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116364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6768722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b="1" dirty="0"/>
                            <a:t>Total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417085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CC9FE004-1C6E-4667-8710-CA96506DE21E}"/>
                  </a:ext>
                </a:extLst>
              </p:cNvPr>
              <p:cNvSpPr txBox="1"/>
              <p:nvPr/>
            </p:nvSpPr>
            <p:spPr>
              <a:xfrm>
                <a:off x="5342658" y="2206584"/>
                <a:ext cx="5953992" cy="17207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FR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𝑜𝑑𝑒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fr-FR" b="0" dirty="0"/>
              </a:p>
              <a:p>
                <a:endParaRPr lang="fr-FR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×40+0×34+2 ×86+3 ×20+7×20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200</m:t>
                          </m:r>
                        </m:den>
                      </m:f>
                    </m:oMath>
                  </m:oMathPara>
                </a14:m>
                <a:endParaRPr lang="fr-FR" dirty="0"/>
              </a:p>
              <a:p>
                <a:r>
                  <a:rPr lang="fr-FR" dirty="0"/>
                  <a:t>   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=−1 </m:t>
                    </m:r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×0.2+0×0.17+2×0.43+3×0.1+7×0.1</m:t>
                    </m:r>
                  </m:oMath>
                </a14:m>
                <a:endParaRPr lang="fr-FR" dirty="0"/>
              </a:p>
              <a:p>
                <a:r>
                  <a:rPr lang="fr-FR" dirty="0"/>
                  <a:t>    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=1.66</m:t>
                    </m:r>
                  </m:oMath>
                </a14:m>
                <a:endParaRPr lang="fr-FR" dirty="0"/>
              </a:p>
            </p:txBody>
          </p:sp>
        </mc:Choice>
        <mc:Fallback xmlns="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CC9FE004-1C6E-4667-8710-CA96506DE2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2658" y="2206584"/>
                <a:ext cx="5953992" cy="172072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2906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9DF4AF-EB56-497F-9EC4-3792B7715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4153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Exercise</a:t>
            </a:r>
            <a:r>
              <a:rPr lang="fr-FR" dirty="0"/>
              <a:t> 2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DA4EC6-6600-48BE-AED2-90A0A908C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9716"/>
            <a:ext cx="10515600" cy="4842034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sz="4200" dirty="0">
                <a:latin typeface="Cambria" panose="02040503050406030204" pitchFamily="18" charset="0"/>
                <a:ea typeface="Cambria" panose="02040503050406030204" pitchFamily="18" charset="0"/>
              </a:rPr>
              <a:t>We studied the morning speed (i.e. measured (in Km/h) between 7am and 7.30am) of the wind</a:t>
            </a:r>
          </a:p>
          <a:p>
            <a:pPr marL="0" indent="0">
              <a:buNone/>
            </a:pPr>
            <a:r>
              <a:rPr lang="en-US" sz="4200" dirty="0">
                <a:latin typeface="Cambria" panose="02040503050406030204" pitchFamily="18" charset="0"/>
                <a:ea typeface="Cambria" panose="02040503050406030204" pitchFamily="18" charset="0"/>
              </a:rPr>
              <a:t>over 240 days chosen </a:t>
            </a:r>
            <a:r>
              <a:rPr lang="en-US" sz="4200" dirty="0"/>
              <a:t>randomly </a:t>
            </a:r>
            <a:r>
              <a:rPr lang="en-US" sz="4200" dirty="0">
                <a:latin typeface="Cambria" panose="02040503050406030204" pitchFamily="18" charset="0"/>
                <a:ea typeface="Cambria" panose="02040503050406030204" pitchFamily="18" charset="0"/>
              </a:rPr>
              <a:t>from the winter periods observed over the last 20 years. 
The data are represented in the following table:</a:t>
            </a:r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
</a:t>
            </a:r>
            <a:endParaRPr lang="fr-FR" sz="3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3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3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3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3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3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3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3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3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3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Tx/>
              <a:buChar char="-"/>
            </a:pPr>
            <a:r>
              <a:rPr lang="en-US" sz="4200" dirty="0">
                <a:latin typeface="Cambria" panose="02040503050406030204" pitchFamily="18" charset="0"/>
                <a:ea typeface="Cambria" panose="02040503050406030204" pitchFamily="18" charset="0"/>
              </a:rPr>
              <a:t>Calculate the mode(s) associated with the data
Calculate the mean morning wind speed</a:t>
            </a:r>
            <a:endParaRPr lang="fr-FR" dirty="0"/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D8731FE7-289F-4569-8899-DD98785D8C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7377283"/>
              </p:ext>
            </p:extLst>
          </p:nvPr>
        </p:nvGraphicFramePr>
        <p:xfrm>
          <a:off x="5005312" y="2570730"/>
          <a:ext cx="3612092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0744">
                  <a:extLst>
                    <a:ext uri="{9D8B030D-6E8A-4147-A177-3AD203B41FA5}">
                      <a16:colId xmlns:a16="http://schemas.microsoft.com/office/drawing/2014/main" val="2512171411"/>
                    </a:ext>
                  </a:extLst>
                </a:gridCol>
                <a:gridCol w="1981348">
                  <a:extLst>
                    <a:ext uri="{9D8B030D-6E8A-4147-A177-3AD203B41FA5}">
                      <a16:colId xmlns:a16="http://schemas.microsoft.com/office/drawing/2014/main" val="1743361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Speed
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/>
                        <a:t>Number</a:t>
                      </a:r>
                      <a:r>
                        <a:rPr lang="fr-FR" dirty="0"/>
                        <a:t> of </a:t>
                      </a:r>
                      <a:r>
                        <a:rPr lang="fr-FR" dirty="0" err="1"/>
                        <a:t>days</a:t>
                      </a:r>
                      <a:r>
                        <a:rPr lang="fr-FR" dirty="0"/>
                        <a:t>
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34658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[0 ; 10[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7244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[10 ; 30[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6404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[30 ; 70[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0413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[70 ; 100[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8259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[100 ; 150[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7898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2625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385E1BDC-A9B0-4A87-82E3-F3187F69A80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0990C621-3B8B-4820-8328-D47EF7CE823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59DF4AF-EB56-497F-9EC4-3792B7715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586822"/>
            <a:ext cx="3657600" cy="1645920"/>
          </a:xfrm>
        </p:spPr>
        <p:txBody>
          <a:bodyPr>
            <a:normAutofit/>
          </a:bodyPr>
          <a:lstStyle/>
          <a:p>
            <a:r>
              <a:rPr lang="fr-FR" sz="3200" dirty="0" err="1"/>
              <a:t>Exercise</a:t>
            </a:r>
            <a:r>
              <a:rPr lang="fr-FR" sz="3200" dirty="0"/>
              <a:t> 2 - Solution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1A2385B-1D2A-4E17-84FA-6CB7F0AAE47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E791F2F-79DB-4CC0-9FA1-001E3E91E8B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DA4EC6-6600-48BE-AED2-90A0A908C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106" y="586822"/>
            <a:ext cx="6106742" cy="164592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fr-FR" sz="1800" dirty="0"/>
          </a:p>
          <a:p>
            <a:pPr marL="0" indent="0">
              <a:buNone/>
            </a:pPr>
            <a:endParaRPr lang="fr-FR" sz="180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au 9">
                <a:extLst>
                  <a:ext uri="{FF2B5EF4-FFF2-40B4-BE49-F238E27FC236}">
                    <a16:creationId xmlns:a16="http://schemas.microsoft.com/office/drawing/2014/main" id="{096B941A-D693-4148-80B8-A45B24E4FAD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65857836"/>
                  </p:ext>
                </p:extLst>
              </p:nvPr>
            </p:nvGraphicFramePr>
            <p:xfrm>
              <a:off x="236131" y="2776766"/>
              <a:ext cx="4602569" cy="37312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48325">
                      <a:extLst>
                        <a:ext uri="{9D8B030D-6E8A-4147-A177-3AD203B41FA5}">
                          <a16:colId xmlns:a16="http://schemas.microsoft.com/office/drawing/2014/main" val="2512171411"/>
                        </a:ext>
                      </a:extLst>
                    </a:gridCol>
                    <a:gridCol w="749194">
                      <a:extLst>
                        <a:ext uri="{9D8B030D-6E8A-4147-A177-3AD203B41FA5}">
                          <a16:colId xmlns:a16="http://schemas.microsoft.com/office/drawing/2014/main" val="681406848"/>
                        </a:ext>
                      </a:extLst>
                    </a:gridCol>
                    <a:gridCol w="933450">
                      <a:extLst>
                        <a:ext uri="{9D8B030D-6E8A-4147-A177-3AD203B41FA5}">
                          <a16:colId xmlns:a16="http://schemas.microsoft.com/office/drawing/2014/main" val="2671491569"/>
                        </a:ext>
                      </a:extLst>
                    </a:gridCol>
                    <a:gridCol w="714375">
                      <a:extLst>
                        <a:ext uri="{9D8B030D-6E8A-4147-A177-3AD203B41FA5}">
                          <a16:colId xmlns:a16="http://schemas.microsoft.com/office/drawing/2014/main" val="3509455883"/>
                        </a:ext>
                      </a:extLst>
                    </a:gridCol>
                    <a:gridCol w="657225">
                      <a:extLst>
                        <a:ext uri="{9D8B030D-6E8A-4147-A177-3AD203B41FA5}">
                          <a16:colId xmlns:a16="http://schemas.microsoft.com/office/drawing/2014/main" val="3214901987"/>
                        </a:ext>
                      </a:extLst>
                    </a:gridCol>
                  </a:tblGrid>
                  <a:tr h="498087">
                    <a:tc>
                      <a:txBody>
                        <a:bodyPr/>
                        <a:lstStyle/>
                        <a:p>
                          <a:r>
                            <a:rPr lang="fr-FR" sz="2200" dirty="0"/>
                            <a:t>Speed
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2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2200" b="1" i="1" smtClean="0">
                                        <a:latin typeface="Cambria Math" panose="02040503050406030204" pitchFamily="18" charset="0"/>
                                      </a:rPr>
                                      <m:t>𝒄</m:t>
                                    </m:r>
                                  </m:e>
                                  <m:sub>
                                    <m:r>
                                      <a:rPr lang="fr-FR" sz="22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2200" b="1" dirty="0"/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2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2200" b="1" i="1" smtClean="0"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fr-FR" sz="22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2200" dirty="0"/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2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2200" b="1" i="1" smtClean="0"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fr-FR" sz="22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2200" b="1"/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22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22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𝒉</m:t>
                                    </m:r>
                                  </m:e>
                                  <m:sub>
                                    <m:r>
                                      <a:rPr lang="fr-FR" sz="22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2200" b="1"/>
                        </a:p>
                      </a:txBody>
                      <a:tcPr marL="111703" marR="111703" marT="55851" marB="55851"/>
                    </a:tc>
                    <a:extLst>
                      <a:ext uri="{0D108BD9-81ED-4DB2-BD59-A6C34878D82A}">
                        <a16:rowId xmlns:a16="http://schemas.microsoft.com/office/drawing/2014/main" val="1533465849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/>
                            <a:t>[0 ; 10[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42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>
                              <a:solidFill>
                                <a:schemeClr val="tx1"/>
                              </a:solidFill>
                            </a:rPr>
                            <a:t>4.2</a:t>
                          </a:r>
                        </a:p>
                      </a:txBody>
                      <a:tcPr marL="111703" marR="111703" marT="55851" marB="55851"/>
                    </a:tc>
                    <a:extLst>
                      <a:ext uri="{0D108BD9-81ED-4DB2-BD59-A6C34878D82A}">
                        <a16:rowId xmlns:a16="http://schemas.microsoft.com/office/drawing/2014/main" val="3657244147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/>
                            <a:t>[10 ; 30[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48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>
                              <a:solidFill>
                                <a:schemeClr val="tx1"/>
                              </a:solidFill>
                            </a:rPr>
                            <a:t>2.4</a:t>
                          </a:r>
                        </a:p>
                      </a:txBody>
                      <a:tcPr marL="111703" marR="111703" marT="55851" marB="55851"/>
                    </a:tc>
                    <a:extLst>
                      <a:ext uri="{0D108BD9-81ED-4DB2-BD59-A6C34878D82A}">
                        <a16:rowId xmlns:a16="http://schemas.microsoft.com/office/drawing/2014/main" val="3646404715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/>
                            <a:t>[30 ; 70[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50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90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>
                              <a:solidFill>
                                <a:schemeClr val="tx1"/>
                              </a:solidFill>
                            </a:rPr>
                            <a:t>40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>
                              <a:solidFill>
                                <a:schemeClr val="tx1"/>
                              </a:solidFill>
                            </a:rPr>
                            <a:t>2.25</a:t>
                          </a:r>
                        </a:p>
                      </a:txBody>
                      <a:tcPr marL="111703" marR="111703" marT="55851" marB="55851"/>
                    </a:tc>
                    <a:extLst>
                      <a:ext uri="{0D108BD9-81ED-4DB2-BD59-A6C34878D82A}">
                        <a16:rowId xmlns:a16="http://schemas.microsoft.com/office/drawing/2014/main" val="1730413526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/>
                            <a:t>[70 ; 100[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85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24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>
                              <a:solidFill>
                                <a:schemeClr val="tx1"/>
                              </a:solidFill>
                            </a:rPr>
                            <a:t>30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>
                              <a:solidFill>
                                <a:schemeClr val="tx1"/>
                              </a:solidFill>
                            </a:rPr>
                            <a:t>0.8</a:t>
                          </a:r>
                        </a:p>
                      </a:txBody>
                      <a:tcPr marL="111703" marR="111703" marT="55851" marB="55851"/>
                    </a:tc>
                    <a:extLst>
                      <a:ext uri="{0D108BD9-81ED-4DB2-BD59-A6C34878D82A}">
                        <a16:rowId xmlns:a16="http://schemas.microsoft.com/office/drawing/2014/main" val="1218259845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/>
                            <a:t>[100 ; 150[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125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36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>
                              <a:solidFill>
                                <a:schemeClr val="tx1"/>
                              </a:solidFill>
                            </a:rPr>
                            <a:t>50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>
                              <a:solidFill>
                                <a:schemeClr val="tx1"/>
                              </a:solidFill>
                            </a:rPr>
                            <a:t>0.72</a:t>
                          </a:r>
                        </a:p>
                      </a:txBody>
                      <a:tcPr marL="111703" marR="111703" marT="55851" marB="55851"/>
                    </a:tc>
                    <a:extLst>
                      <a:ext uri="{0D108BD9-81ED-4DB2-BD59-A6C34878D82A}">
                        <a16:rowId xmlns:a16="http://schemas.microsoft.com/office/drawing/2014/main" val="2393789884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 b="1"/>
                            <a:t>Total 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endParaRPr lang="fr-FR" sz="18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240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endParaRPr lang="fr-FR" sz="1800"/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endParaRPr lang="fr-FR" sz="1800" dirty="0"/>
                        </a:p>
                      </a:txBody>
                      <a:tcPr marL="111703" marR="111703" marT="55851" marB="55851"/>
                    </a:tc>
                    <a:extLst>
                      <a:ext uri="{0D108BD9-81ED-4DB2-BD59-A6C34878D82A}">
                        <a16:rowId xmlns:a16="http://schemas.microsoft.com/office/drawing/2014/main" val="124066641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au 9">
                <a:extLst>
                  <a:ext uri="{FF2B5EF4-FFF2-40B4-BE49-F238E27FC236}">
                    <a16:creationId xmlns:a16="http://schemas.microsoft.com/office/drawing/2014/main" id="{096B941A-D693-4148-80B8-A45B24E4FAD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65857836"/>
                  </p:ext>
                </p:extLst>
              </p:nvPr>
            </p:nvGraphicFramePr>
            <p:xfrm>
              <a:off x="236131" y="2776766"/>
              <a:ext cx="4602569" cy="344704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48325">
                      <a:extLst>
                        <a:ext uri="{9D8B030D-6E8A-4147-A177-3AD203B41FA5}">
                          <a16:colId xmlns:a16="http://schemas.microsoft.com/office/drawing/2014/main" val="2512171411"/>
                        </a:ext>
                      </a:extLst>
                    </a:gridCol>
                    <a:gridCol w="749194">
                      <a:extLst>
                        <a:ext uri="{9D8B030D-6E8A-4147-A177-3AD203B41FA5}">
                          <a16:colId xmlns:a16="http://schemas.microsoft.com/office/drawing/2014/main" val="681406848"/>
                        </a:ext>
                      </a:extLst>
                    </a:gridCol>
                    <a:gridCol w="933450">
                      <a:extLst>
                        <a:ext uri="{9D8B030D-6E8A-4147-A177-3AD203B41FA5}">
                          <a16:colId xmlns:a16="http://schemas.microsoft.com/office/drawing/2014/main" val="2671491569"/>
                        </a:ext>
                      </a:extLst>
                    </a:gridCol>
                    <a:gridCol w="714375">
                      <a:extLst>
                        <a:ext uri="{9D8B030D-6E8A-4147-A177-3AD203B41FA5}">
                          <a16:colId xmlns:a16="http://schemas.microsoft.com/office/drawing/2014/main" val="3509455883"/>
                        </a:ext>
                      </a:extLst>
                    </a:gridCol>
                    <a:gridCol w="657225">
                      <a:extLst>
                        <a:ext uri="{9D8B030D-6E8A-4147-A177-3AD203B41FA5}">
                          <a16:colId xmlns:a16="http://schemas.microsoft.com/office/drawing/2014/main" val="3214901987"/>
                        </a:ext>
                      </a:extLst>
                    </a:gridCol>
                  </a:tblGrid>
                  <a:tr h="498087">
                    <a:tc>
                      <a:txBody>
                        <a:bodyPr/>
                        <a:lstStyle/>
                        <a:p>
                          <a:r>
                            <a:rPr lang="fr-FR" sz="2200" dirty="0"/>
                            <a:t>Vitesse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111703" marR="111703" marT="55851" marB="55851">
                        <a:blipFill>
                          <a:blip r:embed="rId2"/>
                          <a:stretch>
                            <a:fillRect l="-207317" t="-6098" r="-311382" b="-5939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111703" marR="111703" marT="55851" marB="55851">
                        <a:blipFill>
                          <a:blip r:embed="rId2"/>
                          <a:stretch>
                            <a:fillRect l="-245455" t="-6098" r="-148701" b="-5939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111703" marR="111703" marT="55851" marB="55851">
                        <a:blipFill>
                          <a:blip r:embed="rId2"/>
                          <a:stretch>
                            <a:fillRect l="-454701" t="-6098" r="-95726" b="-5939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111703" marR="111703" marT="55851" marB="55851">
                        <a:blipFill>
                          <a:blip r:embed="rId2"/>
                          <a:stretch>
                            <a:fillRect l="-600926" t="-6098" r="-3704" b="-59390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3465849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/>
                            <a:t>[0 ; 10[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42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>
                              <a:solidFill>
                                <a:schemeClr val="tx1"/>
                              </a:solidFill>
                            </a:rPr>
                            <a:t>4.2</a:t>
                          </a:r>
                        </a:p>
                      </a:txBody>
                      <a:tcPr marL="111703" marR="111703" marT="55851" marB="55851"/>
                    </a:tc>
                    <a:extLst>
                      <a:ext uri="{0D108BD9-81ED-4DB2-BD59-A6C34878D82A}">
                        <a16:rowId xmlns:a16="http://schemas.microsoft.com/office/drawing/2014/main" val="3657244147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/>
                            <a:t>[10 ; 30[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48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>
                              <a:solidFill>
                                <a:schemeClr val="tx1"/>
                              </a:solidFill>
                            </a:rPr>
                            <a:t>2.4</a:t>
                          </a:r>
                        </a:p>
                      </a:txBody>
                      <a:tcPr marL="111703" marR="111703" marT="55851" marB="55851"/>
                    </a:tc>
                    <a:extLst>
                      <a:ext uri="{0D108BD9-81ED-4DB2-BD59-A6C34878D82A}">
                        <a16:rowId xmlns:a16="http://schemas.microsoft.com/office/drawing/2014/main" val="3646404715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/>
                            <a:t>[30 ; 70[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50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90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>
                              <a:solidFill>
                                <a:schemeClr val="tx1"/>
                              </a:solidFill>
                            </a:rPr>
                            <a:t>40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>
                              <a:solidFill>
                                <a:schemeClr val="tx1"/>
                              </a:solidFill>
                            </a:rPr>
                            <a:t>2.25</a:t>
                          </a:r>
                        </a:p>
                      </a:txBody>
                      <a:tcPr marL="111703" marR="111703" marT="55851" marB="55851"/>
                    </a:tc>
                    <a:extLst>
                      <a:ext uri="{0D108BD9-81ED-4DB2-BD59-A6C34878D82A}">
                        <a16:rowId xmlns:a16="http://schemas.microsoft.com/office/drawing/2014/main" val="1730413526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/>
                            <a:t>[70 ; 100[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85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24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>
                              <a:solidFill>
                                <a:schemeClr val="tx1"/>
                              </a:solidFill>
                            </a:rPr>
                            <a:t>30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>
                              <a:solidFill>
                                <a:schemeClr val="tx1"/>
                              </a:solidFill>
                            </a:rPr>
                            <a:t>0.8</a:t>
                          </a:r>
                        </a:p>
                      </a:txBody>
                      <a:tcPr marL="111703" marR="111703" marT="55851" marB="55851"/>
                    </a:tc>
                    <a:extLst>
                      <a:ext uri="{0D108BD9-81ED-4DB2-BD59-A6C34878D82A}">
                        <a16:rowId xmlns:a16="http://schemas.microsoft.com/office/drawing/2014/main" val="1218259845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/>
                            <a:t>[100 ; 150[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125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36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>
                              <a:solidFill>
                                <a:schemeClr val="tx1"/>
                              </a:solidFill>
                            </a:rPr>
                            <a:t>50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>
                              <a:solidFill>
                                <a:schemeClr val="tx1"/>
                              </a:solidFill>
                            </a:rPr>
                            <a:t>0.72</a:t>
                          </a:r>
                        </a:p>
                      </a:txBody>
                      <a:tcPr marL="111703" marR="111703" marT="55851" marB="55851"/>
                    </a:tc>
                    <a:extLst>
                      <a:ext uri="{0D108BD9-81ED-4DB2-BD59-A6C34878D82A}">
                        <a16:rowId xmlns:a16="http://schemas.microsoft.com/office/drawing/2014/main" val="2393789884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 b="1"/>
                            <a:t>Total 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endParaRPr lang="fr-FR" sz="18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240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endParaRPr lang="fr-FR" sz="1800"/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endParaRPr lang="fr-FR" sz="1800" dirty="0"/>
                        </a:p>
                      </a:txBody>
                      <a:tcPr marL="111703" marR="111703" marT="55851" marB="55851"/>
                    </a:tc>
                    <a:extLst>
                      <a:ext uri="{0D108BD9-81ED-4DB2-BD59-A6C34878D82A}">
                        <a16:rowId xmlns:a16="http://schemas.microsoft.com/office/drawing/2014/main" val="124066641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B9F24573-B8C6-4491-AFA0-36142DDC64B5}"/>
                  </a:ext>
                </a:extLst>
              </p:cNvPr>
              <p:cNvSpPr txBox="1"/>
              <p:nvPr/>
            </p:nvSpPr>
            <p:spPr>
              <a:xfrm>
                <a:off x="5074831" y="3028950"/>
                <a:ext cx="6881038" cy="17490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𝑀𝑜𝑑𝑒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∈[0 ;10[</m:t>
                      </m:r>
                    </m:oMath>
                  </m:oMathPara>
                </a14:m>
                <a:endParaRPr lang="fr-FR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𝑀𝑜𝑑𝑒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=0+10×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(4.2 −0)</m:t>
                          </m:r>
                        </m:num>
                        <m:den>
                          <m:d>
                            <m:d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4.2 −0</m:t>
                              </m:r>
                            </m:e>
                          </m:d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+(4.2 −2.4)</m:t>
                          </m:r>
                        </m:den>
                      </m:f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=7</m:t>
                      </m:r>
                    </m:oMath>
                  </m:oMathPara>
                </a14:m>
                <a:endParaRPr lang="fr-FR" b="0" dirty="0">
                  <a:ea typeface="Cambria Math" panose="02040503050406030204" pitchFamily="18" charset="0"/>
                </a:endParaRPr>
              </a:p>
              <a:p>
                <a:endParaRPr lang="fr-FR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×42+20×48+50×90+85×24+125×36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240</m:t>
                          </m:r>
                        </m:den>
                      </m:f>
                      <m:r>
                        <a:rPr lang="fr-FR" i="1">
                          <a:latin typeface="Cambria Math" panose="02040503050406030204" pitchFamily="18" charset="0"/>
                        </a:rPr>
                        <m:t>=50.875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B9F24573-B8C6-4491-AFA0-36142DDC64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831" y="3028950"/>
                <a:ext cx="6881038" cy="174906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050779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</TotalTime>
  <Words>368</Words>
  <Application>Microsoft Office PowerPoint</Application>
  <PresentationFormat>Grand écran</PresentationFormat>
  <Paragraphs>118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Cambria</vt:lpstr>
      <vt:lpstr>Cambria Math</vt:lpstr>
      <vt:lpstr>Thème Office</vt:lpstr>
      <vt:lpstr>Data Description </vt:lpstr>
      <vt:lpstr>Exercise 1</vt:lpstr>
      <vt:lpstr>Exercise 1 - Solution</vt:lpstr>
      <vt:lpstr>Exercise 2</vt:lpstr>
      <vt:lpstr>Exercise 2 - Solution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Description</dc:title>
  <dc:creator>KACHOUR Maher</dc:creator>
  <cp:lastModifiedBy>KACHOUR Maher</cp:lastModifiedBy>
  <cp:revision>2</cp:revision>
  <dcterms:created xsi:type="dcterms:W3CDTF">2021-10-14T08:08:29Z</dcterms:created>
  <dcterms:modified xsi:type="dcterms:W3CDTF">2023-04-04T07:22:13Z</dcterms:modified>
</cp:coreProperties>
</file>