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CB14022E-7BCF-456F-8C78-D558E17A4AB2}"/>
    <pc:docChg chg="custSel modSld">
      <pc:chgData name="KACHOUR Maher" userId="09775c39-7739-40bf-ba04-c8ef3ab24a94" providerId="ADAL" clId="{CB14022E-7BCF-456F-8C78-D558E17A4AB2}" dt="2021-10-16T15:41:21.026" v="18" actId="27636"/>
      <pc:docMkLst>
        <pc:docMk/>
      </pc:docMkLst>
      <pc:sldChg chg="modSp mod">
        <pc:chgData name="KACHOUR Maher" userId="09775c39-7739-40bf-ba04-c8ef3ab24a94" providerId="ADAL" clId="{CB14022E-7BCF-456F-8C78-D558E17A4AB2}" dt="2021-10-16T15:40:53.373" v="1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CB14022E-7BCF-456F-8C78-D558E17A4AB2}" dt="2021-10-16T15:40:53.373" v="1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CB14022E-7BCF-456F-8C78-D558E17A4AB2}" dt="2021-10-16T15:33:54.583" v="10" actId="20577"/>
        <pc:sldMkLst>
          <pc:docMk/>
          <pc:sldMk cId="0" sldId="257"/>
        </pc:sldMkLst>
        <pc:spChg chg="mod">
          <ac:chgData name="KACHOUR Maher" userId="09775c39-7739-40bf-ba04-c8ef3ab24a94" providerId="ADAL" clId="{CB14022E-7BCF-456F-8C78-D558E17A4AB2}" dt="2021-10-16T15:33:54.583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CB14022E-7BCF-456F-8C78-D558E17A4AB2}" dt="2021-10-16T15:41:21.026" v="18" actId="27636"/>
        <pc:sldMkLst>
          <pc:docMk/>
          <pc:sldMk cId="3342625250" sldId="259"/>
        </pc:sldMkLst>
        <pc:spChg chg="mod">
          <ac:chgData name="KACHOUR Maher" userId="09775c39-7739-40bf-ba04-c8ef3ab24a94" providerId="ADAL" clId="{CB14022E-7BCF-456F-8C78-D558E17A4AB2}" dt="2021-10-16T15:41:21.026" v="18" actId="27636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62F10073-7BFB-416B-9BB5-86F835D22E82}"/>
    <pc:docChg chg="custSel addSld delSld modSld sldOrd">
      <pc:chgData name="KACHOUR Maher" userId="09775c39-7739-40bf-ba04-c8ef3ab24a94" providerId="ADAL" clId="{62F10073-7BFB-416B-9BB5-86F835D22E82}" dt="2021-10-14T16:31:33.872" v="14" actId="2890"/>
      <pc:docMkLst>
        <pc:docMk/>
      </pc:docMkLst>
      <pc:sldChg chg="del">
        <pc:chgData name="KACHOUR Maher" userId="09775c39-7739-40bf-ba04-c8ef3ab24a94" providerId="ADAL" clId="{62F10073-7BFB-416B-9BB5-86F835D22E82}" dt="2021-10-14T16:30:55.305" v="0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62F10073-7BFB-416B-9BB5-86F835D22E82}" dt="2021-10-14T16:31:31.300" v="13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62F10073-7BFB-416B-9BB5-86F835D22E82}" dt="2021-10-14T16:31:16.654" v="8" actId="208"/>
        <pc:sldMkLst>
          <pc:docMk/>
          <pc:sldMk cId="2529638212" sldId="263"/>
        </pc:sldMkLst>
        <pc:spChg chg="mod">
          <ac:chgData name="KACHOUR Maher" userId="09775c39-7739-40bf-ba04-c8ef3ab24a94" providerId="ADAL" clId="{62F10073-7BFB-416B-9BB5-86F835D22E82}" dt="2021-10-14T16:31:00.732" v="5" actId="20577"/>
          <ac:spMkLst>
            <pc:docMk/>
            <pc:sldMk cId="2529638212" sldId="263"/>
            <ac:spMk id="2" creationId="{390788EB-E31A-4C58-AF19-DDA249A0E7E4}"/>
          </ac:spMkLst>
        </pc:spChg>
        <pc:spChg chg="del">
          <ac:chgData name="KACHOUR Maher" userId="09775c39-7739-40bf-ba04-c8ef3ab24a94" providerId="ADAL" clId="{62F10073-7BFB-416B-9BB5-86F835D22E82}" dt="2021-10-14T16:31:03.428" v="6" actId="478"/>
          <ac:spMkLst>
            <pc:docMk/>
            <pc:sldMk cId="2529638212" sldId="263"/>
            <ac:spMk id="3" creationId="{E893320D-711C-4197-9A31-F911F6213AE3}"/>
          </ac:spMkLst>
        </pc:spChg>
        <pc:spChg chg="add mod">
          <ac:chgData name="KACHOUR Maher" userId="09775c39-7739-40bf-ba04-c8ef3ab24a94" providerId="ADAL" clId="{62F10073-7BFB-416B-9BB5-86F835D22E82}" dt="2021-10-14T16:31:16.654" v="8" actId="208"/>
          <ac:spMkLst>
            <pc:docMk/>
            <pc:sldMk cId="2529638212" sldId="263"/>
            <ac:spMk id="4" creationId="{B0B91877-5CCF-47BA-A7CF-539C4FA45252}"/>
          </ac:spMkLst>
        </pc:spChg>
      </pc:sldChg>
      <pc:sldChg chg="add">
        <pc:chgData name="KACHOUR Maher" userId="09775c39-7739-40bf-ba04-c8ef3ab24a94" providerId="ADAL" clId="{62F10073-7BFB-416B-9BB5-86F835D22E82}" dt="2021-10-14T16:31:24.224" v="9" actId="2890"/>
        <pc:sldMkLst>
          <pc:docMk/>
          <pc:sldMk cId="2319014010" sldId="264"/>
        </pc:sldMkLst>
      </pc:sldChg>
      <pc:sldChg chg="add ord">
        <pc:chgData name="KACHOUR Maher" userId="09775c39-7739-40bf-ba04-c8ef3ab24a94" providerId="ADAL" clId="{62F10073-7BFB-416B-9BB5-86F835D22E82}" dt="2021-10-14T16:31:29.162" v="12"/>
        <pc:sldMkLst>
          <pc:docMk/>
          <pc:sldMk cId="2816235611" sldId="265"/>
        </pc:sldMkLst>
      </pc:sldChg>
      <pc:sldChg chg="add">
        <pc:chgData name="KACHOUR Maher" userId="09775c39-7739-40bf-ba04-c8ef3ab24a94" providerId="ADAL" clId="{62F10073-7BFB-416B-9BB5-86F835D22E82}" dt="2021-10-14T16:31:33.872" v="14" actId="2890"/>
        <pc:sldMkLst>
          <pc:docMk/>
          <pc:sldMk cId="1069155916" sldId="266"/>
        </pc:sldMkLst>
      </pc:sldChg>
    </pc:docChg>
  </pc:docChgLst>
  <pc:docChgLst>
    <pc:chgData name="KACHOUR Maher" userId="09775c39-7739-40bf-ba04-c8ef3ab24a94" providerId="ADAL" clId="{66193A36-5827-43EF-82E3-7D2043326F3D}"/>
    <pc:docChg chg="custSel modSld">
      <pc:chgData name="KACHOUR Maher" userId="09775c39-7739-40bf-ba04-c8ef3ab24a94" providerId="ADAL" clId="{66193A36-5827-43EF-82E3-7D2043326F3D}" dt="2021-10-14T16:27:32.850" v="49" actId="790"/>
      <pc:docMkLst>
        <pc:docMk/>
      </pc:docMkLst>
      <pc:sldChg chg="modSp mod">
        <pc:chgData name="KACHOUR Maher" userId="09775c39-7739-40bf-ba04-c8ef3ab24a94" providerId="ADAL" clId="{66193A36-5827-43EF-82E3-7D2043326F3D}" dt="2021-10-14T16:26:31.705" v="1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6193A36-5827-43EF-82E3-7D2043326F3D}" dt="2021-10-14T16:24:24.117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4T16:26:31.705" v="16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66193A36-5827-43EF-82E3-7D2043326F3D}" dt="2021-10-14T16:24:49.874" v="2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66193A36-5827-43EF-82E3-7D2043326F3D}" dt="2021-10-14T16:26:18.169" v="1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6193A36-5827-43EF-82E3-7D2043326F3D}" dt="2021-10-14T16:26:18.169" v="14" actId="20577"/>
          <ac:spMkLst>
            <pc:docMk/>
            <pc:sldMk cId="1632906986" sldId="258"/>
            <ac:spMk id="2" creationId="{A4AEDEBA-6FE9-4F23-B02B-9FB71BC17484}"/>
          </ac:spMkLst>
        </pc:spChg>
        <pc:spChg chg="mod">
          <ac:chgData name="KACHOUR Maher" userId="09775c39-7739-40bf-ba04-c8ef3ab24a94" providerId="ADAL" clId="{66193A36-5827-43EF-82E3-7D2043326F3D}" dt="2021-10-14T16:25:37.393" v="7" actId="790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66193A36-5827-43EF-82E3-7D2043326F3D}" dt="2021-10-14T16:26:13.756" v="1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66193A36-5827-43EF-82E3-7D2043326F3D}" dt="2021-10-14T16:26:13.756" v="1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5:51.878" v="8" actId="27636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66193A36-5827-43EF-82E3-7D2043326F3D}" dt="2021-10-14T16:27:32.850" v="49" actId="790"/>
        <pc:sldMkLst>
          <pc:docMk/>
          <pc:sldMk cId="4200507792" sldId="262"/>
        </pc:sldMkLst>
        <pc:spChg chg="mod">
          <ac:chgData name="KACHOUR Maher" userId="09775c39-7739-40bf-ba04-c8ef3ab24a94" providerId="ADAL" clId="{66193A36-5827-43EF-82E3-7D2043326F3D}" dt="2021-10-14T16:26:07.375" v="10" actId="20577"/>
          <ac:spMkLst>
            <pc:docMk/>
            <pc:sldMk cId="4200507792" sldId="262"/>
            <ac:spMk id="2" creationId="{159DF4AF-EB56-497F-9EC4-3792B7715C09}"/>
          </ac:spMkLst>
        </pc:spChg>
        <pc:spChg chg="mod">
          <ac:chgData name="KACHOUR Maher" userId="09775c39-7739-40bf-ba04-c8ef3ab24a94" providerId="ADAL" clId="{66193A36-5827-43EF-82E3-7D2043326F3D}" dt="2021-10-14T16:27:32.850" v="49" actId="790"/>
          <ac:spMkLst>
            <pc:docMk/>
            <pc:sldMk cId="4200507792" sldId="262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4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Study the existence of outliers 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14474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3264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68311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9638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1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over 240 days chosen </a:t>
            </a:r>
            <a:r>
              <a:rPr lang="en-US" sz="2600" dirty="0"/>
              <a:t>randomly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Study the existence of outliers 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6235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788EB-E31A-4C58-AF19-DDA249A0E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B91877-5CCF-47BA-A7CF-539C4FA45252}"/>
              </a:ext>
            </a:extLst>
          </p:cNvPr>
          <p:cNvSpPr txBox="1"/>
          <p:nvPr/>
        </p:nvSpPr>
        <p:spPr>
          <a:xfrm>
            <a:off x="561975" y="1914525"/>
            <a:ext cx="10791825" cy="419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1559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175</Words>
  <Application>Microsoft Office PowerPoint</Application>
  <PresentationFormat>Grand écran</PresentationFormat>
  <Paragraphs>56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Note</vt:lpstr>
      <vt:lpstr>Exercise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2021-10-16T15:41:25Z</dcterms:modified>
</cp:coreProperties>
</file>