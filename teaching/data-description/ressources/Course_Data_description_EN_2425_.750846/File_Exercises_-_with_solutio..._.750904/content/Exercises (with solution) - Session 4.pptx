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  <p:sldId id="258" r:id="rId4"/>
    <p:sldId id="259" r:id="rId5"/>
    <p:sldId id="262" r:id="rId6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6193A36-5827-43EF-82E3-7D2043326F3D}" v="30" dt="2021-10-15T12:40:10.69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Style moyen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CHOUR Maher" userId="09775c39-7739-40bf-ba04-c8ef3ab24a94" providerId="ADAL" clId="{2370CBF8-D1D8-4922-A968-E90E226146FA}"/>
    <pc:docChg chg="undo custSel addSld modSld">
      <pc:chgData name="KACHOUR Maher" userId="09775c39-7739-40bf-ba04-c8ef3ab24a94" providerId="ADAL" clId="{2370CBF8-D1D8-4922-A968-E90E226146FA}" dt="2021-10-14T14:52:58.120" v="341" actId="26606"/>
      <pc:docMkLst>
        <pc:docMk/>
      </pc:docMkLst>
      <pc:sldChg chg="modSp mod">
        <pc:chgData name="KACHOUR Maher" userId="09775c39-7739-40bf-ba04-c8ef3ab24a94" providerId="ADAL" clId="{2370CBF8-D1D8-4922-A968-E90E226146FA}" dt="2021-10-14T14:21:33.156" v="202" actId="1076"/>
        <pc:sldMkLst>
          <pc:docMk/>
          <pc:sldMk cId="3884457258" sldId="256"/>
        </pc:sldMkLst>
        <pc:spChg chg="mod">
          <ac:chgData name="KACHOUR Maher" userId="09775c39-7739-40bf-ba04-c8ef3ab24a94" providerId="ADAL" clId="{2370CBF8-D1D8-4922-A968-E90E226146FA}" dt="2021-10-14T14:21:33.156" v="202" actId="1076"/>
          <ac:spMkLst>
            <pc:docMk/>
            <pc:sldMk cId="3884457258" sldId="256"/>
            <ac:spMk id="2" creationId="{A4AEDEBA-6FE9-4F23-B02B-9FB71BC17484}"/>
          </ac:spMkLst>
        </pc:spChg>
        <pc:spChg chg="mod">
          <ac:chgData name="KACHOUR Maher" userId="09775c39-7739-40bf-ba04-c8ef3ab24a94" providerId="ADAL" clId="{2370CBF8-D1D8-4922-A968-E90E226146FA}" dt="2021-10-14T14:21:02.557" v="199" actId="20577"/>
          <ac:spMkLst>
            <pc:docMk/>
            <pc:sldMk cId="3884457258" sldId="256"/>
            <ac:spMk id="4" creationId="{DF25F7F9-D26E-4B65-8387-484298AE7CF4}"/>
          </ac:spMkLst>
        </pc:spChg>
        <pc:graphicFrameChg chg="mod modGraphic">
          <ac:chgData name="KACHOUR Maher" userId="09775c39-7739-40bf-ba04-c8ef3ab24a94" providerId="ADAL" clId="{2370CBF8-D1D8-4922-A968-E90E226146FA}" dt="2021-10-14T14:11:19.595" v="64" actId="14734"/>
          <ac:graphicFrameMkLst>
            <pc:docMk/>
            <pc:sldMk cId="3884457258" sldId="256"/>
            <ac:graphicFrameMk id="5" creationId="{8D618231-F795-4672-A643-43223F39DFB3}"/>
          </ac:graphicFrameMkLst>
        </pc:graphicFrameChg>
      </pc:sldChg>
      <pc:sldChg chg="modSp mod">
        <pc:chgData name="KACHOUR Maher" userId="09775c39-7739-40bf-ba04-c8ef3ab24a94" providerId="ADAL" clId="{2370CBF8-D1D8-4922-A968-E90E226146FA}" dt="2021-10-14T14:07:55.333" v="1" actId="20577"/>
        <pc:sldMkLst>
          <pc:docMk/>
          <pc:sldMk cId="0" sldId="257"/>
        </pc:sldMkLst>
        <pc:spChg chg="mod">
          <ac:chgData name="KACHOUR Maher" userId="09775c39-7739-40bf-ba04-c8ef3ab24a94" providerId="ADAL" clId="{2370CBF8-D1D8-4922-A968-E90E226146FA}" dt="2021-10-14T14:07:55.333" v="1" actId="20577"/>
          <ac:spMkLst>
            <pc:docMk/>
            <pc:sldMk cId="0" sldId="257"/>
            <ac:spMk id="3" creationId="{00000000-0000-0000-0000-000000000000}"/>
          </ac:spMkLst>
        </pc:spChg>
      </pc:sldChg>
      <pc:sldChg chg="addSp modSp mod">
        <pc:chgData name="KACHOUR Maher" userId="09775c39-7739-40bf-ba04-c8ef3ab24a94" providerId="ADAL" clId="{2370CBF8-D1D8-4922-A968-E90E226146FA}" dt="2021-10-14T14:21:23.943" v="201" actId="1076"/>
        <pc:sldMkLst>
          <pc:docMk/>
          <pc:sldMk cId="1632906986" sldId="258"/>
        </pc:sldMkLst>
        <pc:spChg chg="mod">
          <ac:chgData name="KACHOUR Maher" userId="09775c39-7739-40bf-ba04-c8ef3ab24a94" providerId="ADAL" clId="{2370CBF8-D1D8-4922-A968-E90E226146FA}" dt="2021-10-14T14:14:18.992" v="72" actId="1076"/>
          <ac:spMkLst>
            <pc:docMk/>
            <pc:sldMk cId="1632906986" sldId="258"/>
            <ac:spMk id="2" creationId="{A4AEDEBA-6FE9-4F23-B02B-9FB71BC17484}"/>
          </ac:spMkLst>
        </pc:spChg>
        <pc:graphicFrameChg chg="mod modGraphic">
          <ac:chgData name="KACHOUR Maher" userId="09775c39-7739-40bf-ba04-c8ef3ab24a94" providerId="ADAL" clId="{2370CBF8-D1D8-4922-A968-E90E226146FA}" dt="2021-10-14T14:21:19.090" v="200" actId="14734"/>
          <ac:graphicFrameMkLst>
            <pc:docMk/>
            <pc:sldMk cId="1632906986" sldId="258"/>
            <ac:graphicFrameMk id="5" creationId="{C5935286-E84C-4A5B-9E95-1C36A0F9B1CD}"/>
          </ac:graphicFrameMkLst>
        </pc:graphicFrameChg>
        <pc:picChg chg="add mod">
          <ac:chgData name="KACHOUR Maher" userId="09775c39-7739-40bf-ba04-c8ef3ab24a94" providerId="ADAL" clId="{2370CBF8-D1D8-4922-A968-E90E226146FA}" dt="2021-10-14T14:21:23.943" v="201" actId="1076"/>
          <ac:picMkLst>
            <pc:docMk/>
            <pc:sldMk cId="1632906986" sldId="258"/>
            <ac:picMk id="6" creationId="{C89D6DEA-6D91-456E-968B-68D46AFB39DB}"/>
          </ac:picMkLst>
        </pc:picChg>
      </pc:sldChg>
      <pc:sldChg chg="modSp mod">
        <pc:chgData name="KACHOUR Maher" userId="09775c39-7739-40bf-ba04-c8ef3ab24a94" providerId="ADAL" clId="{2370CBF8-D1D8-4922-A968-E90E226146FA}" dt="2021-10-14T14:34:58.077" v="263" actId="14734"/>
        <pc:sldMkLst>
          <pc:docMk/>
          <pc:sldMk cId="3342625250" sldId="259"/>
        </pc:sldMkLst>
        <pc:spChg chg="mod">
          <ac:chgData name="KACHOUR Maher" userId="09775c39-7739-40bf-ba04-c8ef3ab24a94" providerId="ADAL" clId="{2370CBF8-D1D8-4922-A968-E90E226146FA}" dt="2021-10-14T14:15:14.332" v="77" actId="1076"/>
          <ac:spMkLst>
            <pc:docMk/>
            <pc:sldMk cId="3342625250" sldId="259"/>
            <ac:spMk id="2" creationId="{159DF4AF-EB56-497F-9EC4-3792B7715C09}"/>
          </ac:spMkLst>
        </pc:spChg>
        <pc:spChg chg="mod">
          <ac:chgData name="KACHOUR Maher" userId="09775c39-7739-40bf-ba04-c8ef3ab24a94" providerId="ADAL" clId="{2370CBF8-D1D8-4922-A968-E90E226146FA}" dt="2021-10-14T14:34:47.405" v="260" actId="27636"/>
          <ac:spMkLst>
            <pc:docMk/>
            <pc:sldMk cId="3342625250" sldId="259"/>
            <ac:spMk id="3" creationId="{86DA4EC6-6600-48BE-AED2-90A0A908CF8F}"/>
          </ac:spMkLst>
        </pc:spChg>
        <pc:graphicFrameChg chg="mod modGraphic">
          <ac:chgData name="KACHOUR Maher" userId="09775c39-7739-40bf-ba04-c8ef3ab24a94" providerId="ADAL" clId="{2370CBF8-D1D8-4922-A968-E90E226146FA}" dt="2021-10-14T14:34:58.077" v="263" actId="14734"/>
          <ac:graphicFrameMkLst>
            <pc:docMk/>
            <pc:sldMk cId="3342625250" sldId="259"/>
            <ac:graphicFrameMk id="4" creationId="{D8731FE7-289F-4569-8899-DD98785D8C02}"/>
          </ac:graphicFrameMkLst>
        </pc:graphicFrameChg>
      </pc:sldChg>
      <pc:sldChg chg="addSp modSp mod setBg">
        <pc:chgData name="KACHOUR Maher" userId="09775c39-7739-40bf-ba04-c8ef3ab24a94" providerId="ADAL" clId="{2370CBF8-D1D8-4922-A968-E90E226146FA}" dt="2021-10-14T14:48:39.199" v="337" actId="26606"/>
        <pc:sldMkLst>
          <pc:docMk/>
          <pc:sldMk cId="962425727" sldId="260"/>
        </pc:sldMkLst>
        <pc:spChg chg="mod">
          <ac:chgData name="KACHOUR Maher" userId="09775c39-7739-40bf-ba04-c8ef3ab24a94" providerId="ADAL" clId="{2370CBF8-D1D8-4922-A968-E90E226146FA}" dt="2021-10-14T14:48:39.199" v="337" actId="26606"/>
          <ac:spMkLst>
            <pc:docMk/>
            <pc:sldMk cId="962425727" sldId="260"/>
            <ac:spMk id="2" creationId="{159DF4AF-EB56-497F-9EC4-3792B7715C09}"/>
          </ac:spMkLst>
        </pc:spChg>
        <pc:spChg chg="mod">
          <ac:chgData name="KACHOUR Maher" userId="09775c39-7739-40bf-ba04-c8ef3ab24a94" providerId="ADAL" clId="{2370CBF8-D1D8-4922-A968-E90E226146FA}" dt="2021-10-14T14:48:39.199" v="337" actId="26606"/>
          <ac:spMkLst>
            <pc:docMk/>
            <pc:sldMk cId="962425727" sldId="260"/>
            <ac:spMk id="3" creationId="{86DA4EC6-6600-48BE-AED2-90A0A908CF8F}"/>
          </ac:spMkLst>
        </pc:spChg>
        <pc:spChg chg="add">
          <ac:chgData name="KACHOUR Maher" userId="09775c39-7739-40bf-ba04-c8ef3ab24a94" providerId="ADAL" clId="{2370CBF8-D1D8-4922-A968-E90E226146FA}" dt="2021-10-14T14:48:39.199" v="337" actId="26606"/>
          <ac:spMkLst>
            <pc:docMk/>
            <pc:sldMk cId="962425727" sldId="260"/>
            <ac:spMk id="11" creationId="{385E1BDC-A9B0-4A87-82E3-F3187F69A802}"/>
          </ac:spMkLst>
        </pc:spChg>
        <pc:spChg chg="add">
          <ac:chgData name="KACHOUR Maher" userId="09775c39-7739-40bf-ba04-c8ef3ab24a94" providerId="ADAL" clId="{2370CBF8-D1D8-4922-A968-E90E226146FA}" dt="2021-10-14T14:48:39.199" v="337" actId="26606"/>
          <ac:spMkLst>
            <pc:docMk/>
            <pc:sldMk cId="962425727" sldId="260"/>
            <ac:spMk id="13" creationId="{0990C621-3B8B-4820-8328-D47EF7CE823C}"/>
          </ac:spMkLst>
        </pc:spChg>
        <pc:spChg chg="add">
          <ac:chgData name="KACHOUR Maher" userId="09775c39-7739-40bf-ba04-c8ef3ab24a94" providerId="ADAL" clId="{2370CBF8-D1D8-4922-A968-E90E226146FA}" dt="2021-10-14T14:48:39.199" v="337" actId="26606"/>
          <ac:spMkLst>
            <pc:docMk/>
            <pc:sldMk cId="962425727" sldId="260"/>
            <ac:spMk id="15" creationId="{C1A2385B-1D2A-4E17-84FA-6CB7F0AAE473}"/>
          </ac:spMkLst>
        </pc:spChg>
        <pc:spChg chg="add">
          <ac:chgData name="KACHOUR Maher" userId="09775c39-7739-40bf-ba04-c8ef3ab24a94" providerId="ADAL" clId="{2370CBF8-D1D8-4922-A968-E90E226146FA}" dt="2021-10-14T14:48:39.199" v="337" actId="26606"/>
          <ac:spMkLst>
            <pc:docMk/>
            <pc:sldMk cId="962425727" sldId="260"/>
            <ac:spMk id="17" creationId="{5E791F2F-79DB-4CC0-9FA1-001E3E91E8B7}"/>
          </ac:spMkLst>
        </pc:spChg>
        <pc:graphicFrameChg chg="mod ord modGraphic">
          <ac:chgData name="KACHOUR Maher" userId="09775c39-7739-40bf-ba04-c8ef3ab24a94" providerId="ADAL" clId="{2370CBF8-D1D8-4922-A968-E90E226146FA}" dt="2021-10-14T14:48:39.199" v="337" actId="26606"/>
          <ac:graphicFrameMkLst>
            <pc:docMk/>
            <pc:sldMk cId="962425727" sldId="260"/>
            <ac:graphicFrameMk id="4" creationId="{D8731FE7-289F-4569-8899-DD98785D8C02}"/>
          </ac:graphicFrameMkLst>
        </pc:graphicFrameChg>
        <pc:picChg chg="add mod">
          <ac:chgData name="KACHOUR Maher" userId="09775c39-7739-40bf-ba04-c8ef3ab24a94" providerId="ADAL" clId="{2370CBF8-D1D8-4922-A968-E90E226146FA}" dt="2021-10-14T14:48:39.199" v="337" actId="26606"/>
          <ac:picMkLst>
            <pc:docMk/>
            <pc:sldMk cId="962425727" sldId="260"/>
            <ac:picMk id="6" creationId="{D9442BFA-85B6-46F2-A05F-18E8C23113C9}"/>
          </ac:picMkLst>
        </pc:picChg>
      </pc:sldChg>
      <pc:sldChg chg="addSp delSp modSp add mod">
        <pc:chgData name="KACHOUR Maher" userId="09775c39-7739-40bf-ba04-c8ef3ab24a94" providerId="ADAL" clId="{2370CBF8-D1D8-4922-A968-E90E226146FA}" dt="2021-10-14T14:31:11.788" v="212" actId="1076"/>
        <pc:sldMkLst>
          <pc:docMk/>
          <pc:sldMk cId="925746931" sldId="261"/>
        </pc:sldMkLst>
        <pc:picChg chg="del">
          <ac:chgData name="KACHOUR Maher" userId="09775c39-7739-40bf-ba04-c8ef3ab24a94" providerId="ADAL" clId="{2370CBF8-D1D8-4922-A968-E90E226146FA}" dt="2021-10-14T14:31:00.341" v="204" actId="478"/>
          <ac:picMkLst>
            <pc:docMk/>
            <pc:sldMk cId="925746931" sldId="261"/>
            <ac:picMk id="6" creationId="{C89D6DEA-6D91-456E-968B-68D46AFB39DB}"/>
          </ac:picMkLst>
        </pc:picChg>
        <pc:picChg chg="add mod">
          <ac:chgData name="KACHOUR Maher" userId="09775c39-7739-40bf-ba04-c8ef3ab24a94" providerId="ADAL" clId="{2370CBF8-D1D8-4922-A968-E90E226146FA}" dt="2021-10-14T14:31:11.788" v="212" actId="1076"/>
          <ac:picMkLst>
            <pc:docMk/>
            <pc:sldMk cId="925746931" sldId="261"/>
            <ac:picMk id="7" creationId="{5B838518-7C53-4901-924B-9F6D0B5CF932}"/>
          </ac:picMkLst>
        </pc:picChg>
      </pc:sldChg>
      <pc:sldChg chg="addSp delSp modSp add mod">
        <pc:chgData name="KACHOUR Maher" userId="09775c39-7739-40bf-ba04-c8ef3ab24a94" providerId="ADAL" clId="{2370CBF8-D1D8-4922-A968-E90E226146FA}" dt="2021-10-14T14:52:58.120" v="341" actId="26606"/>
        <pc:sldMkLst>
          <pc:docMk/>
          <pc:sldMk cId="4200507792" sldId="262"/>
        </pc:sldMkLst>
        <pc:spChg chg="del">
          <ac:chgData name="KACHOUR Maher" userId="09775c39-7739-40bf-ba04-c8ef3ab24a94" providerId="ADAL" clId="{2370CBF8-D1D8-4922-A968-E90E226146FA}" dt="2021-10-14T14:52:58.120" v="341" actId="26606"/>
          <ac:spMkLst>
            <pc:docMk/>
            <pc:sldMk cId="4200507792" sldId="262"/>
            <ac:spMk id="11" creationId="{385E1BDC-A9B0-4A87-82E3-F3187F69A802}"/>
          </ac:spMkLst>
        </pc:spChg>
        <pc:spChg chg="del">
          <ac:chgData name="KACHOUR Maher" userId="09775c39-7739-40bf-ba04-c8ef3ab24a94" providerId="ADAL" clId="{2370CBF8-D1D8-4922-A968-E90E226146FA}" dt="2021-10-14T14:52:58.120" v="341" actId="26606"/>
          <ac:spMkLst>
            <pc:docMk/>
            <pc:sldMk cId="4200507792" sldId="262"/>
            <ac:spMk id="13" creationId="{0990C621-3B8B-4820-8328-D47EF7CE823C}"/>
          </ac:spMkLst>
        </pc:spChg>
        <pc:spChg chg="del">
          <ac:chgData name="KACHOUR Maher" userId="09775c39-7739-40bf-ba04-c8ef3ab24a94" providerId="ADAL" clId="{2370CBF8-D1D8-4922-A968-E90E226146FA}" dt="2021-10-14T14:52:58.120" v="341" actId="26606"/>
          <ac:spMkLst>
            <pc:docMk/>
            <pc:sldMk cId="4200507792" sldId="262"/>
            <ac:spMk id="15" creationId="{C1A2385B-1D2A-4E17-84FA-6CB7F0AAE473}"/>
          </ac:spMkLst>
        </pc:spChg>
        <pc:spChg chg="del">
          <ac:chgData name="KACHOUR Maher" userId="09775c39-7739-40bf-ba04-c8ef3ab24a94" providerId="ADAL" clId="{2370CBF8-D1D8-4922-A968-E90E226146FA}" dt="2021-10-14T14:52:58.120" v="341" actId="26606"/>
          <ac:spMkLst>
            <pc:docMk/>
            <pc:sldMk cId="4200507792" sldId="262"/>
            <ac:spMk id="17" creationId="{5E791F2F-79DB-4CC0-9FA1-001E3E91E8B7}"/>
          </ac:spMkLst>
        </pc:spChg>
        <pc:spChg chg="add">
          <ac:chgData name="KACHOUR Maher" userId="09775c39-7739-40bf-ba04-c8ef3ab24a94" providerId="ADAL" clId="{2370CBF8-D1D8-4922-A968-E90E226146FA}" dt="2021-10-14T14:52:58.120" v="341" actId="26606"/>
          <ac:spMkLst>
            <pc:docMk/>
            <pc:sldMk cId="4200507792" sldId="262"/>
            <ac:spMk id="22" creationId="{385E1BDC-A9B0-4A87-82E3-F3187F69A802}"/>
          </ac:spMkLst>
        </pc:spChg>
        <pc:spChg chg="add">
          <ac:chgData name="KACHOUR Maher" userId="09775c39-7739-40bf-ba04-c8ef3ab24a94" providerId="ADAL" clId="{2370CBF8-D1D8-4922-A968-E90E226146FA}" dt="2021-10-14T14:52:58.120" v="341" actId="26606"/>
          <ac:spMkLst>
            <pc:docMk/>
            <pc:sldMk cId="4200507792" sldId="262"/>
            <ac:spMk id="24" creationId="{0990C621-3B8B-4820-8328-D47EF7CE823C}"/>
          </ac:spMkLst>
        </pc:spChg>
        <pc:spChg chg="add">
          <ac:chgData name="KACHOUR Maher" userId="09775c39-7739-40bf-ba04-c8ef3ab24a94" providerId="ADAL" clId="{2370CBF8-D1D8-4922-A968-E90E226146FA}" dt="2021-10-14T14:52:58.120" v="341" actId="26606"/>
          <ac:spMkLst>
            <pc:docMk/>
            <pc:sldMk cId="4200507792" sldId="262"/>
            <ac:spMk id="26" creationId="{C1A2385B-1D2A-4E17-84FA-6CB7F0AAE473}"/>
          </ac:spMkLst>
        </pc:spChg>
        <pc:spChg chg="add">
          <ac:chgData name="KACHOUR Maher" userId="09775c39-7739-40bf-ba04-c8ef3ab24a94" providerId="ADAL" clId="{2370CBF8-D1D8-4922-A968-E90E226146FA}" dt="2021-10-14T14:52:58.120" v="341" actId="26606"/>
          <ac:spMkLst>
            <pc:docMk/>
            <pc:sldMk cId="4200507792" sldId="262"/>
            <ac:spMk id="28" creationId="{5E791F2F-79DB-4CC0-9FA1-001E3E91E8B7}"/>
          </ac:spMkLst>
        </pc:spChg>
        <pc:graphicFrameChg chg="mod ord modGraphic">
          <ac:chgData name="KACHOUR Maher" userId="09775c39-7739-40bf-ba04-c8ef3ab24a94" providerId="ADAL" clId="{2370CBF8-D1D8-4922-A968-E90E226146FA}" dt="2021-10-14T14:52:58.120" v="341" actId="26606"/>
          <ac:graphicFrameMkLst>
            <pc:docMk/>
            <pc:sldMk cId="4200507792" sldId="262"/>
            <ac:graphicFrameMk id="4" creationId="{D8731FE7-289F-4569-8899-DD98785D8C02}"/>
          </ac:graphicFrameMkLst>
        </pc:graphicFrameChg>
        <pc:picChg chg="del">
          <ac:chgData name="KACHOUR Maher" userId="09775c39-7739-40bf-ba04-c8ef3ab24a94" providerId="ADAL" clId="{2370CBF8-D1D8-4922-A968-E90E226146FA}" dt="2021-10-14T14:52:53.431" v="339" actId="478"/>
          <ac:picMkLst>
            <pc:docMk/>
            <pc:sldMk cId="4200507792" sldId="262"/>
            <ac:picMk id="6" creationId="{D9442BFA-85B6-46F2-A05F-18E8C23113C9}"/>
          </ac:picMkLst>
        </pc:picChg>
        <pc:picChg chg="add mod">
          <ac:chgData name="KACHOUR Maher" userId="09775c39-7739-40bf-ba04-c8ef3ab24a94" providerId="ADAL" clId="{2370CBF8-D1D8-4922-A968-E90E226146FA}" dt="2021-10-14T14:52:58.120" v="341" actId="26606"/>
          <ac:picMkLst>
            <pc:docMk/>
            <pc:sldMk cId="4200507792" sldId="262"/>
            <ac:picMk id="7" creationId="{958ABDF4-6E1A-4367-888B-832F902E6529}"/>
          </ac:picMkLst>
        </pc:picChg>
      </pc:sldChg>
    </pc:docChg>
  </pc:docChgLst>
  <pc:docChgLst>
    <pc:chgData name="KACHOUR Maher" userId="09775c39-7739-40bf-ba04-c8ef3ab24a94" providerId="ADAL" clId="{E5A1AE0A-D964-4669-B03E-987D59F22204}"/>
    <pc:docChg chg="modSld">
      <pc:chgData name="KACHOUR Maher" userId="09775c39-7739-40bf-ba04-c8ef3ab24a94" providerId="ADAL" clId="{E5A1AE0A-D964-4669-B03E-987D59F22204}" dt="2021-10-14T10:16:47.651" v="1" actId="20577"/>
      <pc:docMkLst>
        <pc:docMk/>
      </pc:docMkLst>
      <pc:sldChg chg="modSp mod">
        <pc:chgData name="KACHOUR Maher" userId="09775c39-7739-40bf-ba04-c8ef3ab24a94" providerId="ADAL" clId="{E5A1AE0A-D964-4669-B03E-987D59F22204}" dt="2021-10-14T10:16:42.339" v="0" actId="20577"/>
        <pc:sldMkLst>
          <pc:docMk/>
          <pc:sldMk cId="3884457258" sldId="256"/>
        </pc:sldMkLst>
        <pc:spChg chg="mod">
          <ac:chgData name="KACHOUR Maher" userId="09775c39-7739-40bf-ba04-c8ef3ab24a94" providerId="ADAL" clId="{E5A1AE0A-D964-4669-B03E-987D59F22204}" dt="2021-10-14T10:16:42.339" v="0" actId="20577"/>
          <ac:spMkLst>
            <pc:docMk/>
            <pc:sldMk cId="3884457258" sldId="256"/>
            <ac:spMk id="4" creationId="{DF25F7F9-D26E-4B65-8387-484298AE7CF4}"/>
          </ac:spMkLst>
        </pc:spChg>
      </pc:sldChg>
      <pc:sldChg chg="modSp mod">
        <pc:chgData name="KACHOUR Maher" userId="09775c39-7739-40bf-ba04-c8ef3ab24a94" providerId="ADAL" clId="{E5A1AE0A-D964-4669-B03E-987D59F22204}" dt="2021-10-14T10:16:47.651" v="1" actId="20577"/>
        <pc:sldMkLst>
          <pc:docMk/>
          <pc:sldMk cId="3342625250" sldId="259"/>
        </pc:sldMkLst>
        <pc:spChg chg="mod">
          <ac:chgData name="KACHOUR Maher" userId="09775c39-7739-40bf-ba04-c8ef3ab24a94" providerId="ADAL" clId="{E5A1AE0A-D964-4669-B03E-987D59F22204}" dt="2021-10-14T10:16:47.651" v="1" actId="20577"/>
          <ac:spMkLst>
            <pc:docMk/>
            <pc:sldMk cId="3342625250" sldId="259"/>
            <ac:spMk id="3" creationId="{86DA4EC6-6600-48BE-AED2-90A0A908CF8F}"/>
          </ac:spMkLst>
        </pc:spChg>
      </pc:sldChg>
    </pc:docChg>
  </pc:docChgLst>
  <pc:docChgLst>
    <pc:chgData name="KACHOUR Maher" userId="09775c39-7739-40bf-ba04-c8ef3ab24a94" providerId="ADAL" clId="{66193A36-5827-43EF-82E3-7D2043326F3D}"/>
    <pc:docChg chg="custSel modSld">
      <pc:chgData name="KACHOUR Maher" userId="09775c39-7739-40bf-ba04-c8ef3ab24a94" providerId="ADAL" clId="{66193A36-5827-43EF-82E3-7D2043326F3D}" dt="2021-10-16T15:42:15.635" v="99" actId="27636"/>
      <pc:docMkLst>
        <pc:docMk/>
      </pc:docMkLst>
      <pc:sldChg chg="modSp mod">
        <pc:chgData name="KACHOUR Maher" userId="09775c39-7739-40bf-ba04-c8ef3ab24a94" providerId="ADAL" clId="{66193A36-5827-43EF-82E3-7D2043326F3D}" dt="2021-10-16T15:41:39.374" v="90" actId="20577"/>
        <pc:sldMkLst>
          <pc:docMk/>
          <pc:sldMk cId="3884457258" sldId="256"/>
        </pc:sldMkLst>
        <pc:spChg chg="mod">
          <ac:chgData name="KACHOUR Maher" userId="09775c39-7739-40bf-ba04-c8ef3ab24a94" providerId="ADAL" clId="{66193A36-5827-43EF-82E3-7D2043326F3D}" dt="2021-10-14T16:24:24.117" v="1" actId="20577"/>
          <ac:spMkLst>
            <pc:docMk/>
            <pc:sldMk cId="3884457258" sldId="256"/>
            <ac:spMk id="2" creationId="{A4AEDEBA-6FE9-4F23-B02B-9FB71BC17484}"/>
          </ac:spMkLst>
        </pc:spChg>
        <pc:spChg chg="mod">
          <ac:chgData name="KACHOUR Maher" userId="09775c39-7739-40bf-ba04-c8ef3ab24a94" providerId="ADAL" clId="{66193A36-5827-43EF-82E3-7D2043326F3D}" dt="2021-10-16T15:41:39.374" v="90" actId="20577"/>
          <ac:spMkLst>
            <pc:docMk/>
            <pc:sldMk cId="3884457258" sldId="256"/>
            <ac:spMk id="4" creationId="{DF25F7F9-D26E-4B65-8387-484298AE7CF4}"/>
          </ac:spMkLst>
        </pc:spChg>
        <pc:graphicFrameChg chg="modGraphic">
          <ac:chgData name="KACHOUR Maher" userId="09775c39-7739-40bf-ba04-c8ef3ab24a94" providerId="ADAL" clId="{66193A36-5827-43EF-82E3-7D2043326F3D}" dt="2021-10-14T16:24:49.874" v="2" actId="14734"/>
          <ac:graphicFrameMkLst>
            <pc:docMk/>
            <pc:sldMk cId="3884457258" sldId="256"/>
            <ac:graphicFrameMk id="5" creationId="{8D618231-F795-4672-A643-43223F39DFB3}"/>
          </ac:graphicFrameMkLst>
        </pc:graphicFrameChg>
      </pc:sldChg>
      <pc:sldChg chg="modSp mod">
        <pc:chgData name="KACHOUR Maher" userId="09775c39-7739-40bf-ba04-c8ef3ab24a94" providerId="ADAL" clId="{66193A36-5827-43EF-82E3-7D2043326F3D}" dt="2021-10-16T15:34:07.457" v="88" actId="20577"/>
        <pc:sldMkLst>
          <pc:docMk/>
          <pc:sldMk cId="0" sldId="257"/>
        </pc:sldMkLst>
        <pc:spChg chg="mod">
          <ac:chgData name="KACHOUR Maher" userId="09775c39-7739-40bf-ba04-c8ef3ab24a94" providerId="ADAL" clId="{66193A36-5827-43EF-82E3-7D2043326F3D}" dt="2021-10-16T15:34:07.457" v="88" actId="20577"/>
          <ac:spMkLst>
            <pc:docMk/>
            <pc:sldMk cId="0" sldId="257"/>
            <ac:spMk id="3" creationId="{00000000-0000-0000-0000-000000000000}"/>
          </ac:spMkLst>
        </pc:spChg>
      </pc:sldChg>
      <pc:sldChg chg="modSp mod">
        <pc:chgData name="KACHOUR Maher" userId="09775c39-7739-40bf-ba04-c8ef3ab24a94" providerId="ADAL" clId="{66193A36-5827-43EF-82E3-7D2043326F3D}" dt="2021-10-15T12:41:11.016" v="77" actId="20577"/>
        <pc:sldMkLst>
          <pc:docMk/>
          <pc:sldMk cId="1632906986" sldId="258"/>
        </pc:sldMkLst>
        <pc:spChg chg="mod">
          <ac:chgData name="KACHOUR Maher" userId="09775c39-7739-40bf-ba04-c8ef3ab24a94" providerId="ADAL" clId="{66193A36-5827-43EF-82E3-7D2043326F3D}" dt="2021-10-14T16:26:18.169" v="14" actId="20577"/>
          <ac:spMkLst>
            <pc:docMk/>
            <pc:sldMk cId="1632906986" sldId="258"/>
            <ac:spMk id="2" creationId="{A4AEDEBA-6FE9-4F23-B02B-9FB71BC17484}"/>
          </ac:spMkLst>
        </pc:spChg>
        <pc:spChg chg="mod">
          <ac:chgData name="KACHOUR Maher" userId="09775c39-7739-40bf-ba04-c8ef3ab24a94" providerId="ADAL" clId="{66193A36-5827-43EF-82E3-7D2043326F3D}" dt="2021-10-15T12:41:11.016" v="77" actId="20577"/>
          <ac:spMkLst>
            <pc:docMk/>
            <pc:sldMk cId="1632906986" sldId="258"/>
            <ac:spMk id="3" creationId="{CC9FE004-1C6E-4667-8710-CA96506DE21E}"/>
          </ac:spMkLst>
        </pc:spChg>
      </pc:sldChg>
      <pc:sldChg chg="modSp mod">
        <pc:chgData name="KACHOUR Maher" userId="09775c39-7739-40bf-ba04-c8ef3ab24a94" providerId="ADAL" clId="{66193A36-5827-43EF-82E3-7D2043326F3D}" dt="2021-10-16T15:42:15.635" v="99" actId="27636"/>
        <pc:sldMkLst>
          <pc:docMk/>
          <pc:sldMk cId="3342625250" sldId="259"/>
        </pc:sldMkLst>
        <pc:spChg chg="mod">
          <ac:chgData name="KACHOUR Maher" userId="09775c39-7739-40bf-ba04-c8ef3ab24a94" providerId="ADAL" clId="{66193A36-5827-43EF-82E3-7D2043326F3D}" dt="2021-10-14T16:26:13.756" v="12" actId="20577"/>
          <ac:spMkLst>
            <pc:docMk/>
            <pc:sldMk cId="3342625250" sldId="259"/>
            <ac:spMk id="2" creationId="{159DF4AF-EB56-497F-9EC4-3792B7715C09}"/>
          </ac:spMkLst>
        </pc:spChg>
        <pc:spChg chg="mod">
          <ac:chgData name="KACHOUR Maher" userId="09775c39-7739-40bf-ba04-c8ef3ab24a94" providerId="ADAL" clId="{66193A36-5827-43EF-82E3-7D2043326F3D}" dt="2021-10-16T15:42:15.635" v="99" actId="27636"/>
          <ac:spMkLst>
            <pc:docMk/>
            <pc:sldMk cId="3342625250" sldId="259"/>
            <ac:spMk id="3" creationId="{86DA4EC6-6600-48BE-AED2-90A0A908CF8F}"/>
          </ac:spMkLst>
        </pc:spChg>
      </pc:sldChg>
      <pc:sldChg chg="modSp mod">
        <pc:chgData name="KACHOUR Maher" userId="09775c39-7739-40bf-ba04-c8ef3ab24a94" providerId="ADAL" clId="{66193A36-5827-43EF-82E3-7D2043326F3D}" dt="2021-10-14T16:27:32.850" v="49" actId="790"/>
        <pc:sldMkLst>
          <pc:docMk/>
          <pc:sldMk cId="4200507792" sldId="262"/>
        </pc:sldMkLst>
        <pc:spChg chg="mod">
          <ac:chgData name="KACHOUR Maher" userId="09775c39-7739-40bf-ba04-c8ef3ab24a94" providerId="ADAL" clId="{66193A36-5827-43EF-82E3-7D2043326F3D}" dt="2021-10-14T16:26:07.375" v="10" actId="20577"/>
          <ac:spMkLst>
            <pc:docMk/>
            <pc:sldMk cId="4200507792" sldId="262"/>
            <ac:spMk id="2" creationId="{159DF4AF-EB56-497F-9EC4-3792B7715C09}"/>
          </ac:spMkLst>
        </pc:spChg>
        <pc:spChg chg="mod">
          <ac:chgData name="KACHOUR Maher" userId="09775c39-7739-40bf-ba04-c8ef3ab24a94" providerId="ADAL" clId="{66193A36-5827-43EF-82E3-7D2043326F3D}" dt="2021-10-14T16:27:32.850" v="49" actId="790"/>
          <ac:spMkLst>
            <pc:docMk/>
            <pc:sldMk cId="4200507792" sldId="262"/>
            <ac:spMk id="5" creationId="{D7B24147-55AB-4BC4-B183-ED51FCA4DB97}"/>
          </ac:spMkLst>
        </pc:spChg>
      </pc:sldChg>
    </pc:docChg>
  </pc:docChgLst>
  <pc:docChgLst>
    <pc:chgData name="KACHOUR Maher" userId="09775c39-7739-40bf-ba04-c8ef3ab24a94" providerId="ADAL" clId="{A485481B-7CFB-49EC-B580-AB3492269FCD}"/>
    <pc:docChg chg="undo custSel delSld modSld">
      <pc:chgData name="KACHOUR Maher" userId="09775c39-7739-40bf-ba04-c8ef3ab24a94" providerId="ADAL" clId="{A485481B-7CFB-49EC-B580-AB3492269FCD}" dt="2021-10-14T16:21:46.485" v="467" actId="255"/>
      <pc:docMkLst>
        <pc:docMk/>
      </pc:docMkLst>
      <pc:sldChg chg="modSp mod">
        <pc:chgData name="KACHOUR Maher" userId="09775c39-7739-40bf-ba04-c8ef3ab24a94" providerId="ADAL" clId="{A485481B-7CFB-49EC-B580-AB3492269FCD}" dt="2021-10-14T16:21:46.485" v="467" actId="255"/>
        <pc:sldMkLst>
          <pc:docMk/>
          <pc:sldMk cId="3884457258" sldId="256"/>
        </pc:sldMkLst>
        <pc:spChg chg="mod">
          <ac:chgData name="KACHOUR Maher" userId="09775c39-7739-40bf-ba04-c8ef3ab24a94" providerId="ADAL" clId="{A485481B-7CFB-49EC-B580-AB3492269FCD}" dt="2021-10-14T16:21:46.485" v="467" actId="255"/>
          <ac:spMkLst>
            <pc:docMk/>
            <pc:sldMk cId="3884457258" sldId="256"/>
            <ac:spMk id="4" creationId="{DF25F7F9-D26E-4B65-8387-484298AE7CF4}"/>
          </ac:spMkLst>
        </pc:spChg>
      </pc:sldChg>
      <pc:sldChg chg="modSp mod">
        <pc:chgData name="KACHOUR Maher" userId="09775c39-7739-40bf-ba04-c8ef3ab24a94" providerId="ADAL" clId="{A485481B-7CFB-49EC-B580-AB3492269FCD}" dt="2021-10-14T15:39:01.978" v="1" actId="20577"/>
        <pc:sldMkLst>
          <pc:docMk/>
          <pc:sldMk cId="0" sldId="257"/>
        </pc:sldMkLst>
        <pc:spChg chg="mod">
          <ac:chgData name="KACHOUR Maher" userId="09775c39-7739-40bf-ba04-c8ef3ab24a94" providerId="ADAL" clId="{A485481B-7CFB-49EC-B580-AB3492269FCD}" dt="2021-10-14T15:39:01.978" v="1" actId="20577"/>
          <ac:spMkLst>
            <pc:docMk/>
            <pc:sldMk cId="0" sldId="257"/>
            <ac:spMk id="3" creationId="{00000000-0000-0000-0000-000000000000}"/>
          </ac:spMkLst>
        </pc:spChg>
      </pc:sldChg>
      <pc:sldChg chg="addSp delSp modSp mod">
        <pc:chgData name="KACHOUR Maher" userId="09775c39-7739-40bf-ba04-c8ef3ab24a94" providerId="ADAL" clId="{A485481B-7CFB-49EC-B580-AB3492269FCD}" dt="2021-10-14T15:47:29.387" v="241" actId="20577"/>
        <pc:sldMkLst>
          <pc:docMk/>
          <pc:sldMk cId="1632906986" sldId="258"/>
        </pc:sldMkLst>
        <pc:spChg chg="add mod">
          <ac:chgData name="KACHOUR Maher" userId="09775c39-7739-40bf-ba04-c8ef3ab24a94" providerId="ADAL" clId="{A485481B-7CFB-49EC-B580-AB3492269FCD}" dt="2021-10-14T15:47:29.387" v="241" actId="20577"/>
          <ac:spMkLst>
            <pc:docMk/>
            <pc:sldMk cId="1632906986" sldId="258"/>
            <ac:spMk id="3" creationId="{CC9FE004-1C6E-4667-8710-CA96506DE21E}"/>
          </ac:spMkLst>
        </pc:spChg>
        <pc:picChg chg="del">
          <ac:chgData name="KACHOUR Maher" userId="09775c39-7739-40bf-ba04-c8ef3ab24a94" providerId="ADAL" clId="{A485481B-7CFB-49EC-B580-AB3492269FCD}" dt="2021-10-14T15:39:42.963" v="49" actId="478"/>
          <ac:picMkLst>
            <pc:docMk/>
            <pc:sldMk cId="1632906986" sldId="258"/>
            <ac:picMk id="6" creationId="{C89D6DEA-6D91-456E-968B-68D46AFB39DB}"/>
          </ac:picMkLst>
        </pc:picChg>
      </pc:sldChg>
      <pc:sldChg chg="modSp mod">
        <pc:chgData name="KACHOUR Maher" userId="09775c39-7739-40bf-ba04-c8ef3ab24a94" providerId="ADAL" clId="{A485481B-7CFB-49EC-B580-AB3492269FCD}" dt="2021-10-14T16:21:33.183" v="465" actId="5793"/>
        <pc:sldMkLst>
          <pc:docMk/>
          <pc:sldMk cId="3342625250" sldId="259"/>
        </pc:sldMkLst>
        <pc:spChg chg="mod">
          <ac:chgData name="KACHOUR Maher" userId="09775c39-7739-40bf-ba04-c8ef3ab24a94" providerId="ADAL" clId="{A485481B-7CFB-49EC-B580-AB3492269FCD}" dt="2021-10-14T16:21:33.183" v="465" actId="5793"/>
          <ac:spMkLst>
            <pc:docMk/>
            <pc:sldMk cId="3342625250" sldId="259"/>
            <ac:spMk id="3" creationId="{86DA4EC6-6600-48BE-AED2-90A0A908CF8F}"/>
          </ac:spMkLst>
        </pc:spChg>
        <pc:graphicFrameChg chg="mod">
          <ac:chgData name="KACHOUR Maher" userId="09775c39-7739-40bf-ba04-c8ef3ab24a94" providerId="ADAL" clId="{A485481B-7CFB-49EC-B580-AB3492269FCD}" dt="2021-10-14T16:21:29.049" v="464" actId="1076"/>
          <ac:graphicFrameMkLst>
            <pc:docMk/>
            <pc:sldMk cId="3342625250" sldId="259"/>
            <ac:graphicFrameMk id="4" creationId="{D8731FE7-289F-4569-8899-DD98785D8C02}"/>
          </ac:graphicFrameMkLst>
        </pc:graphicFrameChg>
      </pc:sldChg>
      <pc:sldChg chg="del">
        <pc:chgData name="KACHOUR Maher" userId="09775c39-7739-40bf-ba04-c8ef3ab24a94" providerId="ADAL" clId="{A485481B-7CFB-49EC-B580-AB3492269FCD}" dt="2021-10-14T15:47:59.547" v="243" actId="47"/>
        <pc:sldMkLst>
          <pc:docMk/>
          <pc:sldMk cId="962425727" sldId="260"/>
        </pc:sldMkLst>
      </pc:sldChg>
      <pc:sldChg chg="delSp del mod">
        <pc:chgData name="KACHOUR Maher" userId="09775c39-7739-40bf-ba04-c8ef3ab24a94" providerId="ADAL" clId="{A485481B-7CFB-49EC-B580-AB3492269FCD}" dt="2021-10-14T15:47:34.163" v="242" actId="47"/>
        <pc:sldMkLst>
          <pc:docMk/>
          <pc:sldMk cId="925746931" sldId="261"/>
        </pc:sldMkLst>
        <pc:graphicFrameChg chg="del">
          <ac:chgData name="KACHOUR Maher" userId="09775c39-7739-40bf-ba04-c8ef3ab24a94" providerId="ADAL" clId="{A485481B-7CFB-49EC-B580-AB3492269FCD}" dt="2021-10-14T15:39:50.801" v="50" actId="478"/>
          <ac:graphicFrameMkLst>
            <pc:docMk/>
            <pc:sldMk cId="925746931" sldId="261"/>
            <ac:graphicFrameMk id="5" creationId="{C5935286-E84C-4A5B-9E95-1C36A0F9B1CD}"/>
          </ac:graphicFrameMkLst>
        </pc:graphicFrameChg>
        <pc:picChg chg="del">
          <ac:chgData name="KACHOUR Maher" userId="09775c39-7739-40bf-ba04-c8ef3ab24a94" providerId="ADAL" clId="{A485481B-7CFB-49EC-B580-AB3492269FCD}" dt="2021-10-14T15:39:53.045" v="51" actId="478"/>
          <ac:picMkLst>
            <pc:docMk/>
            <pc:sldMk cId="925746931" sldId="261"/>
            <ac:picMk id="7" creationId="{5B838518-7C53-4901-924B-9F6D0B5CF932}"/>
          </ac:picMkLst>
        </pc:picChg>
      </pc:sldChg>
      <pc:sldChg chg="addSp delSp modSp mod">
        <pc:chgData name="KACHOUR Maher" userId="09775c39-7739-40bf-ba04-c8ef3ab24a94" providerId="ADAL" clId="{A485481B-7CFB-49EC-B580-AB3492269FCD}" dt="2021-10-14T16:20:16.665" v="458" actId="2711"/>
        <pc:sldMkLst>
          <pc:docMk/>
          <pc:sldMk cId="4200507792" sldId="262"/>
        </pc:sldMkLst>
        <pc:spChg chg="add mod">
          <ac:chgData name="KACHOUR Maher" userId="09775c39-7739-40bf-ba04-c8ef3ab24a94" providerId="ADAL" clId="{A485481B-7CFB-49EC-B580-AB3492269FCD}" dt="2021-10-14T16:20:16.665" v="458" actId="2711"/>
          <ac:spMkLst>
            <pc:docMk/>
            <pc:sldMk cId="4200507792" sldId="262"/>
            <ac:spMk id="5" creationId="{D7B24147-55AB-4BC4-B183-ED51FCA4DB97}"/>
          </ac:spMkLst>
        </pc:spChg>
        <pc:graphicFrameChg chg="mod modGraphic">
          <ac:chgData name="KACHOUR Maher" userId="09775c39-7739-40bf-ba04-c8ef3ab24a94" providerId="ADAL" clId="{A485481B-7CFB-49EC-B580-AB3492269FCD}" dt="2021-10-14T16:04:52.105" v="376" actId="20577"/>
          <ac:graphicFrameMkLst>
            <pc:docMk/>
            <pc:sldMk cId="4200507792" sldId="262"/>
            <ac:graphicFrameMk id="4" creationId="{D8731FE7-289F-4569-8899-DD98785D8C02}"/>
          </ac:graphicFrameMkLst>
        </pc:graphicFrameChg>
        <pc:picChg chg="del">
          <ac:chgData name="KACHOUR Maher" userId="09775c39-7739-40bf-ba04-c8ef3ab24a94" providerId="ADAL" clId="{A485481B-7CFB-49EC-B580-AB3492269FCD}" dt="2021-10-14T15:48:05.667" v="244" actId="478"/>
          <ac:picMkLst>
            <pc:docMk/>
            <pc:sldMk cId="4200507792" sldId="262"/>
            <ac:picMk id="7" creationId="{958ABDF4-6E1A-4367-888B-832F902E6529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77AE212-0171-46AE-8E49-1CDDCCBAB5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69D17709-3586-4413-8C57-88A655BF61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12FB15F-31F7-42EB-97F8-CDB8699A81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16/10/2021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AE9C7CD-64B8-465E-8053-798C6AE59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C1F7703-1EDD-4526-BB95-F54078D1A4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617597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447C34B-654C-4571-88BB-488402A84D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F5515DB-EE46-4EA1-8A3E-B632968AD6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DEA2172-2869-4AA5-B383-D557538A0A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16/10/2021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3B9714E-411E-4AC0-8966-07D5760F95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8C6D21D-937B-40C2-8A63-39058266B5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850942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3C42E3D-CA4F-4BFD-AD36-0904DB5DB9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EFD7A04-81BC-4037-AD3E-A48294CE97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40E4EE9-6E93-4965-9058-70FB387B00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16/10/2021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6B8D8E3-9541-497D-9ECB-DD57953FC9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0F9D0DC-EC51-4995-BE87-F5FC4515E4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299791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3E2D7BA-FC12-4C5A-AB53-E05F7C796D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F4F1541-9C69-4927-90B4-2122644C600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9DA90D8A-E81D-407C-B6C1-5293894168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5860C9D-CE69-43AE-8868-EEE59E3896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16/10/2021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F4D103D5-EAD2-451B-8D25-3BD09AECF4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581D7E5-B079-468B-92CF-12BB8ED99C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469961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ADFD046-AA2D-4F99-BE42-B7289FCCEA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20E4D5C-6CCE-4BA3-9CC4-DC8893C5E0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E04D4306-EC37-4953-9EE6-F4826F13D7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F756300F-C5BC-4DB6-B830-BA60955685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B158BD14-4231-410F-A447-354D62C0DA5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258E48DF-9B31-4CBC-A75D-4BCF2BEB16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16/10/2021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38314C72-1EDA-4BDE-BE53-5D437EE9E3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6B7C118E-36BB-4471-821A-2F130F215C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600024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44175DE-1319-4C91-9BFD-77C791B618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D00D5AD8-9D44-4AA1-9983-40F3FB5556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16/10/2021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25287635-D1F4-41FD-9CBB-9AD8A79619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B64C0172-E288-4D63-B4BB-6564BF203C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101369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CA904FE6-BCB0-4FBF-8C1D-D66B3AE898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16/10/2021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F1087665-B103-42FD-9E8E-9358EAF8B4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B01C9F2-C9A9-432C-A5CB-435BCFF4EE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752282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9DDAE7A-4833-4438-B97D-50321F0D43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E54D6FC-DB41-43FC-93F3-0ABE14ABD1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2073487C-5798-4C11-928D-46165B538C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DF7A70DF-3C03-4B95-857D-B30D0594A2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16/10/2021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065463C-4C8C-42BE-9B2F-3F1FF47463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43FCA3A6-3649-480C-A08B-F92A72158D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415074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27E3B22-1637-4513-B016-4EB166A5D5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B9897341-9FBD-474E-A55E-14082D876BC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EE46A815-DCFA-4152-8DA8-1FDF07CBF5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C0B3575E-3689-4618-8E8E-CBDEF1DEBC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16/10/2021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B64D76A-4F97-44F8-A38C-2C3735A4B9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007FBBC9-F694-403C-8CD9-C875965A40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508193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35D5356-44D7-4AF8-93AB-EF50760E19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613A9FDB-515C-4224-A8E8-ECE965CA95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B5EA598-D460-4768-AC9B-4804E0D670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16/10/2021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217A8A6-7F41-4137-AA90-DDF2098E1C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977FC1C-AF2A-422A-9E5D-140ABAD775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657163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22B73B33-C23C-4B6F-9A5A-C0A90D0964B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51058171-B4A0-4913-B9D3-530F4A106E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3AAA07E-0501-45F5-BCF3-EAAE49ADE1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16/10/2021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B12B5C0-2D5F-4C25-8A6A-A29E22A15D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E49CD76-AADA-49E9-AA96-E76AE025E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157860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5FB94CA4-ABA4-4E64-8113-4F30EC80B7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AE283C3-B9A1-4DBB-9349-EC7E3AF071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97D2094-3FF4-4D62-8640-40630C8C11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05F16C-AE71-49F6-89C0-B3088814C8AC}" type="datetimeFigureOut">
              <a:rPr lang="fr-FR" smtClean="0"/>
              <a:t>16/10/2021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A7C3CA7-F6EE-4ACF-94D4-6A8B9B50E8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1D4DAD6-0976-4B5B-BAF6-C35949083D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745659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8" name="Picture 414" descr="C:\Users\Tom\AppData\Local\Microsoft\Windows\Temporary Internet Files\Content.IE5\54P6HUVA\MPj04385580000[1]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2192000" cy="8001000"/>
          </a:xfrm>
          <a:prstGeom prst="rect">
            <a:avLst/>
          </a:prstGeom>
          <a:noFill/>
        </p:spPr>
      </p:pic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Session 4 </a:t>
            </a:r>
          </a:p>
          <a:p>
            <a:r>
              <a:rPr lang="fr-FR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M. Kachour</a:t>
            </a:r>
          </a:p>
        </p:txBody>
      </p:sp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>
                <a:latin typeface="Cambria" panose="02040503050406030204" pitchFamily="18" charset="0"/>
                <a:ea typeface="Cambria" panose="02040503050406030204" pitchFamily="18" charset="0"/>
              </a:rPr>
              <a:t>Data Description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4AEDEBA-6FE9-4F23-B02B-9FB71BC174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57325" y="25698"/>
            <a:ext cx="9144000" cy="1230312"/>
          </a:xfrm>
        </p:spPr>
        <p:txBody>
          <a:bodyPr/>
          <a:lstStyle/>
          <a:p>
            <a:r>
              <a:rPr lang="fr-FR" dirty="0" err="1"/>
              <a:t>Exercise</a:t>
            </a:r>
            <a:r>
              <a:rPr lang="fr-FR" dirty="0"/>
              <a:t> 1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DF25F7F9-D26E-4B65-8387-484298AE7CF4}"/>
              </a:ext>
            </a:extLst>
          </p:cNvPr>
          <p:cNvSpPr txBox="1"/>
          <p:nvPr/>
        </p:nvSpPr>
        <p:spPr>
          <a:xfrm>
            <a:off x="438150" y="1438275"/>
            <a:ext cx="1003935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We studied the morning temperature (i.e. measured between 7am and 7.30am) over 200 days chosen </a:t>
            </a:r>
            <a:r>
              <a:rPr lang="en-US" sz="2000" dirty="0"/>
              <a:t>randomly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from the winter periods observed over the last 20 years. 
The data are represented in the following table:
</a:t>
            </a:r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85750" indent="-285750">
              <a:buFontTx/>
              <a:buChar char="-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Study the existence of outliers </a:t>
            </a:r>
            <a:endParaRPr lang="fr-FR" dirty="0"/>
          </a:p>
          <a:p>
            <a:endParaRPr lang="fr-FR" dirty="0"/>
          </a:p>
          <a:p>
            <a:endParaRPr lang="fr-FR" dirty="0"/>
          </a:p>
        </p:txBody>
      </p:sp>
      <p:graphicFrame>
        <p:nvGraphicFramePr>
          <p:cNvPr id="5" name="Tableau 5">
            <a:extLst>
              <a:ext uri="{FF2B5EF4-FFF2-40B4-BE49-F238E27FC236}">
                <a16:creationId xmlns:a16="http://schemas.microsoft.com/office/drawing/2014/main" id="{8D618231-F795-4672-A643-43223F39DF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6114474"/>
              </p:ext>
            </p:extLst>
          </p:nvPr>
        </p:nvGraphicFramePr>
        <p:xfrm>
          <a:off x="4337050" y="2743200"/>
          <a:ext cx="3711575" cy="2494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3264">
                  <a:extLst>
                    <a:ext uri="{9D8B030D-6E8A-4147-A177-3AD203B41FA5}">
                      <a16:colId xmlns:a16="http://schemas.microsoft.com/office/drawing/2014/main" val="3196339109"/>
                    </a:ext>
                  </a:extLst>
                </a:gridCol>
                <a:gridCol w="2268311">
                  <a:extLst>
                    <a:ext uri="{9D8B030D-6E8A-4147-A177-3AD203B41FA5}">
                      <a16:colId xmlns:a16="http://schemas.microsoft.com/office/drawing/2014/main" val="6237019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fr-FR" dirty="0" err="1"/>
                        <a:t>Temperature</a:t>
                      </a:r>
                      <a:r>
                        <a:rPr lang="fr-FR" dirty="0"/>
                        <a:t>
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err="1"/>
                        <a:t>Number</a:t>
                      </a:r>
                      <a:r>
                        <a:rPr lang="fr-FR" dirty="0"/>
                        <a:t> of </a:t>
                      </a:r>
                      <a:r>
                        <a:rPr lang="fr-FR" dirty="0" err="1"/>
                        <a:t>days</a:t>
                      </a:r>
                      <a:r>
                        <a:rPr lang="fr-FR" dirty="0"/>
                        <a:t>
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14065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72738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34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07444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86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74721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11636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76872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844572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4AEDEBA-6FE9-4F23-B02B-9FB71BC174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64676"/>
            <a:ext cx="9144000" cy="1230312"/>
          </a:xfrm>
        </p:spPr>
        <p:txBody>
          <a:bodyPr/>
          <a:lstStyle/>
          <a:p>
            <a:r>
              <a:rPr lang="fr-FR" dirty="0" err="1"/>
              <a:t>Exercise</a:t>
            </a:r>
            <a:r>
              <a:rPr lang="fr-FR" dirty="0"/>
              <a:t> 1 - Solution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DF25F7F9-D26E-4B65-8387-484298AE7CF4}"/>
              </a:ext>
            </a:extLst>
          </p:cNvPr>
          <p:cNvSpPr txBox="1"/>
          <p:nvPr/>
        </p:nvSpPr>
        <p:spPr>
          <a:xfrm>
            <a:off x="1123950" y="2552700"/>
            <a:ext cx="100393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fr-FR" dirty="0"/>
          </a:p>
          <a:p>
            <a:endParaRPr lang="fr-FR" dirty="0"/>
          </a:p>
          <a:p>
            <a:endParaRPr lang="fr-FR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au 5">
                <a:extLst>
                  <a:ext uri="{FF2B5EF4-FFF2-40B4-BE49-F238E27FC236}">
                    <a16:creationId xmlns:a16="http://schemas.microsoft.com/office/drawing/2014/main" id="{C5935286-E84C-4A5B-9E95-1C36A0F9B1C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23470430"/>
                  </p:ext>
                </p:extLst>
              </p:nvPr>
            </p:nvGraphicFramePr>
            <p:xfrm>
              <a:off x="180975" y="1849754"/>
              <a:ext cx="5133975" cy="28346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556544">
                      <a:extLst>
                        <a:ext uri="{9D8B030D-6E8A-4147-A177-3AD203B41FA5}">
                          <a16:colId xmlns:a16="http://schemas.microsoft.com/office/drawing/2014/main" val="3196339109"/>
                        </a:ext>
                      </a:extLst>
                    </a:gridCol>
                    <a:gridCol w="1804873">
                      <a:extLst>
                        <a:ext uri="{9D8B030D-6E8A-4147-A177-3AD203B41FA5}">
                          <a16:colId xmlns:a16="http://schemas.microsoft.com/office/drawing/2014/main" val="623701906"/>
                        </a:ext>
                      </a:extLst>
                    </a:gridCol>
                    <a:gridCol w="915267">
                      <a:extLst>
                        <a:ext uri="{9D8B030D-6E8A-4147-A177-3AD203B41FA5}">
                          <a16:colId xmlns:a16="http://schemas.microsoft.com/office/drawing/2014/main" val="4094391380"/>
                        </a:ext>
                      </a:extLst>
                    </a:gridCol>
                    <a:gridCol w="857291">
                      <a:extLst>
                        <a:ext uri="{9D8B030D-6E8A-4147-A177-3AD203B41FA5}">
                          <a16:colId xmlns:a16="http://schemas.microsoft.com/office/drawing/2014/main" val="3619983102"/>
                        </a:ext>
                      </a:extLst>
                    </a:gridCol>
                  </a:tblGrid>
                  <a:tr h="337115">
                    <a:tc>
                      <a:txBody>
                        <a:bodyPr/>
                        <a:lstStyle/>
                        <a:p>
                          <a:r>
                            <a:rPr lang="fr-FR" dirty="0" err="1"/>
                            <a:t>Temperature</a:t>
                          </a:r>
                          <a:r>
                            <a:rPr lang="fr-FR" dirty="0"/>
                            <a:t>
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 err="1"/>
                            <a:t>Number</a:t>
                          </a:r>
                          <a:r>
                            <a:rPr lang="fr-FR" dirty="0"/>
                            <a:t> of </a:t>
                          </a:r>
                          <a:r>
                            <a:rPr lang="fr-FR" dirty="0" err="1"/>
                            <a:t>days</a:t>
                          </a:r>
                          <a:r>
                            <a:rPr lang="fr-FR" dirty="0"/>
                            <a:t>
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fr-FR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fr-FR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𝒇</m:t>
                                    </m:r>
                                  </m:e>
                                  <m:sub>
                                    <m:r>
                                      <a:rPr lang="fr-FR" b="1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  <m:sup>
                                    <m:r>
                                      <a:rPr lang="fr-FR" b="1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fr-FR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fr-FR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b="1" i="1" smtClean="0">
                                        <a:latin typeface="Cambria Math" panose="02040503050406030204" pitchFamily="18" charset="0"/>
                                      </a:rPr>
                                      <m:t>𝒇</m:t>
                                    </m:r>
                                  </m:e>
                                  <m:sub>
                                    <m:r>
                                      <a:rPr lang="fr-FR" b="1" i="1" smtClean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fr-FR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51406549"/>
                      </a:ext>
                    </a:extLst>
                  </a:tr>
                  <a:tr h="336826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40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20%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20%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97273899"/>
                      </a:ext>
                    </a:extLst>
                  </a:tr>
                  <a:tr h="336826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34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37%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17%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40744488"/>
                      </a:ext>
                    </a:extLst>
                  </a:tr>
                  <a:tr h="336826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86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80%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43%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17472185"/>
                      </a:ext>
                    </a:extLst>
                  </a:tr>
                  <a:tr h="336826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20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90%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10%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61163649"/>
                      </a:ext>
                    </a:extLst>
                  </a:tr>
                  <a:tr h="336826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20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100%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10%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67687223"/>
                      </a:ext>
                    </a:extLst>
                  </a:tr>
                  <a:tr h="336826">
                    <a:tc>
                      <a:txBody>
                        <a:bodyPr/>
                        <a:lstStyle/>
                        <a:p>
                          <a:r>
                            <a:rPr lang="fr-FR" b="1" dirty="0"/>
                            <a:t>Total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200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100%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9417085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au 5">
                <a:extLst>
                  <a:ext uri="{FF2B5EF4-FFF2-40B4-BE49-F238E27FC236}">
                    <a16:creationId xmlns:a16="http://schemas.microsoft.com/office/drawing/2014/main" id="{C5935286-E84C-4A5B-9E95-1C36A0F9B1C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23470430"/>
                  </p:ext>
                </p:extLst>
              </p:nvPr>
            </p:nvGraphicFramePr>
            <p:xfrm>
              <a:off x="180975" y="1849754"/>
              <a:ext cx="5133975" cy="256571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556544">
                      <a:extLst>
                        <a:ext uri="{9D8B030D-6E8A-4147-A177-3AD203B41FA5}">
                          <a16:colId xmlns:a16="http://schemas.microsoft.com/office/drawing/2014/main" val="3196339109"/>
                        </a:ext>
                      </a:extLst>
                    </a:gridCol>
                    <a:gridCol w="1804873">
                      <a:extLst>
                        <a:ext uri="{9D8B030D-6E8A-4147-A177-3AD203B41FA5}">
                          <a16:colId xmlns:a16="http://schemas.microsoft.com/office/drawing/2014/main" val="623701906"/>
                        </a:ext>
                      </a:extLst>
                    </a:gridCol>
                    <a:gridCol w="915267">
                      <a:extLst>
                        <a:ext uri="{9D8B030D-6E8A-4147-A177-3AD203B41FA5}">
                          <a16:colId xmlns:a16="http://schemas.microsoft.com/office/drawing/2014/main" val="4094391380"/>
                        </a:ext>
                      </a:extLst>
                    </a:gridCol>
                    <a:gridCol w="857291">
                      <a:extLst>
                        <a:ext uri="{9D8B030D-6E8A-4147-A177-3AD203B41FA5}">
                          <a16:colId xmlns:a16="http://schemas.microsoft.com/office/drawing/2014/main" val="3619983102"/>
                        </a:ext>
                      </a:extLst>
                    </a:gridCol>
                  </a:tblGrid>
                  <a:tr h="371158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Température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Nombre de jours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>
                          <a:blip r:embed="rId2"/>
                          <a:stretch>
                            <a:fillRect l="-368667" t="-8197" r="-97333" b="-61639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>
                          <a:blip r:embed="rId2"/>
                          <a:stretch>
                            <a:fillRect l="-498582" t="-8197" r="-3546" b="-61639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51406549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40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20%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20%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97273899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34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37%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17%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40744488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86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80%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43%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17472185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20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90%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10%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61163649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20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100%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10%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67687223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fr-FR" b="1" dirty="0"/>
                            <a:t>Total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200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100%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9417085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ZoneTexte 2">
                <a:extLst>
                  <a:ext uri="{FF2B5EF4-FFF2-40B4-BE49-F238E27FC236}">
                    <a16:creationId xmlns:a16="http://schemas.microsoft.com/office/drawing/2014/main" id="{CC9FE004-1C6E-4667-8710-CA96506DE21E}"/>
                  </a:ext>
                </a:extLst>
              </p:cNvPr>
              <p:cNvSpPr txBox="1"/>
              <p:nvPr/>
            </p:nvSpPr>
            <p:spPr>
              <a:xfrm>
                <a:off x="6515099" y="2295525"/>
                <a:ext cx="5591176" cy="28848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fr-FR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𝑚𝑒𝑑𝑖𝑎𝑛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fr-FR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fr-FR" b="0" i="1" dirty="0">
                  <a:latin typeface="Cambria Math" panose="02040503050406030204" pitchFamily="18" charset="0"/>
                </a:endParaRPr>
              </a:p>
              <a:p>
                <a:endParaRPr lang="fr-FR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𝑔</m:t>
                          </m:r>
                        </m:sub>
                      </m:sSub>
                      <m:r>
                        <a:rPr lang="fr-FR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fr-FR" i="1">
                          <a:latin typeface="Cambria Math" panose="02040503050406030204" pitchFamily="18" charset="0"/>
                        </a:rPr>
                        <m:t> −1.5</m:t>
                      </m:r>
                      <m:d>
                        <m:d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fr-F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fr-F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fr-FR" i="1">
                          <a:latin typeface="Cambria Math" panose="02040503050406030204" pitchFamily="18" charset="0"/>
                        </a:rPr>
                        <m:t>=−3 </m:t>
                      </m:r>
                      <m:r>
                        <a:rPr lang="fr-F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 </m:t>
                      </m:r>
                      <m:sSub>
                        <m:sSubPr>
                          <m:ctrlPr>
                            <a:rPr lang="fr-F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fr-F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𝑔</m:t>
                          </m:r>
                        </m:sub>
                      </m:sSub>
                      <m:r>
                        <a:rPr lang="fr-F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=−1=</m:t>
                      </m:r>
                      <m:r>
                        <a:rPr lang="fr-F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𝑚𝑖𝑛</m:t>
                      </m:r>
                    </m:oMath>
                  </m:oMathPara>
                </a14:m>
                <a:endParaRPr lang="fr-FR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</m:sSub>
                      <m:r>
                        <a:rPr lang="fr-FR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fr-FR" i="1">
                          <a:latin typeface="Cambria Math" panose="02040503050406030204" pitchFamily="18" charset="0"/>
                        </a:rPr>
                        <m:t>+1.5</m:t>
                      </m:r>
                      <m:d>
                        <m:d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fr-F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fr-F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fr-FR" i="1">
                          <a:latin typeface="Cambria Math" panose="02040503050406030204" pitchFamily="18" charset="0"/>
                        </a:rPr>
                        <m:t>=5 </m:t>
                      </m:r>
                      <m:r>
                        <a:rPr lang="fr-F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 </m:t>
                      </m:r>
                      <m:sSub>
                        <m:sSubPr>
                          <m:ctrlPr>
                            <a:rPr lang="fr-F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fr-F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</m:sub>
                      </m:sSub>
                      <m:r>
                        <a:rPr lang="fr-F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=3 ≠</m:t>
                      </m:r>
                      <m:r>
                        <a:rPr lang="fr-F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𝑚𝑎𝑥</m:t>
                      </m:r>
                    </m:oMath>
                  </m:oMathPara>
                </a14:m>
                <a:endParaRPr lang="fr-FR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fr-FR" dirty="0"/>
              </a:p>
              <a:p>
                <a:r>
                  <a:rPr lang="fr-FR" i="1" dirty="0">
                    <a:latin typeface="Cambria Math" panose="02040503050406030204" pitchFamily="18" charset="0"/>
                  </a:rPr>
                  <a:t>
Data have 7 as </a:t>
                </a:r>
                <a:r>
                  <a:rPr lang="en-BZ" i="1" dirty="0">
                    <a:latin typeface="Cambria Math" panose="02040503050406030204" pitchFamily="18" charset="0"/>
                  </a:rPr>
                  <a:t>outlier value</a:t>
                </a:r>
                <a:r>
                  <a:rPr lang="fr-FR" i="1" dirty="0">
                    <a:latin typeface="Cambria Math" panose="02040503050406030204" pitchFamily="18" charset="0"/>
                  </a:rPr>
                  <a:t> 
</a:t>
                </a:r>
                <a:endParaRPr lang="fr-FR" dirty="0"/>
              </a:p>
            </p:txBody>
          </p:sp>
        </mc:Choice>
        <mc:Fallback xmlns="">
          <p:sp>
            <p:nvSpPr>
              <p:cNvPr id="3" name="ZoneTexte 2">
                <a:extLst>
                  <a:ext uri="{FF2B5EF4-FFF2-40B4-BE49-F238E27FC236}">
                    <a16:creationId xmlns:a16="http://schemas.microsoft.com/office/drawing/2014/main" id="{CC9FE004-1C6E-4667-8710-CA96506DE2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15099" y="2295525"/>
                <a:ext cx="5591176" cy="2884892"/>
              </a:xfrm>
              <a:prstGeom prst="rect">
                <a:avLst/>
              </a:prstGeom>
              <a:blipFill>
                <a:blip r:embed="rId3"/>
                <a:stretch>
                  <a:fillRect l="-981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329069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59DF4AF-EB56-497F-9EC4-3792B7715C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4153"/>
            <a:ext cx="10515600" cy="1325563"/>
          </a:xfrm>
        </p:spPr>
        <p:txBody>
          <a:bodyPr/>
          <a:lstStyle/>
          <a:p>
            <a:pPr algn="ctr"/>
            <a:r>
              <a:rPr lang="fr-FR" dirty="0" err="1"/>
              <a:t>Exercise</a:t>
            </a:r>
            <a:r>
              <a:rPr lang="fr-FR" dirty="0"/>
              <a:t> 2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6DA4EC6-6600-48BE-AED2-90A0A908CF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9716"/>
            <a:ext cx="10515600" cy="4842034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sz="2900" dirty="0">
                <a:ea typeface="Cambria" panose="02040503050406030204" pitchFamily="18" charset="0"/>
              </a:rPr>
              <a:t>We studied the morning speed (i.e. measured (in Km/h) between 7am and 7.30am) of the wind over</a:t>
            </a:r>
          </a:p>
          <a:p>
            <a:pPr marL="0" indent="0">
              <a:buNone/>
            </a:pPr>
            <a:r>
              <a:rPr lang="en-US" sz="2900" dirty="0">
                <a:ea typeface="Cambria" panose="02040503050406030204" pitchFamily="18" charset="0"/>
              </a:rPr>
              <a:t> 240 days chosen </a:t>
            </a:r>
            <a:r>
              <a:rPr lang="en-US" sz="2900" dirty="0"/>
              <a:t>randomly </a:t>
            </a:r>
            <a:r>
              <a:rPr lang="en-US" sz="2900" dirty="0">
                <a:ea typeface="Cambria" panose="02040503050406030204" pitchFamily="18" charset="0"/>
              </a:rPr>
              <a:t>from the winter periods observed over the last 20 years. 
The data are represented in the following table:
</a:t>
            </a:r>
            <a:endParaRPr lang="fr-FR" sz="2900" dirty="0"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900" dirty="0"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900" dirty="0"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900" dirty="0"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900" dirty="0"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900" dirty="0"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900" dirty="0"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900" dirty="0"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900" dirty="0"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en-US" sz="2900" dirty="0">
                <a:ea typeface="Cambria" panose="02040503050406030204" pitchFamily="18" charset="0"/>
              </a:rPr>
              <a:t>
Study the existence of outliers </a:t>
            </a:r>
            <a:r>
              <a:rPr lang="en-US" sz="2300" dirty="0">
                <a:latin typeface="Cambria" panose="02040503050406030204" pitchFamily="18" charset="0"/>
                <a:ea typeface="Cambria" panose="02040503050406030204" pitchFamily="18" charset="0"/>
              </a:rPr>
              <a:t>
</a:t>
            </a:r>
            <a:endParaRPr lang="fr-FR" dirty="0"/>
          </a:p>
        </p:txBody>
      </p:sp>
      <p:graphicFrame>
        <p:nvGraphicFramePr>
          <p:cNvPr id="4" name="Tableau 3">
            <a:extLst>
              <a:ext uri="{FF2B5EF4-FFF2-40B4-BE49-F238E27FC236}">
                <a16:creationId xmlns:a16="http://schemas.microsoft.com/office/drawing/2014/main" id="{D8731FE7-289F-4569-8899-DD98785D8C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3753735"/>
              </p:ext>
            </p:extLst>
          </p:nvPr>
        </p:nvGraphicFramePr>
        <p:xfrm>
          <a:off x="5103283" y="3093244"/>
          <a:ext cx="3612092" cy="2494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0744">
                  <a:extLst>
                    <a:ext uri="{9D8B030D-6E8A-4147-A177-3AD203B41FA5}">
                      <a16:colId xmlns:a16="http://schemas.microsoft.com/office/drawing/2014/main" val="2512171411"/>
                    </a:ext>
                  </a:extLst>
                </a:gridCol>
                <a:gridCol w="1981348">
                  <a:extLst>
                    <a:ext uri="{9D8B030D-6E8A-4147-A177-3AD203B41FA5}">
                      <a16:colId xmlns:a16="http://schemas.microsoft.com/office/drawing/2014/main" val="17433617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Speed
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err="1"/>
                        <a:t>Number</a:t>
                      </a:r>
                      <a:r>
                        <a:rPr lang="fr-FR" dirty="0"/>
                        <a:t> of </a:t>
                      </a:r>
                      <a:r>
                        <a:rPr lang="fr-FR" dirty="0" err="1"/>
                        <a:t>days</a:t>
                      </a:r>
                      <a:r>
                        <a:rPr lang="fr-FR" dirty="0"/>
                        <a:t>
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34658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[0 ; 10[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42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72441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[10 ; 30[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48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64047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[30 ; 70[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90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04135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[70 ; 100[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24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82598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[100 ; 150[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36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37898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426252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385E1BDC-A9B0-4A87-82E3-F3187F69A8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0990C621-3B8B-4820-8328-D47EF7CE82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4416" y="365125"/>
            <a:ext cx="11167447" cy="2089317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159DF4AF-EB56-497F-9EC4-3792B7715C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1560" y="586822"/>
            <a:ext cx="3657600" cy="1645920"/>
          </a:xfrm>
        </p:spPr>
        <p:txBody>
          <a:bodyPr>
            <a:normAutofit/>
          </a:bodyPr>
          <a:lstStyle/>
          <a:p>
            <a:r>
              <a:rPr lang="fr-FR" sz="3200" dirty="0" err="1"/>
              <a:t>Exercise</a:t>
            </a:r>
            <a:r>
              <a:rPr lang="fr-FR" sz="3200" dirty="0"/>
              <a:t> 2 - Solution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1A2385B-1D2A-4E17-84FA-6CB7F0AAE4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408" y="1057739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E791F2F-79DB-4CC0-9FA1-001E3E91E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243541" y="1400638"/>
            <a:ext cx="14630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6DA4EC6-6600-48BE-AED2-90A0A908CF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50106" y="586822"/>
            <a:ext cx="6106742" cy="1645920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endParaRPr lang="fr-FR" sz="1800" dirty="0"/>
          </a:p>
          <a:p>
            <a:pPr marL="0" indent="0">
              <a:buNone/>
            </a:pPr>
            <a:endParaRPr lang="fr-FR" sz="180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au 3">
                <a:extLst>
                  <a:ext uri="{FF2B5EF4-FFF2-40B4-BE49-F238E27FC236}">
                    <a16:creationId xmlns:a16="http://schemas.microsoft.com/office/drawing/2014/main" id="{D8731FE7-289F-4569-8899-DD98785D8C0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97892771"/>
                  </p:ext>
                </p:extLst>
              </p:nvPr>
            </p:nvGraphicFramePr>
            <p:xfrm>
              <a:off x="554416" y="2716244"/>
              <a:ext cx="3908460" cy="366844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568338">
                      <a:extLst>
                        <a:ext uri="{9D8B030D-6E8A-4147-A177-3AD203B41FA5}">
                          <a16:colId xmlns:a16="http://schemas.microsoft.com/office/drawing/2014/main" val="2512171411"/>
                        </a:ext>
                      </a:extLst>
                    </a:gridCol>
                    <a:gridCol w="1170061">
                      <a:extLst>
                        <a:ext uri="{9D8B030D-6E8A-4147-A177-3AD203B41FA5}">
                          <a16:colId xmlns:a16="http://schemas.microsoft.com/office/drawing/2014/main" val="681406848"/>
                        </a:ext>
                      </a:extLst>
                    </a:gridCol>
                    <a:gridCol w="1170061">
                      <a:extLst>
                        <a:ext uri="{9D8B030D-6E8A-4147-A177-3AD203B41FA5}">
                          <a16:colId xmlns:a16="http://schemas.microsoft.com/office/drawing/2014/main" val="2671491569"/>
                        </a:ext>
                      </a:extLst>
                    </a:gridCol>
                  </a:tblGrid>
                  <a:tr h="487885">
                    <a:tc>
                      <a:txBody>
                        <a:bodyPr/>
                        <a:lstStyle/>
                        <a:p>
                          <a:r>
                            <a:rPr lang="fr-FR" sz="2200" dirty="0"/>
                            <a:t>Speed
</a:t>
                          </a:r>
                        </a:p>
                      </a:txBody>
                      <a:tcPr marL="111141" marR="111141" marT="55570" marB="55570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fr-FR" sz="22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fr-FR" sz="22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𝒇</m:t>
                                    </m:r>
                                  </m:e>
                                  <m:sub>
                                    <m:r>
                                      <a:rPr lang="fr-FR" sz="2200" b="1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  <m:sup>
                                    <m:r>
                                      <a:rPr lang="fr-FR" sz="2200" b="1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fr-FR" sz="2200" b="1" dirty="0"/>
                        </a:p>
                      </a:txBody>
                      <a:tcPr marL="111141" marR="111141" marT="55570" marB="55570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fr-FR" sz="2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sz="2200" b="1" i="1" smtClean="0">
                                        <a:latin typeface="Cambria Math" panose="02040503050406030204" pitchFamily="18" charset="0"/>
                                      </a:rPr>
                                      <m:t>𝒇</m:t>
                                    </m:r>
                                  </m:e>
                                  <m:sub>
                                    <m:r>
                                      <a:rPr lang="fr-FR" sz="2200" b="1" i="1" smtClean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fr-FR" sz="2200"/>
                        </a:p>
                      </a:txBody>
                      <a:tcPr marL="111141" marR="111141" marT="55570" marB="55570"/>
                    </a:tc>
                    <a:extLst>
                      <a:ext uri="{0D108BD9-81ED-4DB2-BD59-A6C34878D82A}">
                        <a16:rowId xmlns:a16="http://schemas.microsoft.com/office/drawing/2014/main" val="1533465849"/>
                      </a:ext>
                    </a:extLst>
                  </a:tr>
                  <a:tr h="481124">
                    <a:tc>
                      <a:txBody>
                        <a:bodyPr/>
                        <a:lstStyle/>
                        <a:p>
                          <a:r>
                            <a:rPr lang="fr-FR" sz="2200"/>
                            <a:t>[0 ; 10[</a:t>
                          </a:r>
                        </a:p>
                      </a:txBody>
                      <a:tcPr marL="111141" marR="111141" marT="55570" marB="55570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>
                              <a:solidFill>
                                <a:schemeClr val="tx1"/>
                              </a:solidFill>
                            </a:rPr>
                            <a:t>17.5%</a:t>
                          </a:r>
                        </a:p>
                      </a:txBody>
                      <a:tcPr marL="111141" marR="111141" marT="55570" marB="55570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>
                              <a:solidFill>
                                <a:schemeClr val="tx1"/>
                              </a:solidFill>
                            </a:rPr>
                            <a:t>17.5%</a:t>
                          </a:r>
                        </a:p>
                      </a:txBody>
                      <a:tcPr marL="111141" marR="111141" marT="55570" marB="55570"/>
                    </a:tc>
                    <a:extLst>
                      <a:ext uri="{0D108BD9-81ED-4DB2-BD59-A6C34878D82A}">
                        <a16:rowId xmlns:a16="http://schemas.microsoft.com/office/drawing/2014/main" val="3657244147"/>
                      </a:ext>
                    </a:extLst>
                  </a:tr>
                  <a:tr h="481124">
                    <a:tc>
                      <a:txBody>
                        <a:bodyPr/>
                        <a:lstStyle/>
                        <a:p>
                          <a:r>
                            <a:rPr lang="fr-FR" sz="2200"/>
                            <a:t>[10 ; 30[</a:t>
                          </a:r>
                        </a:p>
                      </a:txBody>
                      <a:tcPr marL="111141" marR="111141" marT="55570" marB="55570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 dirty="0">
                              <a:solidFill>
                                <a:schemeClr val="tx1"/>
                              </a:solidFill>
                            </a:rPr>
                            <a:t>37.5%</a:t>
                          </a:r>
                        </a:p>
                      </a:txBody>
                      <a:tcPr marL="111141" marR="111141" marT="55570" marB="55570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>
                              <a:solidFill>
                                <a:schemeClr val="tx1"/>
                              </a:solidFill>
                            </a:rPr>
                            <a:t>20%</a:t>
                          </a:r>
                        </a:p>
                      </a:txBody>
                      <a:tcPr marL="111141" marR="111141" marT="55570" marB="55570"/>
                    </a:tc>
                    <a:extLst>
                      <a:ext uri="{0D108BD9-81ED-4DB2-BD59-A6C34878D82A}">
                        <a16:rowId xmlns:a16="http://schemas.microsoft.com/office/drawing/2014/main" val="3646404715"/>
                      </a:ext>
                    </a:extLst>
                  </a:tr>
                  <a:tr h="481124">
                    <a:tc>
                      <a:txBody>
                        <a:bodyPr/>
                        <a:lstStyle/>
                        <a:p>
                          <a:r>
                            <a:rPr lang="fr-FR" sz="2200"/>
                            <a:t>[30 ; 70[</a:t>
                          </a:r>
                        </a:p>
                      </a:txBody>
                      <a:tcPr marL="111141" marR="111141" marT="55570" marB="55570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 dirty="0">
                              <a:solidFill>
                                <a:schemeClr val="tx1"/>
                              </a:solidFill>
                            </a:rPr>
                            <a:t>75%</a:t>
                          </a:r>
                        </a:p>
                      </a:txBody>
                      <a:tcPr marL="111141" marR="111141" marT="55570" marB="55570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>
                              <a:solidFill>
                                <a:schemeClr val="tx1"/>
                              </a:solidFill>
                            </a:rPr>
                            <a:t>37.5%</a:t>
                          </a:r>
                        </a:p>
                      </a:txBody>
                      <a:tcPr marL="111141" marR="111141" marT="55570" marB="55570"/>
                    </a:tc>
                    <a:extLst>
                      <a:ext uri="{0D108BD9-81ED-4DB2-BD59-A6C34878D82A}">
                        <a16:rowId xmlns:a16="http://schemas.microsoft.com/office/drawing/2014/main" val="1730413526"/>
                      </a:ext>
                    </a:extLst>
                  </a:tr>
                  <a:tr h="481124">
                    <a:tc>
                      <a:txBody>
                        <a:bodyPr/>
                        <a:lstStyle/>
                        <a:p>
                          <a:r>
                            <a:rPr lang="fr-FR" sz="2200"/>
                            <a:t>[70 ; 100[</a:t>
                          </a:r>
                        </a:p>
                      </a:txBody>
                      <a:tcPr marL="111141" marR="111141" marT="55570" marB="55570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>
                              <a:solidFill>
                                <a:schemeClr val="tx1"/>
                              </a:solidFill>
                            </a:rPr>
                            <a:t>85%</a:t>
                          </a:r>
                        </a:p>
                      </a:txBody>
                      <a:tcPr marL="111141" marR="111141" marT="55570" marB="55570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>
                              <a:solidFill>
                                <a:schemeClr val="tx1"/>
                              </a:solidFill>
                            </a:rPr>
                            <a:t>10%</a:t>
                          </a:r>
                        </a:p>
                      </a:txBody>
                      <a:tcPr marL="111141" marR="111141" marT="55570" marB="55570"/>
                    </a:tc>
                    <a:extLst>
                      <a:ext uri="{0D108BD9-81ED-4DB2-BD59-A6C34878D82A}">
                        <a16:rowId xmlns:a16="http://schemas.microsoft.com/office/drawing/2014/main" val="1218259845"/>
                      </a:ext>
                    </a:extLst>
                  </a:tr>
                  <a:tr h="481124">
                    <a:tc>
                      <a:txBody>
                        <a:bodyPr/>
                        <a:lstStyle/>
                        <a:p>
                          <a:r>
                            <a:rPr lang="fr-FR" sz="2200"/>
                            <a:t>[100 ; 150[</a:t>
                          </a:r>
                        </a:p>
                      </a:txBody>
                      <a:tcPr marL="111141" marR="111141" marT="55570" marB="55570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>
                              <a:solidFill>
                                <a:schemeClr val="tx1"/>
                              </a:solidFill>
                            </a:rPr>
                            <a:t>100%</a:t>
                          </a:r>
                        </a:p>
                      </a:txBody>
                      <a:tcPr marL="111141" marR="111141" marT="55570" marB="55570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>
                              <a:solidFill>
                                <a:schemeClr val="tx1"/>
                              </a:solidFill>
                            </a:rPr>
                            <a:t>15%</a:t>
                          </a:r>
                        </a:p>
                      </a:txBody>
                      <a:tcPr marL="111141" marR="111141" marT="55570" marB="55570"/>
                    </a:tc>
                    <a:extLst>
                      <a:ext uri="{0D108BD9-81ED-4DB2-BD59-A6C34878D82A}">
                        <a16:rowId xmlns:a16="http://schemas.microsoft.com/office/drawing/2014/main" val="2393789884"/>
                      </a:ext>
                    </a:extLst>
                  </a:tr>
                  <a:tr h="481124">
                    <a:tc>
                      <a:txBody>
                        <a:bodyPr/>
                        <a:lstStyle/>
                        <a:p>
                          <a:r>
                            <a:rPr lang="fr-FR" sz="2200" b="1"/>
                            <a:t>Total </a:t>
                          </a:r>
                        </a:p>
                      </a:txBody>
                      <a:tcPr marL="111141" marR="111141" marT="55570" marB="55570"/>
                    </a:tc>
                    <a:tc>
                      <a:txBody>
                        <a:bodyPr/>
                        <a:lstStyle/>
                        <a:p>
                          <a:endParaRPr lang="fr-FR" sz="22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11141" marR="111141" marT="55570" marB="55570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 dirty="0">
                              <a:solidFill>
                                <a:schemeClr val="tx1"/>
                              </a:solidFill>
                            </a:rPr>
                            <a:t>100%</a:t>
                          </a:r>
                        </a:p>
                      </a:txBody>
                      <a:tcPr marL="111141" marR="111141" marT="55570" marB="55570"/>
                    </a:tc>
                    <a:extLst>
                      <a:ext uri="{0D108BD9-81ED-4DB2-BD59-A6C34878D82A}">
                        <a16:rowId xmlns:a16="http://schemas.microsoft.com/office/drawing/2014/main" val="124066641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au 3">
                <a:extLst>
                  <a:ext uri="{FF2B5EF4-FFF2-40B4-BE49-F238E27FC236}">
                    <a16:creationId xmlns:a16="http://schemas.microsoft.com/office/drawing/2014/main" id="{D8731FE7-289F-4569-8899-DD98785D8C0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97892771"/>
                  </p:ext>
                </p:extLst>
              </p:nvPr>
            </p:nvGraphicFramePr>
            <p:xfrm>
              <a:off x="554416" y="2716244"/>
              <a:ext cx="3908460" cy="337462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568338">
                      <a:extLst>
                        <a:ext uri="{9D8B030D-6E8A-4147-A177-3AD203B41FA5}">
                          <a16:colId xmlns:a16="http://schemas.microsoft.com/office/drawing/2014/main" val="2512171411"/>
                        </a:ext>
                      </a:extLst>
                    </a:gridCol>
                    <a:gridCol w="1170061">
                      <a:extLst>
                        <a:ext uri="{9D8B030D-6E8A-4147-A177-3AD203B41FA5}">
                          <a16:colId xmlns:a16="http://schemas.microsoft.com/office/drawing/2014/main" val="681406848"/>
                        </a:ext>
                      </a:extLst>
                    </a:gridCol>
                    <a:gridCol w="1170061">
                      <a:extLst>
                        <a:ext uri="{9D8B030D-6E8A-4147-A177-3AD203B41FA5}">
                          <a16:colId xmlns:a16="http://schemas.microsoft.com/office/drawing/2014/main" val="2671491569"/>
                        </a:ext>
                      </a:extLst>
                    </a:gridCol>
                  </a:tblGrid>
                  <a:tr h="487885">
                    <a:tc>
                      <a:txBody>
                        <a:bodyPr/>
                        <a:lstStyle/>
                        <a:p>
                          <a:r>
                            <a:rPr lang="fr-FR" sz="2200" dirty="0"/>
                            <a:t>Vitesse</a:t>
                          </a:r>
                        </a:p>
                      </a:txBody>
                      <a:tcPr marL="111141" marR="111141" marT="55570" marB="55570"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marL="111141" marR="111141" marT="55570" marB="55570">
                        <a:blipFill>
                          <a:blip r:embed="rId2"/>
                          <a:stretch>
                            <a:fillRect l="-134197" t="-6250" r="-101554" b="-6087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marL="111141" marR="111141" marT="55570" marB="55570">
                        <a:blipFill>
                          <a:blip r:embed="rId2"/>
                          <a:stretch>
                            <a:fillRect l="-235417" t="-6250" r="-2083" b="-60875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33465849"/>
                      </a:ext>
                    </a:extLst>
                  </a:tr>
                  <a:tr h="481124">
                    <a:tc>
                      <a:txBody>
                        <a:bodyPr/>
                        <a:lstStyle/>
                        <a:p>
                          <a:r>
                            <a:rPr lang="fr-FR" sz="2200"/>
                            <a:t>[0 ; 10[</a:t>
                          </a:r>
                        </a:p>
                      </a:txBody>
                      <a:tcPr marL="111141" marR="111141" marT="55570" marB="55570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>
                              <a:solidFill>
                                <a:schemeClr val="tx1"/>
                              </a:solidFill>
                            </a:rPr>
                            <a:t>17.5%</a:t>
                          </a:r>
                        </a:p>
                      </a:txBody>
                      <a:tcPr marL="111141" marR="111141" marT="55570" marB="55570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>
                              <a:solidFill>
                                <a:schemeClr val="tx1"/>
                              </a:solidFill>
                            </a:rPr>
                            <a:t>17.5%</a:t>
                          </a:r>
                        </a:p>
                      </a:txBody>
                      <a:tcPr marL="111141" marR="111141" marT="55570" marB="55570"/>
                    </a:tc>
                    <a:extLst>
                      <a:ext uri="{0D108BD9-81ED-4DB2-BD59-A6C34878D82A}">
                        <a16:rowId xmlns:a16="http://schemas.microsoft.com/office/drawing/2014/main" val="3657244147"/>
                      </a:ext>
                    </a:extLst>
                  </a:tr>
                  <a:tr h="481124">
                    <a:tc>
                      <a:txBody>
                        <a:bodyPr/>
                        <a:lstStyle/>
                        <a:p>
                          <a:r>
                            <a:rPr lang="fr-FR" sz="2200"/>
                            <a:t>[10 ; 30[</a:t>
                          </a:r>
                        </a:p>
                      </a:txBody>
                      <a:tcPr marL="111141" marR="111141" marT="55570" marB="55570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 dirty="0">
                              <a:solidFill>
                                <a:schemeClr val="tx1"/>
                              </a:solidFill>
                            </a:rPr>
                            <a:t>37.5%</a:t>
                          </a:r>
                        </a:p>
                      </a:txBody>
                      <a:tcPr marL="111141" marR="111141" marT="55570" marB="55570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>
                              <a:solidFill>
                                <a:schemeClr val="tx1"/>
                              </a:solidFill>
                            </a:rPr>
                            <a:t>20%</a:t>
                          </a:r>
                        </a:p>
                      </a:txBody>
                      <a:tcPr marL="111141" marR="111141" marT="55570" marB="55570"/>
                    </a:tc>
                    <a:extLst>
                      <a:ext uri="{0D108BD9-81ED-4DB2-BD59-A6C34878D82A}">
                        <a16:rowId xmlns:a16="http://schemas.microsoft.com/office/drawing/2014/main" val="3646404715"/>
                      </a:ext>
                    </a:extLst>
                  </a:tr>
                  <a:tr h="481124">
                    <a:tc>
                      <a:txBody>
                        <a:bodyPr/>
                        <a:lstStyle/>
                        <a:p>
                          <a:r>
                            <a:rPr lang="fr-FR" sz="2200"/>
                            <a:t>[30 ; 70[</a:t>
                          </a:r>
                        </a:p>
                      </a:txBody>
                      <a:tcPr marL="111141" marR="111141" marT="55570" marB="55570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 dirty="0">
                              <a:solidFill>
                                <a:schemeClr val="tx1"/>
                              </a:solidFill>
                            </a:rPr>
                            <a:t>75%</a:t>
                          </a:r>
                        </a:p>
                      </a:txBody>
                      <a:tcPr marL="111141" marR="111141" marT="55570" marB="55570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>
                              <a:solidFill>
                                <a:schemeClr val="tx1"/>
                              </a:solidFill>
                            </a:rPr>
                            <a:t>37.5%</a:t>
                          </a:r>
                        </a:p>
                      </a:txBody>
                      <a:tcPr marL="111141" marR="111141" marT="55570" marB="55570"/>
                    </a:tc>
                    <a:extLst>
                      <a:ext uri="{0D108BD9-81ED-4DB2-BD59-A6C34878D82A}">
                        <a16:rowId xmlns:a16="http://schemas.microsoft.com/office/drawing/2014/main" val="1730413526"/>
                      </a:ext>
                    </a:extLst>
                  </a:tr>
                  <a:tr h="481124">
                    <a:tc>
                      <a:txBody>
                        <a:bodyPr/>
                        <a:lstStyle/>
                        <a:p>
                          <a:r>
                            <a:rPr lang="fr-FR" sz="2200"/>
                            <a:t>[70 ; 100[</a:t>
                          </a:r>
                        </a:p>
                      </a:txBody>
                      <a:tcPr marL="111141" marR="111141" marT="55570" marB="55570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>
                              <a:solidFill>
                                <a:schemeClr val="tx1"/>
                              </a:solidFill>
                            </a:rPr>
                            <a:t>85%</a:t>
                          </a:r>
                        </a:p>
                      </a:txBody>
                      <a:tcPr marL="111141" marR="111141" marT="55570" marB="55570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>
                              <a:solidFill>
                                <a:schemeClr val="tx1"/>
                              </a:solidFill>
                            </a:rPr>
                            <a:t>10%</a:t>
                          </a:r>
                        </a:p>
                      </a:txBody>
                      <a:tcPr marL="111141" marR="111141" marT="55570" marB="55570"/>
                    </a:tc>
                    <a:extLst>
                      <a:ext uri="{0D108BD9-81ED-4DB2-BD59-A6C34878D82A}">
                        <a16:rowId xmlns:a16="http://schemas.microsoft.com/office/drawing/2014/main" val="1218259845"/>
                      </a:ext>
                    </a:extLst>
                  </a:tr>
                  <a:tr h="481124">
                    <a:tc>
                      <a:txBody>
                        <a:bodyPr/>
                        <a:lstStyle/>
                        <a:p>
                          <a:r>
                            <a:rPr lang="fr-FR" sz="2200"/>
                            <a:t>[100 ; 150[</a:t>
                          </a:r>
                        </a:p>
                      </a:txBody>
                      <a:tcPr marL="111141" marR="111141" marT="55570" marB="55570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>
                              <a:solidFill>
                                <a:schemeClr val="tx1"/>
                              </a:solidFill>
                            </a:rPr>
                            <a:t>100%</a:t>
                          </a:r>
                        </a:p>
                      </a:txBody>
                      <a:tcPr marL="111141" marR="111141" marT="55570" marB="55570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>
                              <a:solidFill>
                                <a:schemeClr val="tx1"/>
                              </a:solidFill>
                            </a:rPr>
                            <a:t>15%</a:t>
                          </a:r>
                        </a:p>
                      </a:txBody>
                      <a:tcPr marL="111141" marR="111141" marT="55570" marB="55570"/>
                    </a:tc>
                    <a:extLst>
                      <a:ext uri="{0D108BD9-81ED-4DB2-BD59-A6C34878D82A}">
                        <a16:rowId xmlns:a16="http://schemas.microsoft.com/office/drawing/2014/main" val="2393789884"/>
                      </a:ext>
                    </a:extLst>
                  </a:tr>
                  <a:tr h="481124">
                    <a:tc>
                      <a:txBody>
                        <a:bodyPr/>
                        <a:lstStyle/>
                        <a:p>
                          <a:r>
                            <a:rPr lang="fr-FR" sz="2200" b="1"/>
                            <a:t>Total </a:t>
                          </a:r>
                        </a:p>
                      </a:txBody>
                      <a:tcPr marL="111141" marR="111141" marT="55570" marB="55570"/>
                    </a:tc>
                    <a:tc>
                      <a:txBody>
                        <a:bodyPr/>
                        <a:lstStyle/>
                        <a:p>
                          <a:endParaRPr lang="fr-FR" sz="22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11141" marR="111141" marT="55570" marB="55570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 dirty="0">
                              <a:solidFill>
                                <a:schemeClr val="tx1"/>
                              </a:solidFill>
                            </a:rPr>
                            <a:t>100%</a:t>
                          </a:r>
                        </a:p>
                      </a:txBody>
                      <a:tcPr marL="111141" marR="111141" marT="55570" marB="55570"/>
                    </a:tc>
                    <a:extLst>
                      <a:ext uri="{0D108BD9-81ED-4DB2-BD59-A6C34878D82A}">
                        <a16:rowId xmlns:a16="http://schemas.microsoft.com/office/drawing/2014/main" val="124066641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ZoneTexte 4">
                <a:extLst>
                  <a:ext uri="{FF2B5EF4-FFF2-40B4-BE49-F238E27FC236}">
                    <a16:creationId xmlns:a16="http://schemas.microsoft.com/office/drawing/2014/main" id="{D7B24147-55AB-4BC4-B183-ED51FCA4DB97}"/>
                  </a:ext>
                </a:extLst>
              </p:cNvPr>
              <p:cNvSpPr txBox="1"/>
              <p:nvPr/>
            </p:nvSpPr>
            <p:spPr>
              <a:xfrm>
                <a:off x="5638800" y="2971800"/>
                <a:ext cx="6161815" cy="36918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=10+</m:t>
                      </m:r>
                      <m:d>
                        <m:d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30 −10</m:t>
                          </m:r>
                        </m:e>
                      </m:d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 </m:t>
                      </m:r>
                      <m:f>
                        <m:fPr>
                          <m:ctrlP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(0.25 −0.175)</m:t>
                          </m:r>
                        </m:num>
                        <m:den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(0.375 −0.175)</m:t>
                          </m:r>
                        </m:den>
                      </m:f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=17.5</m:t>
                      </m:r>
                    </m:oMath>
                  </m:oMathPara>
                </a14:m>
                <a:endParaRPr lang="fr-FR" b="0" dirty="0">
                  <a:ea typeface="Cambria Math" panose="02040503050406030204" pitchFamily="18" charset="0"/>
                </a:endParaRPr>
              </a:p>
              <a:p>
                <a:endParaRPr lang="fr-FR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𝑚𝑒𝑑𝑖𝑎𝑛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=30+</m:t>
                      </m:r>
                      <m:d>
                        <m:d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70 −30</m:t>
                          </m:r>
                        </m:e>
                      </m:d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 </m:t>
                      </m:r>
                      <m:f>
                        <m:fPr>
                          <m:ctrlP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(0.5 −0.375)</m:t>
                          </m:r>
                        </m:num>
                        <m:den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(0.75 −0.375)</m:t>
                          </m:r>
                        </m:den>
                      </m:f>
                      <m:r>
                        <a:rPr lang="fr-FR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r>
                        <a:rPr lang="fr-F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43.33</m:t>
                      </m:r>
                    </m:oMath>
                  </m:oMathPara>
                </a14:m>
                <a:endParaRPr lang="fr-FR" dirty="0"/>
              </a:p>
              <a:p>
                <a:endParaRPr lang="fr-FR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=70+</m:t>
                      </m:r>
                      <m:d>
                        <m:d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100 −70</m:t>
                          </m:r>
                        </m:e>
                      </m:d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 </m:t>
                      </m:r>
                      <m:f>
                        <m:fPr>
                          <m:ctrlP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(0.75 −0.75)</m:t>
                          </m:r>
                        </m:num>
                        <m:den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(0.85 −0.75)</m:t>
                          </m:r>
                        </m:den>
                      </m:f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=70</m:t>
                      </m:r>
                    </m:oMath>
                  </m:oMathPara>
                </a14:m>
                <a:endParaRPr lang="fr-FR" dirty="0"/>
              </a:p>
              <a:p>
                <a:endParaRPr lang="fr-FR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sub>
                      </m:sSub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 −1.5</m:t>
                      </m:r>
                      <m:d>
                        <m:d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fr-F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fr-F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fr-FR" i="1">
                          <a:latin typeface="Cambria Math" panose="02040503050406030204" pitchFamily="18" charset="0"/>
                        </a:rPr>
                        <m:t>61.25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 </m:t>
                      </m:r>
                      <m:sSub>
                        <m:sSubPr>
                          <m:ctrlP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𝑔</m:t>
                          </m:r>
                        </m:sub>
                      </m:sSub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=0=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𝑚𝑖𝑛</m:t>
                      </m:r>
                    </m:oMath>
                  </m:oMathPara>
                </a14:m>
                <a:endParaRPr lang="fr-FR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</m:sSub>
                      <m:r>
                        <a:rPr lang="fr-FR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fr-FR" i="1">
                          <a:latin typeface="Cambria Math" panose="02040503050406030204" pitchFamily="18" charset="0"/>
                        </a:rPr>
                        <m:t>1.5</m:t>
                      </m:r>
                      <m:d>
                        <m:d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fr-F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fr-F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fr-FR" i="1">
                          <a:latin typeface="Cambria Math" panose="02040503050406030204" pitchFamily="18" charset="0"/>
                        </a:rPr>
                        <m:t>=148.75</m:t>
                      </m:r>
                      <m:r>
                        <a:rPr lang="fr-F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 </m:t>
                      </m:r>
                      <m:sSub>
                        <m:sSubPr>
                          <m:ctrlPr>
                            <a:rPr lang="fr-F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</m:sub>
                      </m:sSub>
                      <m:r>
                        <a:rPr lang="fr-F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100 ≠</m:t>
                      </m:r>
                      <m:r>
                        <a:rPr lang="fr-F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𝑚𝑎𝑥</m:t>
                      </m:r>
                    </m:oMath>
                  </m:oMathPara>
                </a14:m>
                <a:endParaRPr lang="fr-FR" i="1" dirty="0">
                  <a:latin typeface="Cambria Math" panose="02040503050406030204" pitchFamily="18" charset="0"/>
                </a:endParaRPr>
              </a:p>
              <a:p>
                <a:endParaRPr lang="fr-FR" dirty="0"/>
              </a:p>
              <a:p>
                <a:r>
                  <a:rPr lang="fr-FR" dirty="0">
                    <a:latin typeface="Cambria" panose="02040503050406030204" pitchFamily="18" charset="0"/>
                    <a:ea typeface="Cambria" panose="02040503050406030204" pitchFamily="18" charset="0"/>
                  </a:rPr>
                  <a:t>The class [100, 150[ </a:t>
                </a:r>
                <a:r>
                  <a:rPr lang="en-CA" dirty="0">
                    <a:latin typeface="Cambria" panose="02040503050406030204" pitchFamily="18" charset="0"/>
                    <a:ea typeface="Cambria" panose="02040503050406030204" pitchFamily="18" charset="0"/>
                  </a:rPr>
                  <a:t>is considered as outlier</a:t>
                </a:r>
              </a:p>
            </p:txBody>
          </p:sp>
        </mc:Choice>
        <mc:Fallback xmlns="">
          <p:sp>
            <p:nvSpPr>
              <p:cNvPr id="5" name="ZoneTexte 4">
                <a:extLst>
                  <a:ext uri="{FF2B5EF4-FFF2-40B4-BE49-F238E27FC236}">
                    <a16:creationId xmlns:a16="http://schemas.microsoft.com/office/drawing/2014/main" id="{D7B24147-55AB-4BC4-B183-ED51FCA4DB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8800" y="2971800"/>
                <a:ext cx="6161815" cy="3691844"/>
              </a:xfrm>
              <a:prstGeom prst="rect">
                <a:avLst/>
              </a:prstGeom>
              <a:blipFill>
                <a:blip r:embed="rId3"/>
                <a:stretch>
                  <a:fillRect l="-2275" b="-2810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00507792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212</TotalTime>
  <Words>394</Words>
  <Application>Microsoft Office PowerPoint</Application>
  <PresentationFormat>Grand écran</PresentationFormat>
  <Paragraphs>120</Paragraphs>
  <Slides>5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5</vt:i4>
      </vt:variant>
    </vt:vector>
  </HeadingPairs>
  <TitlesOfParts>
    <vt:vector size="11" baseType="lpstr">
      <vt:lpstr>Arial</vt:lpstr>
      <vt:lpstr>Calibri</vt:lpstr>
      <vt:lpstr>Calibri Light</vt:lpstr>
      <vt:lpstr>Cambria</vt:lpstr>
      <vt:lpstr>Cambria Math</vt:lpstr>
      <vt:lpstr>Thème Office</vt:lpstr>
      <vt:lpstr>Data Description </vt:lpstr>
      <vt:lpstr>Exercise 1</vt:lpstr>
      <vt:lpstr>Exercise 1 - Solution</vt:lpstr>
      <vt:lpstr>Exercise 2</vt:lpstr>
      <vt:lpstr>Exercise 2 - Solution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Description </dc:title>
  <dc:creator>KACHOUR Maher</dc:creator>
  <cp:lastModifiedBy>KACHOUR Maher</cp:lastModifiedBy>
  <cp:revision>1</cp:revision>
  <dcterms:created xsi:type="dcterms:W3CDTF">2021-10-14T08:08:29Z</dcterms:created>
  <dcterms:modified xsi:type="dcterms:W3CDTF">2021-10-16T15:42:26Z</dcterms:modified>
</cp:coreProperties>
</file>