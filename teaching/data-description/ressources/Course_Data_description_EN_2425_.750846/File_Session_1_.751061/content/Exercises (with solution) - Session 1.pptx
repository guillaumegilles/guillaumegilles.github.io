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6F837-1C8E-4FB7-834B-458ACF236868}" v="2" dt="2021-10-14T10:14:43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1516F837-1C8E-4FB7-834B-458ACF236868}"/>
    <pc:docChg chg="modSld">
      <pc:chgData name="KACHOUR Maher" userId="09775c39-7739-40bf-ba04-c8ef3ab24a94" providerId="ADAL" clId="{1516F837-1C8E-4FB7-834B-458ACF236868}" dt="2021-10-14T16:12:28.700" v="121" actId="20577"/>
      <pc:docMkLst>
        <pc:docMk/>
      </pc:docMkLst>
      <pc:sldChg chg="modSp mod">
        <pc:chgData name="KACHOUR Maher" userId="09775c39-7739-40bf-ba04-c8ef3ab24a94" providerId="ADAL" clId="{1516F837-1C8E-4FB7-834B-458ACF236868}" dt="2021-10-14T10:14:00.317" v="44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516F837-1C8E-4FB7-834B-458ACF236868}" dt="2021-10-14T10:12:46.658" v="12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516F837-1C8E-4FB7-834B-458ACF236868}" dt="2021-10-14T10:13:36.060" v="27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1516F837-1C8E-4FB7-834B-458ACF236868}" dt="2021-10-14T10:14:00.317" v="44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2:42.309" v="10" actId="20577"/>
        <pc:sldMkLst>
          <pc:docMk/>
          <pc:sldMk cId="0" sldId="257"/>
        </pc:sldMkLst>
        <pc:spChg chg="mod">
          <ac:chgData name="KACHOUR Maher" userId="09775c39-7739-40bf-ba04-c8ef3ab24a94" providerId="ADAL" clId="{1516F837-1C8E-4FB7-834B-458ACF236868}" dt="2021-10-14T10:12:42.309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516F837-1C8E-4FB7-834B-458ACF236868}" dt="2021-10-14T10:16:08.792" v="117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516F837-1C8E-4FB7-834B-458ACF236868}" dt="2021-10-14T10:16:08.792" v="117" actId="20577"/>
          <ac:spMkLst>
            <pc:docMk/>
            <pc:sldMk cId="1632906986" sldId="258"/>
            <ac:spMk id="2" creationId="{A4AEDEBA-6FE9-4F23-B02B-9FB71BC17484}"/>
          </ac:spMkLst>
        </pc:spChg>
        <pc:graphicFrameChg chg="modGraphic">
          <ac:chgData name="KACHOUR Maher" userId="09775c39-7739-40bf-ba04-c8ef3ab24a94" providerId="ADAL" clId="{1516F837-1C8E-4FB7-834B-458ACF236868}" dt="2021-10-14T10:14:21.481" v="60" actId="20577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5:29.617" v="92" actId="20577"/>
        <pc:sldMkLst>
          <pc:docMk/>
          <pc:sldMk cId="3342625250" sldId="259"/>
        </pc:sldMkLst>
        <pc:spChg chg="mod">
          <ac:chgData name="KACHOUR Maher" userId="09775c39-7739-40bf-ba04-c8ef3ab24a94" providerId="ADAL" clId="{1516F837-1C8E-4FB7-834B-458ACF236868}" dt="2021-10-14T10:14:31.010" v="6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1516F837-1C8E-4FB7-834B-458ACF236868}" dt="2021-10-14T10:15:29.617" v="92" actId="20577"/>
          <ac:spMkLst>
            <pc:docMk/>
            <pc:sldMk cId="3342625250" sldId="259"/>
            <ac:spMk id="3" creationId="{86DA4EC6-6600-48BE-AED2-90A0A908CF8F}"/>
          </ac:spMkLst>
        </pc:spChg>
        <pc:graphicFrameChg chg="modGraphic">
          <ac:chgData name="KACHOUR Maher" userId="09775c39-7739-40bf-ba04-c8ef3ab24a94" providerId="ADAL" clId="{1516F837-1C8E-4FB7-834B-458ACF236868}" dt="2021-10-14T10:15:08.492" v="81" actId="20577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6:12:28.700" v="121" actId="20577"/>
        <pc:sldMkLst>
          <pc:docMk/>
          <pc:sldMk cId="962425727" sldId="260"/>
        </pc:sldMkLst>
        <pc:spChg chg="mod">
          <ac:chgData name="KACHOUR Maher" userId="09775c39-7739-40bf-ba04-c8ef3ab24a94" providerId="ADAL" clId="{1516F837-1C8E-4FB7-834B-458ACF236868}" dt="2021-10-14T10:16:15.095" v="119" actId="20577"/>
          <ac:spMkLst>
            <pc:docMk/>
            <pc:sldMk cId="962425727" sldId="260"/>
            <ac:spMk id="2" creationId="{159DF4AF-EB56-497F-9EC4-3792B7715C09}"/>
          </ac:spMkLst>
        </pc:spChg>
        <pc:graphicFrameChg chg="modGraphic">
          <ac:chgData name="KACHOUR Maher" userId="09775c39-7739-40bf-ba04-c8ef3ab24a94" providerId="ADAL" clId="{1516F837-1C8E-4FB7-834B-458ACF236868}" dt="2021-10-14T16:12:28.700" v="121" actId="20577"/>
          <ac:graphicFrameMkLst>
            <pc:docMk/>
            <pc:sldMk cId="962425727" sldId="260"/>
            <ac:graphicFrameMk id="4" creationId="{D8731FE7-289F-4569-8899-DD98785D8C0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1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studied the morning temperature (i.e. measured between 7am and 7.30am) over 100 days chosen randomly from the periods of winter observed for the last 20 years. 
Complete the following table: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087216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Numbre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087216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Numbre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794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225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8097"/>
                  </p:ext>
                </p:extLst>
              </p:nvPr>
            </p:nvGraphicFramePr>
            <p:xfrm>
              <a:off x="2031999" y="2686050"/>
              <a:ext cx="8128002" cy="25961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09776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019175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95461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8097"/>
                  </p:ext>
                </p:extLst>
              </p:nvPr>
            </p:nvGraphicFramePr>
            <p:xfrm>
              <a:off x="2031999" y="2686050"/>
              <a:ext cx="8128002" cy="25961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09776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019175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95461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1158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36905" t="-8197" r="-360119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70513" t="-8197" r="-287821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8197" r="-101345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8197" r="-1802" b="-6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We studied the morning speed (i.e. measured (in Km/h) between 7am and 7.30am) of the wind on n days chosen randomly from the periods of winter observed for the last 20 years. 
Complete the following table:
</a:t>
            </a: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557736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557736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345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180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8743480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62.5%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85%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25%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8743480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345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180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62.5%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85%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25%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24257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304</Words>
  <Application>Microsoft Office PowerPoint</Application>
  <PresentationFormat>Grand écran</PresentationFormat>
  <Paragraphs>121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2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2021-10-14T16:12:46Z</dcterms:modified>
</cp:coreProperties>
</file>