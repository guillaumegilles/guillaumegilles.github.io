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5" r:id="rId4"/>
    <p:sldId id="266" r:id="rId5"/>
    <p:sldId id="259" r:id="rId6"/>
    <p:sldId id="267" r:id="rId7"/>
    <p:sldId id="268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EBF9EB-6199-4114-8746-3F6241EFACE9}" v="1" dt="2021-10-15T13:00:22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1DA53DD8-B3E4-4039-B56F-E5EF414AC823}"/>
    <pc:docChg chg="custSel modSld">
      <pc:chgData name="KACHOUR Maher" userId="09775c39-7739-40bf-ba04-c8ef3ab24a94" providerId="ADAL" clId="{1DA53DD8-B3E4-4039-B56F-E5EF414AC823}" dt="2021-10-15T12:58:26.227" v="10" actId="1076"/>
      <pc:docMkLst>
        <pc:docMk/>
      </pc:docMkLst>
      <pc:sldChg chg="modSp mod">
        <pc:chgData name="KACHOUR Maher" userId="09775c39-7739-40bf-ba04-c8ef3ab24a94" providerId="ADAL" clId="{1DA53DD8-B3E4-4039-B56F-E5EF414AC823}" dt="2021-10-15T12:57:00.575" v="1" actId="20577"/>
        <pc:sldMkLst>
          <pc:docMk/>
          <pc:sldMk cId="3884457258" sldId="256"/>
        </pc:sldMkLst>
        <pc:spChg chg="mod">
          <ac:chgData name="KACHOUR Maher" userId="09775c39-7739-40bf-ba04-c8ef3ab24a94" providerId="ADAL" clId="{1DA53DD8-B3E4-4039-B56F-E5EF414AC823}" dt="2021-10-15T12:57:00.575" v="1" actId="20577"/>
          <ac:spMkLst>
            <pc:docMk/>
            <pc:sldMk cId="3884457258" sldId="256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1DA53DD8-B3E4-4039-B56F-E5EF414AC823}" dt="2021-10-15T12:57:36.547" v="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DA53DD8-B3E4-4039-B56F-E5EF414AC823}" dt="2021-10-15T12:57:36.547" v="3" actId="20577"/>
          <ac:spMkLst>
            <pc:docMk/>
            <pc:sldMk cId="1632906986" sldId="258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1DA53DD8-B3E4-4039-B56F-E5EF414AC823}" dt="2021-10-15T12:58:26.227" v="10" actId="1076"/>
        <pc:sldMkLst>
          <pc:docMk/>
          <pc:sldMk cId="3342625250" sldId="259"/>
        </pc:sldMkLst>
        <pc:spChg chg="mod">
          <ac:chgData name="KACHOUR Maher" userId="09775c39-7739-40bf-ba04-c8ef3ab24a94" providerId="ADAL" clId="{1DA53DD8-B3E4-4039-B56F-E5EF414AC823}" dt="2021-10-15T12:58:17.625" v="8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1DA53DD8-B3E4-4039-B56F-E5EF414AC823}" dt="2021-10-15T12:58:26.227" v="10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1DA53DD8-B3E4-4039-B56F-E5EF414AC823}" dt="2021-10-15T12:57:53.724" v="5" actId="20577"/>
        <pc:sldMkLst>
          <pc:docMk/>
          <pc:sldMk cId="290671189" sldId="263"/>
        </pc:sldMkLst>
        <pc:spChg chg="mod">
          <ac:chgData name="KACHOUR Maher" userId="09775c39-7739-40bf-ba04-c8ef3ab24a94" providerId="ADAL" clId="{1DA53DD8-B3E4-4039-B56F-E5EF414AC823}" dt="2021-10-15T12:57:53.724" v="5" actId="20577"/>
          <ac:spMkLst>
            <pc:docMk/>
            <pc:sldMk cId="290671189" sldId="263"/>
            <ac:spMk id="2" creationId="{A4AEDEBA-6FE9-4F23-B02B-9FB71BC17484}"/>
          </ac:spMkLst>
        </pc:sp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7EBF9EB-6199-4114-8746-3F6241EFACE9}"/>
    <pc:docChg chg="custSel addSld delSld modSld sldOrd">
      <pc:chgData name="KACHOUR Maher" userId="09775c39-7739-40bf-ba04-c8ef3ab24a94" providerId="ADAL" clId="{A7EBF9EB-6199-4114-8746-3F6241EFACE9}" dt="2021-10-16T15:51:54.808" v="35" actId="6549"/>
      <pc:docMkLst>
        <pc:docMk/>
      </pc:docMkLst>
      <pc:sldChg chg="modSp mod">
        <pc:chgData name="KACHOUR Maher" userId="09775c39-7739-40bf-ba04-c8ef3ab24a94" providerId="ADAL" clId="{A7EBF9EB-6199-4114-8746-3F6241EFACE9}" dt="2021-10-16T15:51:36.775" v="3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A7EBF9EB-6199-4114-8746-3F6241EFACE9}" dt="2021-10-16T15:51:36.775" v="3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7EBF9EB-6199-4114-8746-3F6241EFACE9}" dt="2021-10-16T15:51:26.884" v="28" actId="20577"/>
        <pc:sldMkLst>
          <pc:docMk/>
          <pc:sldMk cId="0" sldId="257"/>
        </pc:sldMkLst>
        <pc:spChg chg="mod">
          <ac:chgData name="KACHOUR Maher" userId="09775c39-7739-40bf-ba04-c8ef3ab24a94" providerId="ADAL" clId="{A7EBF9EB-6199-4114-8746-3F6241EFACE9}" dt="2021-10-16T15:51:26.884" v="28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KACHOUR Maher" userId="09775c39-7739-40bf-ba04-c8ef3ab24a94" providerId="ADAL" clId="{A7EBF9EB-6199-4114-8746-3F6241EFACE9}" dt="2021-10-15T13:00:37.507" v="10" actId="47"/>
        <pc:sldMkLst>
          <pc:docMk/>
          <pc:sldMk cId="1632906986" sldId="258"/>
        </pc:sldMkLst>
      </pc:sldChg>
      <pc:sldChg chg="modSp mod">
        <pc:chgData name="KACHOUR Maher" userId="09775c39-7739-40bf-ba04-c8ef3ab24a94" providerId="ADAL" clId="{A7EBF9EB-6199-4114-8746-3F6241EFACE9}" dt="2021-10-16T15:51:54.808" v="35" actId="6549"/>
        <pc:sldMkLst>
          <pc:docMk/>
          <pc:sldMk cId="3342625250" sldId="259"/>
        </pc:sldMkLst>
        <pc:spChg chg="mod">
          <ac:chgData name="KACHOUR Maher" userId="09775c39-7739-40bf-ba04-c8ef3ab24a94" providerId="ADAL" clId="{A7EBF9EB-6199-4114-8746-3F6241EFACE9}" dt="2021-10-16T15:51:54.808" v="35" actId="6549"/>
          <ac:spMkLst>
            <pc:docMk/>
            <pc:sldMk cId="3342625250" sldId="259"/>
            <ac:spMk id="3" creationId="{86DA4EC6-6600-48BE-AED2-90A0A908CF8F}"/>
          </ac:spMkLst>
        </pc:spChg>
      </pc:sldChg>
      <pc:sldChg chg="del">
        <pc:chgData name="KACHOUR Maher" userId="09775c39-7739-40bf-ba04-c8ef3ab24a94" providerId="ADAL" clId="{A7EBF9EB-6199-4114-8746-3F6241EFACE9}" dt="2021-10-15T13:00:50.735" v="15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A7EBF9EB-6199-4114-8746-3F6241EFACE9}" dt="2021-10-15T13:00:40.795" v="11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A7EBF9EB-6199-4114-8746-3F6241EFACE9}" dt="2021-10-15T13:00:52.894" v="16" actId="47"/>
        <pc:sldMkLst>
          <pc:docMk/>
          <pc:sldMk cId="385761548" sldId="264"/>
        </pc:sldMkLst>
      </pc:sldChg>
      <pc:sldChg chg="addSp delSp modSp new mod">
        <pc:chgData name="KACHOUR Maher" userId="09775c39-7739-40bf-ba04-c8ef3ab24a94" providerId="ADAL" clId="{A7EBF9EB-6199-4114-8746-3F6241EFACE9}" dt="2021-10-15T13:00:29.587" v="8" actId="1076"/>
        <pc:sldMkLst>
          <pc:docMk/>
          <pc:sldMk cId="339078111" sldId="265"/>
        </pc:sldMkLst>
        <pc:spChg chg="mod">
          <ac:chgData name="KACHOUR Maher" userId="09775c39-7739-40bf-ba04-c8ef3ab24a94" providerId="ADAL" clId="{A7EBF9EB-6199-4114-8746-3F6241EFACE9}" dt="2021-10-15T13:00:07.315" v="4" actId="20577"/>
          <ac:spMkLst>
            <pc:docMk/>
            <pc:sldMk cId="339078111" sldId="265"/>
            <ac:spMk id="2" creationId="{F800BBCD-8647-489E-876D-9FC3AC88BD2B}"/>
          </ac:spMkLst>
        </pc:spChg>
        <pc:spChg chg="del">
          <ac:chgData name="KACHOUR Maher" userId="09775c39-7739-40bf-ba04-c8ef3ab24a94" providerId="ADAL" clId="{A7EBF9EB-6199-4114-8746-3F6241EFACE9}" dt="2021-10-15T13:00:12.119" v="5" actId="478"/>
          <ac:spMkLst>
            <pc:docMk/>
            <pc:sldMk cId="339078111" sldId="265"/>
            <ac:spMk id="3" creationId="{69052FC6-DF1B-44EE-8139-D1CF4528E7BA}"/>
          </ac:spMkLst>
        </pc:spChg>
        <pc:spChg chg="add mod">
          <ac:chgData name="KACHOUR Maher" userId="09775c39-7739-40bf-ba04-c8ef3ab24a94" providerId="ADAL" clId="{A7EBF9EB-6199-4114-8746-3F6241EFACE9}" dt="2021-10-15T13:00:29.587" v="8" actId="1076"/>
          <ac:spMkLst>
            <pc:docMk/>
            <pc:sldMk cId="339078111" sldId="265"/>
            <ac:spMk id="4" creationId="{A49DE853-D406-4447-A840-2A66FF0950EC}"/>
          </ac:spMkLst>
        </pc:spChg>
      </pc:sldChg>
      <pc:sldChg chg="add">
        <pc:chgData name="KACHOUR Maher" userId="09775c39-7739-40bf-ba04-c8ef3ab24a94" providerId="ADAL" clId="{A7EBF9EB-6199-4114-8746-3F6241EFACE9}" dt="2021-10-15T13:00:34.770" v="9" actId="2890"/>
        <pc:sldMkLst>
          <pc:docMk/>
          <pc:sldMk cId="1031168437" sldId="266"/>
        </pc:sldMkLst>
      </pc:sldChg>
      <pc:sldChg chg="add ord">
        <pc:chgData name="KACHOUR Maher" userId="09775c39-7739-40bf-ba04-c8ef3ab24a94" providerId="ADAL" clId="{A7EBF9EB-6199-4114-8746-3F6241EFACE9}" dt="2021-10-15T13:00:46.716" v="14"/>
        <pc:sldMkLst>
          <pc:docMk/>
          <pc:sldMk cId="2122603051" sldId="267"/>
        </pc:sldMkLst>
      </pc:sldChg>
      <pc:sldChg chg="add">
        <pc:chgData name="KACHOUR Maher" userId="09775c39-7739-40bf-ba04-c8ef3ab24a94" providerId="ADAL" clId="{A7EBF9EB-6199-4114-8746-3F6241EFACE9}" dt="2021-10-15T13:00:55.587" v="17" actId="2890"/>
        <pc:sldMkLst>
          <pc:docMk/>
          <pc:sldMk cId="875336150" sldId="268"/>
        </pc:sldMkLst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7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coefficient of variation 
Calculate the relative interquartile coefficient 
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Frequency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BBCD-8647-489E-876D-9FC3AC88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9DE853-D406-4447-A840-2A66FF0950EC}"/>
              </a:ext>
            </a:extLst>
          </p:cNvPr>
          <p:cNvSpPr txBox="1"/>
          <p:nvPr/>
        </p:nvSpPr>
        <p:spPr>
          <a:xfrm>
            <a:off x="838200" y="1690688"/>
            <a:ext cx="10439400" cy="456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078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BBCD-8647-489E-876D-9FC3AC88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9DE853-D406-4447-A840-2A66FF0950EC}"/>
              </a:ext>
            </a:extLst>
          </p:cNvPr>
          <p:cNvSpPr txBox="1"/>
          <p:nvPr/>
        </p:nvSpPr>
        <p:spPr>
          <a:xfrm>
            <a:off x="838200" y="1690688"/>
            <a:ext cx="10439400" cy="456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1168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</a:t>
            </a:r>
            <a:r>
              <a:rPr lang="en-US" sz="2400">
                <a:latin typeface="Cambria" panose="02040503050406030204" pitchFamily="18" charset="0"/>
                <a:ea typeface="Cambria" panose="02040503050406030204" pitchFamily="18" charset="0"/>
              </a:rPr>
              <a:t>the wind</a:t>
            </a:r>
          </a:p>
          <a:p>
            <a:pPr marL="0" indent="0">
              <a:buNone/>
            </a:pPr>
            <a:r>
              <a:rPr lang="en-US" sz="2400">
                <a:latin typeface="Cambria" panose="02040503050406030204" pitchFamily="18" charset="0"/>
                <a:ea typeface="Cambria" panose="02040503050406030204" pitchFamily="18" charset="0"/>
              </a:rPr>
              <a:t>over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240 days chosen </a:t>
            </a:r>
            <a:r>
              <a:rPr lang="en-US" sz="2400" dirty="0"/>
              <a:t>randomly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 the coefficient of variation 
Calculate the relative interquartile coefficient 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244432"/>
              </p:ext>
            </p:extLst>
          </p:nvPr>
        </p:nvGraphicFramePr>
        <p:xfrm>
          <a:off x="5146826" y="2850753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263684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BBCD-8647-489E-876D-9FC3AC88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9DE853-D406-4447-A840-2A66FF0950EC}"/>
              </a:ext>
            </a:extLst>
          </p:cNvPr>
          <p:cNvSpPr txBox="1"/>
          <p:nvPr/>
        </p:nvSpPr>
        <p:spPr>
          <a:xfrm>
            <a:off x="838200" y="1690688"/>
            <a:ext cx="10439400" cy="456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2603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BBCD-8647-489E-876D-9FC3AC88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9DE853-D406-4447-A840-2A66FF0950EC}"/>
              </a:ext>
            </a:extLst>
          </p:cNvPr>
          <p:cNvSpPr txBox="1"/>
          <p:nvPr/>
        </p:nvSpPr>
        <p:spPr>
          <a:xfrm>
            <a:off x="838200" y="1690688"/>
            <a:ext cx="10439400" cy="456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53361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189</Words>
  <Application>Microsoft Office PowerPoint</Application>
  <PresentationFormat>Grand écran</PresentationFormat>
  <Paragraphs>56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Thème Office</vt:lpstr>
      <vt:lpstr>Data Description </vt:lpstr>
      <vt:lpstr>Exercise 1</vt:lpstr>
      <vt:lpstr>Note</vt:lpstr>
      <vt:lpstr>Note</vt:lpstr>
      <vt:lpstr>Exercice 2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2021-10-16T15:51:57Z</dcterms:modified>
</cp:coreProperties>
</file>