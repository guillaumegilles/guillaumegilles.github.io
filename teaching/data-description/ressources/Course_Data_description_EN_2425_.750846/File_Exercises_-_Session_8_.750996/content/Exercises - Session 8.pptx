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5" r:id="rId4"/>
    <p:sldId id="266" r:id="rId5"/>
    <p:sldId id="259" r:id="rId6"/>
    <p:sldId id="267" r:id="rId7"/>
    <p:sldId id="26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E3991-B067-4709-9A00-F41093D98B8A}" v="1" dt="2021-10-15T13:53:06.9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6:04.484" v="332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D28E3991-B067-4709-9A00-F41093D98B8A}"/>
    <pc:docChg chg="custSel addSld delSld modSld sldOrd">
      <pc:chgData name="KACHOUR Maher" userId="09775c39-7739-40bf-ba04-c8ef3ab24a94" providerId="ADAL" clId="{D28E3991-B067-4709-9A00-F41093D98B8A}" dt="2021-10-16T15:52:48.426" v="37" actId="1076"/>
      <pc:docMkLst>
        <pc:docMk/>
      </pc:docMkLst>
      <pc:sldChg chg="modSp mod">
        <pc:chgData name="KACHOUR Maher" userId="09775c39-7739-40bf-ba04-c8ef3ab24a94" providerId="ADAL" clId="{D28E3991-B067-4709-9A00-F41093D98B8A}" dt="2021-10-16T15:52:25.442" v="29" actId="20577"/>
        <pc:sldMkLst>
          <pc:docMk/>
          <pc:sldMk cId="3884457258" sldId="256"/>
        </pc:sldMkLst>
        <pc:spChg chg="mod">
          <ac:chgData name="KACHOUR Maher" userId="09775c39-7739-40bf-ba04-c8ef3ab24a94" providerId="ADAL" clId="{D28E3991-B067-4709-9A00-F41093D98B8A}" dt="2021-10-16T15:52:25.442" v="29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D28E3991-B067-4709-9A00-F41093D98B8A}" dt="2021-10-16T15:52:16.183" v="27" actId="20577"/>
        <pc:sldMkLst>
          <pc:docMk/>
          <pc:sldMk cId="0" sldId="257"/>
        </pc:sldMkLst>
        <pc:spChg chg="mod">
          <ac:chgData name="KACHOUR Maher" userId="09775c39-7739-40bf-ba04-c8ef3ab24a94" providerId="ADAL" clId="{D28E3991-B067-4709-9A00-F41093D98B8A}" dt="2021-10-16T15:52:16.183" v="27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D28E3991-B067-4709-9A00-F41093D98B8A}" dt="2021-10-15T13:53:16.344" v="9" actId="47"/>
        <pc:sldMkLst>
          <pc:docMk/>
          <pc:sldMk cId="1632906986" sldId="258"/>
        </pc:sldMkLst>
      </pc:sldChg>
      <pc:sldChg chg="modSp mod">
        <pc:chgData name="KACHOUR Maher" userId="09775c39-7739-40bf-ba04-c8ef3ab24a94" providerId="ADAL" clId="{D28E3991-B067-4709-9A00-F41093D98B8A}" dt="2021-10-16T15:52:48.426" v="37" actId="1076"/>
        <pc:sldMkLst>
          <pc:docMk/>
          <pc:sldMk cId="3342625250" sldId="259"/>
        </pc:sldMkLst>
        <pc:spChg chg="mod">
          <ac:chgData name="KACHOUR Maher" userId="09775c39-7739-40bf-ba04-c8ef3ab24a94" providerId="ADAL" clId="{D28E3991-B067-4709-9A00-F41093D98B8A}" dt="2021-10-16T15:52:43.539" v="36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D28E3991-B067-4709-9A00-F41093D98B8A}" dt="2021-10-16T15:52:48.426" v="37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D28E3991-B067-4709-9A00-F41093D98B8A}" dt="2021-10-15T13:53:26.711" v="1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D28E3991-B067-4709-9A00-F41093D98B8A}" dt="2021-10-15T13:53:18.529" v="10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D28E3991-B067-4709-9A00-F41093D98B8A}" dt="2021-10-15T13:53:28.688" v="15" actId="47"/>
        <pc:sldMkLst>
          <pc:docMk/>
          <pc:sldMk cId="385761548" sldId="264"/>
        </pc:sldMkLst>
      </pc:sldChg>
      <pc:sldChg chg="addSp delSp modSp new mod">
        <pc:chgData name="KACHOUR Maher" userId="09775c39-7739-40bf-ba04-c8ef3ab24a94" providerId="ADAL" clId="{D28E3991-B067-4709-9A00-F41093D98B8A}" dt="2021-10-15T13:53:09.777" v="7" actId="13822"/>
        <pc:sldMkLst>
          <pc:docMk/>
          <pc:sldMk cId="1290229177" sldId="265"/>
        </pc:sldMkLst>
        <pc:spChg chg="mod">
          <ac:chgData name="KACHOUR Maher" userId="09775c39-7739-40bf-ba04-c8ef3ab24a94" providerId="ADAL" clId="{D28E3991-B067-4709-9A00-F41093D98B8A}" dt="2021-10-15T13:52:55.340" v="4" actId="20577"/>
          <ac:spMkLst>
            <pc:docMk/>
            <pc:sldMk cId="1290229177" sldId="265"/>
            <ac:spMk id="2" creationId="{479BFC20-3D6F-4458-BB5B-891342710CC7}"/>
          </ac:spMkLst>
        </pc:spChg>
        <pc:spChg chg="del">
          <ac:chgData name="KACHOUR Maher" userId="09775c39-7739-40bf-ba04-c8ef3ab24a94" providerId="ADAL" clId="{D28E3991-B067-4709-9A00-F41093D98B8A}" dt="2021-10-15T13:52:58.099" v="5" actId="478"/>
          <ac:spMkLst>
            <pc:docMk/>
            <pc:sldMk cId="1290229177" sldId="265"/>
            <ac:spMk id="3" creationId="{288D1FBA-BDC3-4B9D-B188-A9020B8111E5}"/>
          </ac:spMkLst>
        </pc:spChg>
        <pc:spChg chg="add mod">
          <ac:chgData name="KACHOUR Maher" userId="09775c39-7739-40bf-ba04-c8ef3ab24a94" providerId="ADAL" clId="{D28E3991-B067-4709-9A00-F41093D98B8A}" dt="2021-10-15T13:53:09.777" v="7" actId="13822"/>
          <ac:spMkLst>
            <pc:docMk/>
            <pc:sldMk cId="1290229177" sldId="265"/>
            <ac:spMk id="4" creationId="{ACEF19CB-B9C1-4CAA-9579-EA4AA90D40B4}"/>
          </ac:spMkLst>
        </pc:spChg>
      </pc:sldChg>
      <pc:sldChg chg="add">
        <pc:chgData name="KACHOUR Maher" userId="09775c39-7739-40bf-ba04-c8ef3ab24a94" providerId="ADAL" clId="{D28E3991-B067-4709-9A00-F41093D98B8A}" dt="2021-10-15T13:53:14.095" v="8" actId="2890"/>
        <pc:sldMkLst>
          <pc:docMk/>
          <pc:sldMk cId="993245428" sldId="266"/>
        </pc:sldMkLst>
      </pc:sldChg>
      <pc:sldChg chg="add ord">
        <pc:chgData name="KACHOUR Maher" userId="09775c39-7739-40bf-ba04-c8ef3ab24a94" providerId="ADAL" clId="{D28E3991-B067-4709-9A00-F41093D98B8A}" dt="2021-10-15T13:53:24.595" v="13"/>
        <pc:sldMkLst>
          <pc:docMk/>
          <pc:sldMk cId="1813572863" sldId="267"/>
        </pc:sldMkLst>
      </pc:sldChg>
      <pc:sldChg chg="add">
        <pc:chgData name="KACHOUR Maher" userId="09775c39-7739-40bf-ba04-c8ef3ab24a94" providerId="ADAL" clId="{D28E3991-B067-4709-9A00-F41093D98B8A}" dt="2021-10-15T13:53:31.816" v="16" actId="2890"/>
        <pc:sldMkLst>
          <pc:docMk/>
          <pc:sldMk cId="1318763790" sldId="268"/>
        </pc:sldMkLst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31630FBB-2E40-4ECD-9A6F-A1042FA7C207}"/>
    <pc:docChg chg="custSel modSld">
      <pc:chgData name="KACHOUR Maher" userId="09775c39-7739-40bf-ba04-c8ef3ab24a94" providerId="ADAL" clId="{31630FBB-2E40-4ECD-9A6F-A1042FA7C207}" dt="2021-10-15T13:51:53.093" v="55" actId="20577"/>
      <pc:docMkLst>
        <pc:docMk/>
      </pc:docMkLst>
      <pc:sldChg chg="modSp mod">
        <pc:chgData name="KACHOUR Maher" userId="09775c39-7739-40bf-ba04-c8ef3ab24a94" providerId="ADAL" clId="{31630FBB-2E40-4ECD-9A6F-A1042FA7C207}" dt="2021-10-15T13:50:26.215" v="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31630FBB-2E40-4ECD-9A6F-A1042FA7C207}" dt="2021-10-15T13:50:26.215" v="28" actId="20577"/>
          <ac:spMkLst>
            <pc:docMk/>
            <pc:sldMk cId="3884457258" sldId="256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31630FBB-2E40-4ECD-9A6F-A1042FA7C207}" dt="2021-10-15T13:47:57.945" v="1" actId="20577"/>
        <pc:sldMkLst>
          <pc:docMk/>
          <pc:sldMk cId="0" sldId="257"/>
        </pc:sldMkLst>
        <pc:spChg chg="mod">
          <ac:chgData name="KACHOUR Maher" userId="09775c39-7739-40bf-ba04-c8ef3ab24a94" providerId="ADAL" clId="{31630FBB-2E40-4ECD-9A6F-A1042FA7C207}" dt="2021-10-15T13:47:57.945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31630FBB-2E40-4ECD-9A6F-A1042FA7C207}" dt="2021-10-15T13:49:38.607" v="8" actId="20577"/>
        <pc:sldMkLst>
          <pc:docMk/>
          <pc:sldMk cId="1632906986" sldId="258"/>
        </pc:sldMkLst>
        <pc:spChg chg="mod">
          <ac:chgData name="KACHOUR Maher" userId="09775c39-7739-40bf-ba04-c8ef3ab24a94" providerId="ADAL" clId="{31630FBB-2E40-4ECD-9A6F-A1042FA7C207}" dt="2021-10-15T13:49:38.607" v="8" actId="20577"/>
          <ac:spMkLst>
            <pc:docMk/>
            <pc:sldMk cId="1632906986" sldId="258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5T13:49:17.127" v="5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31630FBB-2E40-4ECD-9A6F-A1042FA7C207}" dt="2021-10-15T13:49:28.561" v="6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1:10.194" v="30" actId="1076"/>
        <pc:sldMkLst>
          <pc:docMk/>
          <pc:sldMk cId="3342625250" sldId="259"/>
        </pc:sldMkLst>
        <pc:spChg chg="mod">
          <ac:chgData name="KACHOUR Maher" userId="09775c39-7739-40bf-ba04-c8ef3ab24a94" providerId="ADAL" clId="{31630FBB-2E40-4ECD-9A6F-A1042FA7C207}" dt="2021-10-15T13:50:20.073" v="2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0:52.732" v="29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31630FBB-2E40-4ECD-9A6F-A1042FA7C207}" dt="2021-10-15T13:51:10.194" v="30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1:33.812" v="41" actId="20577"/>
        <pc:sldMkLst>
          <pc:docMk/>
          <pc:sldMk cId="4200507792" sldId="262"/>
        </pc:sldMkLst>
        <pc:spChg chg="mod">
          <ac:chgData name="KACHOUR Maher" userId="09775c39-7739-40bf-ba04-c8ef3ab24a94" providerId="ADAL" clId="{31630FBB-2E40-4ECD-9A6F-A1042FA7C207}" dt="2021-10-15T13:51:22.248" v="36" actId="20577"/>
          <ac:spMkLst>
            <pc:docMk/>
            <pc:sldMk cId="4200507792" sldId="262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1:18.033" v="34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31630FBB-2E40-4ECD-9A6F-A1042FA7C207}" dt="2021-10-15T13:51:33.812" v="41" actId="20577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0:14.430" v="24" actId="20577"/>
        <pc:sldMkLst>
          <pc:docMk/>
          <pc:sldMk cId="290671189" sldId="263"/>
        </pc:sldMkLst>
        <pc:spChg chg="mod">
          <ac:chgData name="KACHOUR Maher" userId="09775c39-7739-40bf-ba04-c8ef3ab24a94" providerId="ADAL" clId="{31630FBB-2E40-4ECD-9A6F-A1042FA7C207}" dt="2021-10-15T13:49:44.857" v="10" actId="20577"/>
          <ac:spMkLst>
            <pc:docMk/>
            <pc:sldMk cId="290671189" sldId="263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5T13:50:14.430" v="24" actId="20577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31630FBB-2E40-4ECD-9A6F-A1042FA7C207}" dt="2021-10-15T13:51:53.093" v="55" actId="20577"/>
        <pc:sldMkLst>
          <pc:docMk/>
          <pc:sldMk cId="385761548" sldId="264"/>
        </pc:sldMkLst>
        <pc:spChg chg="mod">
          <ac:chgData name="KACHOUR Maher" userId="09775c39-7739-40bf-ba04-c8ef3ab24a94" providerId="ADAL" clId="{31630FBB-2E40-4ECD-9A6F-A1042FA7C207}" dt="2021-10-15T13:51:53.093" v="55" actId="20577"/>
          <ac:spMkLst>
            <pc:docMk/>
            <pc:sldMk cId="385761548" sldId="264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1:48.478" v="53" actId="20577"/>
          <ac:spMkLst>
            <pc:docMk/>
            <pc:sldMk cId="385761548" sldId="264"/>
            <ac:spMk id="5" creationId="{D7B24147-55AB-4BC4-B183-ED51FCA4DB97}"/>
          </ac:spMkLst>
        </pc:spChg>
        <pc:graphicFrameChg chg="modGraphic">
          <ac:chgData name="KACHOUR Maher" userId="09775c39-7739-40bf-ba04-c8ef3ab24a94" providerId="ADAL" clId="{31630FBB-2E40-4ECD-9A6F-A1042FA7C207}" dt="2021-10-15T13:51:40.156" v="46" actId="20577"/>
          <ac:graphicFrameMkLst>
            <pc:docMk/>
            <pc:sldMk cId="385761548" sldId="264"/>
            <ac:graphicFrameMk id="4" creationId="{D8731FE7-289F-4569-8899-DD98785D8C02}"/>
          </ac:graphicFrameMkLst>
        </pc:graphicFrameChg>
      </pc:sldChg>
    </pc:docChg>
  </pc:docChgLst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8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Pearson coefficient 
Calculate the Yule and Kendall coefficient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FC20-3D6F-4458-BB5B-89134271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EF19CB-B9C1-4CAA-9579-EA4AA90D40B4}"/>
              </a:ext>
            </a:extLst>
          </p:cNvPr>
          <p:cNvSpPr txBox="1"/>
          <p:nvPr/>
        </p:nvSpPr>
        <p:spPr>
          <a:xfrm>
            <a:off x="714375" y="1847850"/>
            <a:ext cx="10820400" cy="4645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022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FC20-3D6F-4458-BB5B-89134271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EF19CB-B9C1-4CAA-9579-EA4AA90D40B4}"/>
              </a:ext>
            </a:extLst>
          </p:cNvPr>
          <p:cNvSpPr txBox="1"/>
          <p:nvPr/>
        </p:nvSpPr>
        <p:spPr>
          <a:xfrm>
            <a:off x="714375" y="1847850"/>
            <a:ext cx="10820400" cy="4645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324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</a:t>
            </a:r>
          </a:p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over 240 days chosen </a:t>
            </a:r>
            <a:r>
              <a:rPr lang="en-US" sz="2600" dirty="0"/>
              <a:t>randomly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Pearson coefficient 
Calculate the Yule and Kendall coefficient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062432"/>
              </p:ext>
            </p:extLst>
          </p:nvPr>
        </p:nvGraphicFramePr>
        <p:xfrm>
          <a:off x="4866518" y="2713593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FC20-3D6F-4458-BB5B-89134271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EF19CB-B9C1-4CAA-9579-EA4AA90D40B4}"/>
              </a:ext>
            </a:extLst>
          </p:cNvPr>
          <p:cNvSpPr txBox="1"/>
          <p:nvPr/>
        </p:nvSpPr>
        <p:spPr>
          <a:xfrm>
            <a:off x="714375" y="1847850"/>
            <a:ext cx="10820400" cy="4645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3572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FC20-3D6F-4458-BB5B-89134271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EF19CB-B9C1-4CAA-9579-EA4AA90D40B4}"/>
              </a:ext>
            </a:extLst>
          </p:cNvPr>
          <p:cNvSpPr txBox="1"/>
          <p:nvPr/>
        </p:nvSpPr>
        <p:spPr>
          <a:xfrm>
            <a:off x="714375" y="1847850"/>
            <a:ext cx="10820400" cy="4645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87637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189</Words>
  <Application>Microsoft Office PowerPoint</Application>
  <PresentationFormat>Grand écran</PresentationFormat>
  <Paragraphs>56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Exercise 1</vt:lpstr>
      <vt:lpstr>Note</vt:lpstr>
      <vt:lpstr>Note</vt:lpstr>
      <vt:lpstr>Exercise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2021-10-16T15:52:51Z</dcterms:modified>
</cp:coreProperties>
</file>