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63" r:id="rId4"/>
    <p:sldId id="264" r:id="rId5"/>
    <p:sldId id="259" r:id="rId6"/>
    <p:sldId id="265" r:id="rId7"/>
    <p:sldId id="266"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CHOUR Maher" userId="09775c39-7739-40bf-ba04-c8ef3ab24a94" providerId="ADAL" clId="{2370CBF8-D1D8-4922-A968-E90E226146FA}"/>
    <pc:docChg chg="undo custSel addSld modSld">
      <pc:chgData name="KACHOUR Maher" userId="09775c39-7739-40bf-ba04-c8ef3ab24a94" providerId="ADAL" clId="{2370CBF8-D1D8-4922-A968-E90E226146FA}" dt="2021-10-14T14:52:58.120" v="341" actId="26606"/>
      <pc:docMkLst>
        <pc:docMk/>
      </pc:docMkLst>
      <pc:sldChg chg="modSp mod">
        <pc:chgData name="KACHOUR Maher" userId="09775c39-7739-40bf-ba04-c8ef3ab24a94" providerId="ADAL" clId="{2370CBF8-D1D8-4922-A968-E90E226146FA}" dt="2021-10-14T14:21:33.156" v="202" actId="1076"/>
        <pc:sldMkLst>
          <pc:docMk/>
          <pc:sldMk cId="3884457258" sldId="256"/>
        </pc:sldMkLst>
        <pc:spChg chg="mod">
          <ac:chgData name="KACHOUR Maher" userId="09775c39-7739-40bf-ba04-c8ef3ab24a94" providerId="ADAL" clId="{2370CBF8-D1D8-4922-A968-E90E226146FA}" dt="2021-10-14T14:21:33.156" v="202" actId="1076"/>
          <ac:spMkLst>
            <pc:docMk/>
            <pc:sldMk cId="3884457258" sldId="256"/>
            <ac:spMk id="2" creationId="{A4AEDEBA-6FE9-4F23-B02B-9FB71BC17484}"/>
          </ac:spMkLst>
        </pc:spChg>
        <pc:spChg chg="mod">
          <ac:chgData name="KACHOUR Maher" userId="09775c39-7739-40bf-ba04-c8ef3ab24a94" providerId="ADAL" clId="{2370CBF8-D1D8-4922-A968-E90E226146FA}" dt="2021-10-14T14:21:02.557" v="199" actId="20577"/>
          <ac:spMkLst>
            <pc:docMk/>
            <pc:sldMk cId="3884457258" sldId="256"/>
            <ac:spMk id="4" creationId="{DF25F7F9-D26E-4B65-8387-484298AE7CF4}"/>
          </ac:spMkLst>
        </pc:spChg>
        <pc:graphicFrameChg chg="mod modGraphic">
          <ac:chgData name="KACHOUR Maher" userId="09775c39-7739-40bf-ba04-c8ef3ab24a94" providerId="ADAL" clId="{2370CBF8-D1D8-4922-A968-E90E226146FA}" dt="2021-10-14T14:11:19.595" v="64" actId="14734"/>
          <ac:graphicFrameMkLst>
            <pc:docMk/>
            <pc:sldMk cId="3884457258" sldId="256"/>
            <ac:graphicFrameMk id="5" creationId="{8D618231-F795-4672-A643-43223F39DFB3}"/>
          </ac:graphicFrameMkLst>
        </pc:graphicFrameChg>
      </pc:sldChg>
      <pc:sldChg chg="modSp mod">
        <pc:chgData name="KACHOUR Maher" userId="09775c39-7739-40bf-ba04-c8ef3ab24a94" providerId="ADAL" clId="{2370CBF8-D1D8-4922-A968-E90E226146FA}" dt="2021-10-14T14:07:55.333" v="1" actId="20577"/>
        <pc:sldMkLst>
          <pc:docMk/>
          <pc:sldMk cId="0" sldId="257"/>
        </pc:sldMkLst>
        <pc:spChg chg="mod">
          <ac:chgData name="KACHOUR Maher" userId="09775c39-7739-40bf-ba04-c8ef3ab24a94" providerId="ADAL" clId="{2370CBF8-D1D8-4922-A968-E90E226146FA}" dt="2021-10-14T14:07:55.333" v="1" actId="20577"/>
          <ac:spMkLst>
            <pc:docMk/>
            <pc:sldMk cId="0" sldId="257"/>
            <ac:spMk id="3" creationId="{00000000-0000-0000-0000-000000000000}"/>
          </ac:spMkLst>
        </pc:spChg>
      </pc:sldChg>
      <pc:sldChg chg="addSp modSp mod">
        <pc:chgData name="KACHOUR Maher" userId="09775c39-7739-40bf-ba04-c8ef3ab24a94" providerId="ADAL" clId="{2370CBF8-D1D8-4922-A968-E90E226146FA}" dt="2021-10-14T14:21:23.943" v="201" actId="1076"/>
        <pc:sldMkLst>
          <pc:docMk/>
          <pc:sldMk cId="1632906986" sldId="258"/>
        </pc:sldMkLst>
        <pc:spChg chg="mod">
          <ac:chgData name="KACHOUR Maher" userId="09775c39-7739-40bf-ba04-c8ef3ab24a94" providerId="ADAL" clId="{2370CBF8-D1D8-4922-A968-E90E226146FA}" dt="2021-10-14T14:14:18.992" v="72" actId="1076"/>
          <ac:spMkLst>
            <pc:docMk/>
            <pc:sldMk cId="1632906986" sldId="258"/>
            <ac:spMk id="2" creationId="{A4AEDEBA-6FE9-4F23-B02B-9FB71BC17484}"/>
          </ac:spMkLst>
        </pc:spChg>
        <pc:graphicFrameChg chg="mod modGraphic">
          <ac:chgData name="KACHOUR Maher" userId="09775c39-7739-40bf-ba04-c8ef3ab24a94" providerId="ADAL" clId="{2370CBF8-D1D8-4922-A968-E90E226146FA}" dt="2021-10-14T14:21:19.090" v="200" actId="14734"/>
          <ac:graphicFrameMkLst>
            <pc:docMk/>
            <pc:sldMk cId="1632906986" sldId="258"/>
            <ac:graphicFrameMk id="5" creationId="{C5935286-E84C-4A5B-9E95-1C36A0F9B1CD}"/>
          </ac:graphicFrameMkLst>
        </pc:graphicFrameChg>
        <pc:picChg chg="add mod">
          <ac:chgData name="KACHOUR Maher" userId="09775c39-7739-40bf-ba04-c8ef3ab24a94" providerId="ADAL" clId="{2370CBF8-D1D8-4922-A968-E90E226146FA}" dt="2021-10-14T14:21:23.943" v="201" actId="1076"/>
          <ac:picMkLst>
            <pc:docMk/>
            <pc:sldMk cId="1632906986" sldId="258"/>
            <ac:picMk id="6" creationId="{C89D6DEA-6D91-456E-968B-68D46AFB39DB}"/>
          </ac:picMkLst>
        </pc:picChg>
      </pc:sldChg>
      <pc:sldChg chg="modSp mod">
        <pc:chgData name="KACHOUR Maher" userId="09775c39-7739-40bf-ba04-c8ef3ab24a94" providerId="ADAL" clId="{2370CBF8-D1D8-4922-A968-E90E226146FA}" dt="2021-10-14T14:34:58.077" v="263" actId="14734"/>
        <pc:sldMkLst>
          <pc:docMk/>
          <pc:sldMk cId="3342625250" sldId="259"/>
        </pc:sldMkLst>
        <pc:spChg chg="mod">
          <ac:chgData name="KACHOUR Maher" userId="09775c39-7739-40bf-ba04-c8ef3ab24a94" providerId="ADAL" clId="{2370CBF8-D1D8-4922-A968-E90E226146FA}" dt="2021-10-14T14:15:14.332" v="77" actId="1076"/>
          <ac:spMkLst>
            <pc:docMk/>
            <pc:sldMk cId="3342625250" sldId="259"/>
            <ac:spMk id="2" creationId="{159DF4AF-EB56-497F-9EC4-3792B7715C09}"/>
          </ac:spMkLst>
        </pc:spChg>
        <pc:spChg chg="mod">
          <ac:chgData name="KACHOUR Maher" userId="09775c39-7739-40bf-ba04-c8ef3ab24a94" providerId="ADAL" clId="{2370CBF8-D1D8-4922-A968-E90E226146FA}" dt="2021-10-14T14:34:47.405" v="260" actId="27636"/>
          <ac:spMkLst>
            <pc:docMk/>
            <pc:sldMk cId="3342625250" sldId="259"/>
            <ac:spMk id="3" creationId="{86DA4EC6-6600-48BE-AED2-90A0A908CF8F}"/>
          </ac:spMkLst>
        </pc:spChg>
        <pc:graphicFrameChg chg="mod modGraphic">
          <ac:chgData name="KACHOUR Maher" userId="09775c39-7739-40bf-ba04-c8ef3ab24a94" providerId="ADAL" clId="{2370CBF8-D1D8-4922-A968-E90E226146FA}" dt="2021-10-14T14:34:58.077" v="263" actId="14734"/>
          <ac:graphicFrameMkLst>
            <pc:docMk/>
            <pc:sldMk cId="3342625250" sldId="259"/>
            <ac:graphicFrameMk id="4" creationId="{D8731FE7-289F-4569-8899-DD98785D8C02}"/>
          </ac:graphicFrameMkLst>
        </pc:graphicFrameChg>
      </pc:sldChg>
      <pc:sldChg chg="addSp modSp mod setBg">
        <pc:chgData name="KACHOUR Maher" userId="09775c39-7739-40bf-ba04-c8ef3ab24a94" providerId="ADAL" clId="{2370CBF8-D1D8-4922-A968-E90E226146FA}" dt="2021-10-14T14:48:39.199" v="337" actId="26606"/>
        <pc:sldMkLst>
          <pc:docMk/>
          <pc:sldMk cId="962425727" sldId="260"/>
        </pc:sldMkLst>
        <pc:spChg chg="mod">
          <ac:chgData name="KACHOUR Maher" userId="09775c39-7739-40bf-ba04-c8ef3ab24a94" providerId="ADAL" clId="{2370CBF8-D1D8-4922-A968-E90E226146FA}" dt="2021-10-14T14:48:39.199" v="337" actId="26606"/>
          <ac:spMkLst>
            <pc:docMk/>
            <pc:sldMk cId="962425727" sldId="260"/>
            <ac:spMk id="2" creationId="{159DF4AF-EB56-497F-9EC4-3792B7715C09}"/>
          </ac:spMkLst>
        </pc:spChg>
        <pc:spChg chg="mod">
          <ac:chgData name="KACHOUR Maher" userId="09775c39-7739-40bf-ba04-c8ef3ab24a94" providerId="ADAL" clId="{2370CBF8-D1D8-4922-A968-E90E226146FA}" dt="2021-10-14T14:48:39.199" v="337" actId="26606"/>
          <ac:spMkLst>
            <pc:docMk/>
            <pc:sldMk cId="962425727" sldId="260"/>
            <ac:spMk id="3" creationId="{86DA4EC6-6600-48BE-AED2-90A0A908CF8F}"/>
          </ac:spMkLst>
        </pc:spChg>
        <pc:spChg chg="add">
          <ac:chgData name="KACHOUR Maher" userId="09775c39-7739-40bf-ba04-c8ef3ab24a94" providerId="ADAL" clId="{2370CBF8-D1D8-4922-A968-E90E226146FA}" dt="2021-10-14T14:48:39.199" v="337" actId="26606"/>
          <ac:spMkLst>
            <pc:docMk/>
            <pc:sldMk cId="962425727" sldId="260"/>
            <ac:spMk id="11" creationId="{385E1BDC-A9B0-4A87-82E3-F3187F69A802}"/>
          </ac:spMkLst>
        </pc:spChg>
        <pc:spChg chg="add">
          <ac:chgData name="KACHOUR Maher" userId="09775c39-7739-40bf-ba04-c8ef3ab24a94" providerId="ADAL" clId="{2370CBF8-D1D8-4922-A968-E90E226146FA}" dt="2021-10-14T14:48:39.199" v="337" actId="26606"/>
          <ac:spMkLst>
            <pc:docMk/>
            <pc:sldMk cId="962425727" sldId="260"/>
            <ac:spMk id="13" creationId="{0990C621-3B8B-4820-8328-D47EF7CE823C}"/>
          </ac:spMkLst>
        </pc:spChg>
        <pc:spChg chg="add">
          <ac:chgData name="KACHOUR Maher" userId="09775c39-7739-40bf-ba04-c8ef3ab24a94" providerId="ADAL" clId="{2370CBF8-D1D8-4922-A968-E90E226146FA}" dt="2021-10-14T14:48:39.199" v="337" actId="26606"/>
          <ac:spMkLst>
            <pc:docMk/>
            <pc:sldMk cId="962425727" sldId="260"/>
            <ac:spMk id="15" creationId="{C1A2385B-1D2A-4E17-84FA-6CB7F0AAE473}"/>
          </ac:spMkLst>
        </pc:spChg>
        <pc:spChg chg="add">
          <ac:chgData name="KACHOUR Maher" userId="09775c39-7739-40bf-ba04-c8ef3ab24a94" providerId="ADAL" clId="{2370CBF8-D1D8-4922-A968-E90E226146FA}" dt="2021-10-14T14:48:39.199" v="337" actId="26606"/>
          <ac:spMkLst>
            <pc:docMk/>
            <pc:sldMk cId="962425727" sldId="260"/>
            <ac:spMk id="17" creationId="{5E791F2F-79DB-4CC0-9FA1-001E3E91E8B7}"/>
          </ac:spMkLst>
        </pc:spChg>
        <pc:graphicFrameChg chg="mod ord modGraphic">
          <ac:chgData name="KACHOUR Maher" userId="09775c39-7739-40bf-ba04-c8ef3ab24a94" providerId="ADAL" clId="{2370CBF8-D1D8-4922-A968-E90E226146FA}" dt="2021-10-14T14:48:39.199" v="337" actId="26606"/>
          <ac:graphicFrameMkLst>
            <pc:docMk/>
            <pc:sldMk cId="962425727" sldId="260"/>
            <ac:graphicFrameMk id="4" creationId="{D8731FE7-289F-4569-8899-DD98785D8C02}"/>
          </ac:graphicFrameMkLst>
        </pc:graphicFrameChg>
        <pc:picChg chg="add mod">
          <ac:chgData name="KACHOUR Maher" userId="09775c39-7739-40bf-ba04-c8ef3ab24a94" providerId="ADAL" clId="{2370CBF8-D1D8-4922-A968-E90E226146FA}" dt="2021-10-14T14:48:39.199" v="337" actId="26606"/>
          <ac:picMkLst>
            <pc:docMk/>
            <pc:sldMk cId="962425727" sldId="260"/>
            <ac:picMk id="6" creationId="{D9442BFA-85B6-46F2-A05F-18E8C23113C9}"/>
          </ac:picMkLst>
        </pc:picChg>
      </pc:sldChg>
      <pc:sldChg chg="addSp delSp modSp add mod">
        <pc:chgData name="KACHOUR Maher" userId="09775c39-7739-40bf-ba04-c8ef3ab24a94" providerId="ADAL" clId="{2370CBF8-D1D8-4922-A968-E90E226146FA}" dt="2021-10-14T14:31:11.788" v="212" actId="1076"/>
        <pc:sldMkLst>
          <pc:docMk/>
          <pc:sldMk cId="925746931" sldId="261"/>
        </pc:sldMkLst>
        <pc:picChg chg="del">
          <ac:chgData name="KACHOUR Maher" userId="09775c39-7739-40bf-ba04-c8ef3ab24a94" providerId="ADAL" clId="{2370CBF8-D1D8-4922-A968-E90E226146FA}" dt="2021-10-14T14:31:00.341" v="204" actId="478"/>
          <ac:picMkLst>
            <pc:docMk/>
            <pc:sldMk cId="925746931" sldId="261"/>
            <ac:picMk id="6" creationId="{C89D6DEA-6D91-456E-968B-68D46AFB39DB}"/>
          </ac:picMkLst>
        </pc:picChg>
        <pc:picChg chg="add mod">
          <ac:chgData name="KACHOUR Maher" userId="09775c39-7739-40bf-ba04-c8ef3ab24a94" providerId="ADAL" clId="{2370CBF8-D1D8-4922-A968-E90E226146FA}" dt="2021-10-14T14:31:11.788" v="212" actId="1076"/>
          <ac:picMkLst>
            <pc:docMk/>
            <pc:sldMk cId="925746931" sldId="261"/>
            <ac:picMk id="7" creationId="{5B838518-7C53-4901-924B-9F6D0B5CF932}"/>
          </ac:picMkLst>
        </pc:picChg>
      </pc:sldChg>
      <pc:sldChg chg="addSp delSp modSp add mod">
        <pc:chgData name="KACHOUR Maher" userId="09775c39-7739-40bf-ba04-c8ef3ab24a94" providerId="ADAL" clId="{2370CBF8-D1D8-4922-A968-E90E226146FA}" dt="2021-10-14T14:52:58.120" v="341" actId="26606"/>
        <pc:sldMkLst>
          <pc:docMk/>
          <pc:sldMk cId="4200507792" sldId="262"/>
        </pc:sldMkLst>
        <pc:spChg chg="del">
          <ac:chgData name="KACHOUR Maher" userId="09775c39-7739-40bf-ba04-c8ef3ab24a94" providerId="ADAL" clId="{2370CBF8-D1D8-4922-A968-E90E226146FA}" dt="2021-10-14T14:52:58.120" v="341" actId="26606"/>
          <ac:spMkLst>
            <pc:docMk/>
            <pc:sldMk cId="4200507792" sldId="262"/>
            <ac:spMk id="11" creationId="{385E1BDC-A9B0-4A87-82E3-F3187F69A802}"/>
          </ac:spMkLst>
        </pc:spChg>
        <pc:spChg chg="del">
          <ac:chgData name="KACHOUR Maher" userId="09775c39-7739-40bf-ba04-c8ef3ab24a94" providerId="ADAL" clId="{2370CBF8-D1D8-4922-A968-E90E226146FA}" dt="2021-10-14T14:52:58.120" v="341" actId="26606"/>
          <ac:spMkLst>
            <pc:docMk/>
            <pc:sldMk cId="4200507792" sldId="262"/>
            <ac:spMk id="13" creationId="{0990C621-3B8B-4820-8328-D47EF7CE823C}"/>
          </ac:spMkLst>
        </pc:spChg>
        <pc:spChg chg="del">
          <ac:chgData name="KACHOUR Maher" userId="09775c39-7739-40bf-ba04-c8ef3ab24a94" providerId="ADAL" clId="{2370CBF8-D1D8-4922-A968-E90E226146FA}" dt="2021-10-14T14:52:58.120" v="341" actId="26606"/>
          <ac:spMkLst>
            <pc:docMk/>
            <pc:sldMk cId="4200507792" sldId="262"/>
            <ac:spMk id="15" creationId="{C1A2385B-1D2A-4E17-84FA-6CB7F0AAE473}"/>
          </ac:spMkLst>
        </pc:spChg>
        <pc:spChg chg="del">
          <ac:chgData name="KACHOUR Maher" userId="09775c39-7739-40bf-ba04-c8ef3ab24a94" providerId="ADAL" clId="{2370CBF8-D1D8-4922-A968-E90E226146FA}" dt="2021-10-14T14:52:58.120" v="341" actId="26606"/>
          <ac:spMkLst>
            <pc:docMk/>
            <pc:sldMk cId="4200507792" sldId="262"/>
            <ac:spMk id="17" creationId="{5E791F2F-79DB-4CC0-9FA1-001E3E91E8B7}"/>
          </ac:spMkLst>
        </pc:spChg>
        <pc:spChg chg="add">
          <ac:chgData name="KACHOUR Maher" userId="09775c39-7739-40bf-ba04-c8ef3ab24a94" providerId="ADAL" clId="{2370CBF8-D1D8-4922-A968-E90E226146FA}" dt="2021-10-14T14:52:58.120" v="341" actId="26606"/>
          <ac:spMkLst>
            <pc:docMk/>
            <pc:sldMk cId="4200507792" sldId="262"/>
            <ac:spMk id="22" creationId="{385E1BDC-A9B0-4A87-82E3-F3187F69A802}"/>
          </ac:spMkLst>
        </pc:spChg>
        <pc:spChg chg="add">
          <ac:chgData name="KACHOUR Maher" userId="09775c39-7739-40bf-ba04-c8ef3ab24a94" providerId="ADAL" clId="{2370CBF8-D1D8-4922-A968-E90E226146FA}" dt="2021-10-14T14:52:58.120" v="341" actId="26606"/>
          <ac:spMkLst>
            <pc:docMk/>
            <pc:sldMk cId="4200507792" sldId="262"/>
            <ac:spMk id="24" creationId="{0990C621-3B8B-4820-8328-D47EF7CE823C}"/>
          </ac:spMkLst>
        </pc:spChg>
        <pc:spChg chg="add">
          <ac:chgData name="KACHOUR Maher" userId="09775c39-7739-40bf-ba04-c8ef3ab24a94" providerId="ADAL" clId="{2370CBF8-D1D8-4922-A968-E90E226146FA}" dt="2021-10-14T14:52:58.120" v="341" actId="26606"/>
          <ac:spMkLst>
            <pc:docMk/>
            <pc:sldMk cId="4200507792" sldId="262"/>
            <ac:spMk id="26" creationId="{C1A2385B-1D2A-4E17-84FA-6CB7F0AAE473}"/>
          </ac:spMkLst>
        </pc:spChg>
        <pc:spChg chg="add">
          <ac:chgData name="KACHOUR Maher" userId="09775c39-7739-40bf-ba04-c8ef3ab24a94" providerId="ADAL" clId="{2370CBF8-D1D8-4922-A968-E90E226146FA}" dt="2021-10-14T14:52:58.120" v="341" actId="26606"/>
          <ac:spMkLst>
            <pc:docMk/>
            <pc:sldMk cId="4200507792" sldId="262"/>
            <ac:spMk id="28" creationId="{5E791F2F-79DB-4CC0-9FA1-001E3E91E8B7}"/>
          </ac:spMkLst>
        </pc:spChg>
        <pc:graphicFrameChg chg="mod ord modGraphic">
          <ac:chgData name="KACHOUR Maher" userId="09775c39-7739-40bf-ba04-c8ef3ab24a94" providerId="ADAL" clId="{2370CBF8-D1D8-4922-A968-E90E226146FA}" dt="2021-10-14T14:52:58.120" v="341" actId="26606"/>
          <ac:graphicFrameMkLst>
            <pc:docMk/>
            <pc:sldMk cId="4200507792" sldId="262"/>
            <ac:graphicFrameMk id="4" creationId="{D8731FE7-289F-4569-8899-DD98785D8C02}"/>
          </ac:graphicFrameMkLst>
        </pc:graphicFrameChg>
        <pc:picChg chg="del">
          <ac:chgData name="KACHOUR Maher" userId="09775c39-7739-40bf-ba04-c8ef3ab24a94" providerId="ADAL" clId="{2370CBF8-D1D8-4922-A968-E90E226146FA}" dt="2021-10-14T14:52:53.431" v="339" actId="478"/>
          <ac:picMkLst>
            <pc:docMk/>
            <pc:sldMk cId="4200507792" sldId="262"/>
            <ac:picMk id="6" creationId="{D9442BFA-85B6-46F2-A05F-18E8C23113C9}"/>
          </ac:picMkLst>
        </pc:picChg>
        <pc:picChg chg="add mod">
          <ac:chgData name="KACHOUR Maher" userId="09775c39-7739-40bf-ba04-c8ef3ab24a94" providerId="ADAL" clId="{2370CBF8-D1D8-4922-A968-E90E226146FA}" dt="2021-10-14T14:52:58.120" v="341" actId="26606"/>
          <ac:picMkLst>
            <pc:docMk/>
            <pc:sldMk cId="4200507792" sldId="262"/>
            <ac:picMk id="7" creationId="{958ABDF4-6E1A-4367-888B-832F902E6529}"/>
          </ac:picMkLst>
        </pc:picChg>
      </pc:sldChg>
    </pc:docChg>
  </pc:docChgLst>
  <pc:docChgLst>
    <pc:chgData name="KACHOUR Maher" userId="09775c39-7739-40bf-ba04-c8ef3ab24a94" providerId="ADAL" clId="{9B6B9ADB-C3F1-4735-ACB6-F05C3540F5F4}"/>
    <pc:docChg chg="custSel addSld delSld modSld sldOrd">
      <pc:chgData name="KACHOUR Maher" userId="09775c39-7739-40bf-ba04-c8ef3ab24a94" providerId="ADAL" clId="{9B6B9ADB-C3F1-4735-ACB6-F05C3540F5F4}" dt="2021-10-14T15:00:49.096" v="16" actId="2890"/>
      <pc:docMkLst>
        <pc:docMk/>
      </pc:docMkLst>
      <pc:sldChg chg="del">
        <pc:chgData name="KACHOUR Maher" userId="09775c39-7739-40bf-ba04-c8ef3ab24a94" providerId="ADAL" clId="{9B6B9ADB-C3F1-4735-ACB6-F05C3540F5F4}" dt="2021-10-14T15:00:01.689" v="0" actId="47"/>
        <pc:sldMkLst>
          <pc:docMk/>
          <pc:sldMk cId="1632906986" sldId="258"/>
        </pc:sldMkLst>
      </pc:sldChg>
      <pc:sldChg chg="del">
        <pc:chgData name="KACHOUR Maher" userId="09775c39-7739-40bf-ba04-c8ef3ab24a94" providerId="ADAL" clId="{9B6B9ADB-C3F1-4735-ACB6-F05C3540F5F4}" dt="2021-10-14T15:00:37.967" v="11" actId="47"/>
        <pc:sldMkLst>
          <pc:docMk/>
          <pc:sldMk cId="962425727" sldId="260"/>
        </pc:sldMkLst>
      </pc:sldChg>
      <pc:sldChg chg="del">
        <pc:chgData name="KACHOUR Maher" userId="09775c39-7739-40bf-ba04-c8ef3ab24a94" providerId="ADAL" clId="{9B6B9ADB-C3F1-4735-ACB6-F05C3540F5F4}" dt="2021-10-14T15:00:04.111" v="1" actId="47"/>
        <pc:sldMkLst>
          <pc:docMk/>
          <pc:sldMk cId="925746931" sldId="261"/>
        </pc:sldMkLst>
      </pc:sldChg>
      <pc:sldChg chg="del">
        <pc:chgData name="KACHOUR Maher" userId="09775c39-7739-40bf-ba04-c8ef3ab24a94" providerId="ADAL" clId="{9B6B9ADB-C3F1-4735-ACB6-F05C3540F5F4}" dt="2021-10-14T15:00:39.309" v="12" actId="47"/>
        <pc:sldMkLst>
          <pc:docMk/>
          <pc:sldMk cId="4200507792" sldId="262"/>
        </pc:sldMkLst>
      </pc:sldChg>
      <pc:sldChg chg="addSp delSp modSp new mod">
        <pc:chgData name="KACHOUR Maher" userId="09775c39-7739-40bf-ba04-c8ef3ab24a94" providerId="ADAL" clId="{9B6B9ADB-C3F1-4735-ACB6-F05C3540F5F4}" dt="2021-10-14T15:00:29.197" v="9" actId="208"/>
        <pc:sldMkLst>
          <pc:docMk/>
          <pc:sldMk cId="2382332485" sldId="263"/>
        </pc:sldMkLst>
        <pc:spChg chg="mod">
          <ac:chgData name="KACHOUR Maher" userId="09775c39-7739-40bf-ba04-c8ef3ab24a94" providerId="ADAL" clId="{9B6B9ADB-C3F1-4735-ACB6-F05C3540F5F4}" dt="2021-10-14T15:00:11.448" v="6" actId="20577"/>
          <ac:spMkLst>
            <pc:docMk/>
            <pc:sldMk cId="2382332485" sldId="263"/>
            <ac:spMk id="2" creationId="{8E1108D4-39B3-4DBB-BCC6-638D9C4AD0A7}"/>
          </ac:spMkLst>
        </pc:spChg>
        <pc:spChg chg="del">
          <ac:chgData name="KACHOUR Maher" userId="09775c39-7739-40bf-ba04-c8ef3ab24a94" providerId="ADAL" clId="{9B6B9ADB-C3F1-4735-ACB6-F05C3540F5F4}" dt="2021-10-14T15:00:15.961" v="7" actId="478"/>
          <ac:spMkLst>
            <pc:docMk/>
            <pc:sldMk cId="2382332485" sldId="263"/>
            <ac:spMk id="3" creationId="{E6712DEC-EBC2-4FAB-A71F-156856A09B8C}"/>
          </ac:spMkLst>
        </pc:spChg>
        <pc:spChg chg="add mod">
          <ac:chgData name="KACHOUR Maher" userId="09775c39-7739-40bf-ba04-c8ef3ab24a94" providerId="ADAL" clId="{9B6B9ADB-C3F1-4735-ACB6-F05C3540F5F4}" dt="2021-10-14T15:00:29.197" v="9" actId="208"/>
          <ac:spMkLst>
            <pc:docMk/>
            <pc:sldMk cId="2382332485" sldId="263"/>
            <ac:spMk id="4" creationId="{A2EBBDDD-2163-484C-9C44-D40F80B78BC0}"/>
          </ac:spMkLst>
        </pc:spChg>
      </pc:sldChg>
      <pc:sldChg chg="add">
        <pc:chgData name="KACHOUR Maher" userId="09775c39-7739-40bf-ba04-c8ef3ab24a94" providerId="ADAL" clId="{9B6B9ADB-C3F1-4735-ACB6-F05C3540F5F4}" dt="2021-10-14T15:00:34.378" v="10" actId="2890"/>
        <pc:sldMkLst>
          <pc:docMk/>
          <pc:sldMk cId="3625243130" sldId="264"/>
        </pc:sldMkLst>
      </pc:sldChg>
      <pc:sldChg chg="add ord">
        <pc:chgData name="KACHOUR Maher" userId="09775c39-7739-40bf-ba04-c8ef3ab24a94" providerId="ADAL" clId="{9B6B9ADB-C3F1-4735-ACB6-F05C3540F5F4}" dt="2021-10-14T15:00:45.160" v="15"/>
        <pc:sldMkLst>
          <pc:docMk/>
          <pc:sldMk cId="56288275" sldId="265"/>
        </pc:sldMkLst>
      </pc:sldChg>
      <pc:sldChg chg="add">
        <pc:chgData name="KACHOUR Maher" userId="09775c39-7739-40bf-ba04-c8ef3ab24a94" providerId="ADAL" clId="{9B6B9ADB-C3F1-4735-ACB6-F05C3540F5F4}" dt="2021-10-14T15:00:49.096" v="16" actId="2890"/>
        <pc:sldMkLst>
          <pc:docMk/>
          <pc:sldMk cId="3546012610" sldId="266"/>
        </pc:sldMkLst>
      </pc:sldChg>
    </pc:docChg>
  </pc:docChgLst>
  <pc:docChgLst>
    <pc:chgData name="KACHOUR Maher" userId="09775c39-7739-40bf-ba04-c8ef3ab24a94" providerId="ADAL" clId="{E5A1AE0A-D964-4669-B03E-987D59F22204}"/>
    <pc:docChg chg="modSld">
      <pc:chgData name="KACHOUR Maher" userId="09775c39-7739-40bf-ba04-c8ef3ab24a94" providerId="ADAL" clId="{E5A1AE0A-D964-4669-B03E-987D59F22204}" dt="2021-10-14T10:16:47.651" v="1" actId="20577"/>
      <pc:docMkLst>
        <pc:docMk/>
      </pc:docMkLst>
      <pc:sldChg chg="modSp mod">
        <pc:chgData name="KACHOUR Maher" userId="09775c39-7739-40bf-ba04-c8ef3ab24a94" providerId="ADAL" clId="{E5A1AE0A-D964-4669-B03E-987D59F22204}" dt="2021-10-14T10:16:42.339" v="0" actId="20577"/>
        <pc:sldMkLst>
          <pc:docMk/>
          <pc:sldMk cId="3884457258" sldId="256"/>
        </pc:sldMkLst>
        <pc:spChg chg="mod">
          <ac:chgData name="KACHOUR Maher" userId="09775c39-7739-40bf-ba04-c8ef3ab24a94" providerId="ADAL" clId="{E5A1AE0A-D964-4669-B03E-987D59F22204}" dt="2021-10-14T10:16:42.339" v="0" actId="20577"/>
          <ac:spMkLst>
            <pc:docMk/>
            <pc:sldMk cId="3884457258" sldId="256"/>
            <ac:spMk id="4" creationId="{DF25F7F9-D26E-4B65-8387-484298AE7CF4}"/>
          </ac:spMkLst>
        </pc:spChg>
      </pc:sldChg>
      <pc:sldChg chg="modSp mod">
        <pc:chgData name="KACHOUR Maher" userId="09775c39-7739-40bf-ba04-c8ef3ab24a94" providerId="ADAL" clId="{E5A1AE0A-D964-4669-B03E-987D59F22204}" dt="2021-10-14T10:16:47.651" v="1" actId="20577"/>
        <pc:sldMkLst>
          <pc:docMk/>
          <pc:sldMk cId="3342625250" sldId="259"/>
        </pc:sldMkLst>
        <pc:spChg chg="mod">
          <ac:chgData name="KACHOUR Maher" userId="09775c39-7739-40bf-ba04-c8ef3ab24a94" providerId="ADAL" clId="{E5A1AE0A-D964-4669-B03E-987D59F22204}" dt="2021-10-14T10:16:47.651" v="1" actId="20577"/>
          <ac:spMkLst>
            <pc:docMk/>
            <pc:sldMk cId="3342625250" sldId="259"/>
            <ac:spMk id="3" creationId="{86DA4EC6-6600-48BE-AED2-90A0A908CF8F}"/>
          </ac:spMkLst>
        </pc:spChg>
      </pc:sldChg>
    </pc:docChg>
  </pc:docChgLst>
  <pc:docChgLst>
    <pc:chgData name="KACHOUR Maher" userId="09775c39-7739-40bf-ba04-c8ef3ab24a94" providerId="ADAL" clId="{A8841C3D-1AEE-4DB5-A2DF-B8A7F8A93579}"/>
    <pc:docChg chg="undo custSel modSld">
      <pc:chgData name="KACHOUR Maher" userId="09775c39-7739-40bf-ba04-c8ef3ab24a94" providerId="ADAL" clId="{A8841C3D-1AEE-4DB5-A2DF-B8A7F8A93579}" dt="2021-10-16T15:40:02.698" v="16" actId="255"/>
      <pc:docMkLst>
        <pc:docMk/>
      </pc:docMkLst>
      <pc:sldChg chg="modSp mod">
        <pc:chgData name="KACHOUR Maher" userId="09775c39-7739-40bf-ba04-c8ef3ab24a94" providerId="ADAL" clId="{A8841C3D-1AEE-4DB5-A2DF-B8A7F8A93579}" dt="2021-10-16T15:39:32.580" v="11"/>
        <pc:sldMkLst>
          <pc:docMk/>
          <pc:sldMk cId="3884457258" sldId="256"/>
        </pc:sldMkLst>
        <pc:spChg chg="mod">
          <ac:chgData name="KACHOUR Maher" userId="09775c39-7739-40bf-ba04-c8ef3ab24a94" providerId="ADAL" clId="{A8841C3D-1AEE-4DB5-A2DF-B8A7F8A93579}" dt="2021-10-16T15:39:32.580" v="11"/>
          <ac:spMkLst>
            <pc:docMk/>
            <pc:sldMk cId="3884457258" sldId="256"/>
            <ac:spMk id="4" creationId="{DF25F7F9-D26E-4B65-8387-484298AE7CF4}"/>
          </ac:spMkLst>
        </pc:spChg>
      </pc:sldChg>
      <pc:sldChg chg="modSp mod">
        <pc:chgData name="KACHOUR Maher" userId="09775c39-7739-40bf-ba04-c8ef3ab24a94" providerId="ADAL" clId="{A8841C3D-1AEE-4DB5-A2DF-B8A7F8A93579}" dt="2021-10-16T15:32:30.981" v="10" actId="20577"/>
        <pc:sldMkLst>
          <pc:docMk/>
          <pc:sldMk cId="0" sldId="257"/>
        </pc:sldMkLst>
        <pc:spChg chg="mod">
          <ac:chgData name="KACHOUR Maher" userId="09775c39-7739-40bf-ba04-c8ef3ab24a94" providerId="ADAL" clId="{A8841C3D-1AEE-4DB5-A2DF-B8A7F8A93579}" dt="2021-10-16T15:32:30.981" v="10" actId="20577"/>
          <ac:spMkLst>
            <pc:docMk/>
            <pc:sldMk cId="0" sldId="257"/>
            <ac:spMk id="3" creationId="{00000000-0000-0000-0000-000000000000}"/>
          </ac:spMkLst>
        </pc:spChg>
      </pc:sldChg>
      <pc:sldChg chg="modSp mod">
        <pc:chgData name="KACHOUR Maher" userId="09775c39-7739-40bf-ba04-c8ef3ab24a94" providerId="ADAL" clId="{A8841C3D-1AEE-4DB5-A2DF-B8A7F8A93579}" dt="2021-10-16T15:40:02.698" v="16" actId="255"/>
        <pc:sldMkLst>
          <pc:docMk/>
          <pc:sldMk cId="3342625250" sldId="259"/>
        </pc:sldMkLst>
        <pc:spChg chg="mod">
          <ac:chgData name="KACHOUR Maher" userId="09775c39-7739-40bf-ba04-c8ef3ab24a94" providerId="ADAL" clId="{A8841C3D-1AEE-4DB5-A2DF-B8A7F8A93579}" dt="2021-10-16T15:40:02.698" v="16" actId="255"/>
          <ac:spMkLst>
            <pc:docMk/>
            <pc:sldMk cId="3342625250" sldId="259"/>
            <ac:spMk id="3" creationId="{86DA4EC6-6600-48BE-AED2-90A0A908CF8F}"/>
          </ac:spMkLst>
        </pc:spChg>
      </pc:sldChg>
    </pc:docChg>
  </pc:docChgLst>
  <pc:docChgLst>
    <pc:chgData name="KACHOUR Maher" userId="09775c39-7739-40bf-ba04-c8ef3ab24a94" providerId="ADAL" clId="{6FFA43E8-E69E-4987-8994-99024FEA5A58}"/>
    <pc:docChg chg="undo custSel modSld">
      <pc:chgData name="KACHOUR Maher" userId="09775c39-7739-40bf-ba04-c8ef3ab24a94" providerId="ADAL" clId="{6FFA43E8-E69E-4987-8994-99024FEA5A58}" dt="2021-10-14T14:58:38.627" v="40" actId="20577"/>
      <pc:docMkLst>
        <pc:docMk/>
      </pc:docMkLst>
      <pc:sldChg chg="modSp mod">
        <pc:chgData name="KACHOUR Maher" userId="09775c39-7739-40bf-ba04-c8ef3ab24a94" providerId="ADAL" clId="{6FFA43E8-E69E-4987-8994-99024FEA5A58}" dt="2021-10-14T14:56:46.618" v="29" actId="20577"/>
        <pc:sldMkLst>
          <pc:docMk/>
          <pc:sldMk cId="3884457258" sldId="256"/>
        </pc:sldMkLst>
        <pc:spChg chg="mod">
          <ac:chgData name="KACHOUR Maher" userId="09775c39-7739-40bf-ba04-c8ef3ab24a94" providerId="ADAL" clId="{6FFA43E8-E69E-4987-8994-99024FEA5A58}" dt="2021-10-14T14:56:46.618" v="29" actId="20577"/>
          <ac:spMkLst>
            <pc:docMk/>
            <pc:sldMk cId="3884457258" sldId="256"/>
            <ac:spMk id="2" creationId="{A4AEDEBA-6FE9-4F23-B02B-9FB71BC17484}"/>
          </ac:spMkLst>
        </pc:spChg>
        <pc:spChg chg="mod">
          <ac:chgData name="KACHOUR Maher" userId="09775c39-7739-40bf-ba04-c8ef3ab24a94" providerId="ADAL" clId="{6FFA43E8-E69E-4987-8994-99024FEA5A58}" dt="2021-10-14T14:56:34.182" v="27" actId="20577"/>
          <ac:spMkLst>
            <pc:docMk/>
            <pc:sldMk cId="3884457258" sldId="256"/>
            <ac:spMk id="4" creationId="{DF25F7F9-D26E-4B65-8387-484298AE7CF4}"/>
          </ac:spMkLst>
        </pc:spChg>
      </pc:sldChg>
      <pc:sldChg chg="modSp mod">
        <pc:chgData name="KACHOUR Maher" userId="09775c39-7739-40bf-ba04-c8ef3ab24a94" providerId="ADAL" clId="{6FFA43E8-E69E-4987-8994-99024FEA5A58}" dt="2021-10-14T14:57:07.110" v="31" actId="20577"/>
        <pc:sldMkLst>
          <pc:docMk/>
          <pc:sldMk cId="1632906986" sldId="258"/>
        </pc:sldMkLst>
        <pc:spChg chg="mod">
          <ac:chgData name="KACHOUR Maher" userId="09775c39-7739-40bf-ba04-c8ef3ab24a94" providerId="ADAL" clId="{6FFA43E8-E69E-4987-8994-99024FEA5A58}" dt="2021-10-14T14:57:07.110" v="31" actId="20577"/>
          <ac:spMkLst>
            <pc:docMk/>
            <pc:sldMk cId="1632906986" sldId="258"/>
            <ac:spMk id="2" creationId="{A4AEDEBA-6FE9-4F23-B02B-9FB71BC17484}"/>
          </ac:spMkLst>
        </pc:spChg>
      </pc:sldChg>
      <pc:sldChg chg="modSp mod">
        <pc:chgData name="KACHOUR Maher" userId="09775c39-7739-40bf-ba04-c8ef3ab24a94" providerId="ADAL" clId="{6FFA43E8-E69E-4987-8994-99024FEA5A58}" dt="2021-10-14T14:58:29.295" v="36" actId="255"/>
        <pc:sldMkLst>
          <pc:docMk/>
          <pc:sldMk cId="3342625250" sldId="259"/>
        </pc:sldMkLst>
        <pc:spChg chg="mod">
          <ac:chgData name="KACHOUR Maher" userId="09775c39-7739-40bf-ba04-c8ef3ab24a94" providerId="ADAL" clId="{6FFA43E8-E69E-4987-8994-99024FEA5A58}" dt="2021-10-14T14:58:29.295" v="36" actId="255"/>
          <ac:spMkLst>
            <pc:docMk/>
            <pc:sldMk cId="3342625250" sldId="259"/>
            <ac:spMk id="3" creationId="{86DA4EC6-6600-48BE-AED2-90A0A908CF8F}"/>
          </ac:spMkLst>
        </pc:spChg>
      </pc:sldChg>
      <pc:sldChg chg="modSp mod">
        <pc:chgData name="KACHOUR Maher" userId="09775c39-7739-40bf-ba04-c8ef3ab24a94" providerId="ADAL" clId="{6FFA43E8-E69E-4987-8994-99024FEA5A58}" dt="2021-10-14T14:58:34.860" v="38" actId="20577"/>
        <pc:sldMkLst>
          <pc:docMk/>
          <pc:sldMk cId="962425727" sldId="260"/>
        </pc:sldMkLst>
        <pc:spChg chg="mod">
          <ac:chgData name="KACHOUR Maher" userId="09775c39-7739-40bf-ba04-c8ef3ab24a94" providerId="ADAL" clId="{6FFA43E8-E69E-4987-8994-99024FEA5A58}" dt="2021-10-14T14:58:34.860" v="38" actId="20577"/>
          <ac:spMkLst>
            <pc:docMk/>
            <pc:sldMk cId="962425727" sldId="260"/>
            <ac:spMk id="2" creationId="{159DF4AF-EB56-497F-9EC4-3792B7715C09}"/>
          </ac:spMkLst>
        </pc:spChg>
      </pc:sldChg>
      <pc:sldChg chg="modSp mod">
        <pc:chgData name="KACHOUR Maher" userId="09775c39-7739-40bf-ba04-c8ef3ab24a94" providerId="ADAL" clId="{6FFA43E8-E69E-4987-8994-99024FEA5A58}" dt="2021-10-14T14:57:22.372" v="34" actId="14734"/>
        <pc:sldMkLst>
          <pc:docMk/>
          <pc:sldMk cId="925746931" sldId="261"/>
        </pc:sldMkLst>
        <pc:spChg chg="mod">
          <ac:chgData name="KACHOUR Maher" userId="09775c39-7739-40bf-ba04-c8ef3ab24a94" providerId="ADAL" clId="{6FFA43E8-E69E-4987-8994-99024FEA5A58}" dt="2021-10-14T14:57:11.292" v="33" actId="20577"/>
          <ac:spMkLst>
            <pc:docMk/>
            <pc:sldMk cId="925746931" sldId="261"/>
            <ac:spMk id="2" creationId="{A4AEDEBA-6FE9-4F23-B02B-9FB71BC17484}"/>
          </ac:spMkLst>
        </pc:spChg>
        <pc:graphicFrameChg chg="modGraphic">
          <ac:chgData name="KACHOUR Maher" userId="09775c39-7739-40bf-ba04-c8ef3ab24a94" providerId="ADAL" clId="{6FFA43E8-E69E-4987-8994-99024FEA5A58}" dt="2021-10-14T14:57:22.372" v="34" actId="14734"/>
          <ac:graphicFrameMkLst>
            <pc:docMk/>
            <pc:sldMk cId="925746931" sldId="261"/>
            <ac:graphicFrameMk id="5" creationId="{C5935286-E84C-4A5B-9E95-1C36A0F9B1CD}"/>
          </ac:graphicFrameMkLst>
        </pc:graphicFrameChg>
      </pc:sldChg>
      <pc:sldChg chg="modSp mod">
        <pc:chgData name="KACHOUR Maher" userId="09775c39-7739-40bf-ba04-c8ef3ab24a94" providerId="ADAL" clId="{6FFA43E8-E69E-4987-8994-99024FEA5A58}" dt="2021-10-14T14:58:38.627" v="40" actId="20577"/>
        <pc:sldMkLst>
          <pc:docMk/>
          <pc:sldMk cId="4200507792" sldId="262"/>
        </pc:sldMkLst>
        <pc:spChg chg="mod">
          <ac:chgData name="KACHOUR Maher" userId="09775c39-7739-40bf-ba04-c8ef3ab24a94" providerId="ADAL" clId="{6FFA43E8-E69E-4987-8994-99024FEA5A58}" dt="2021-10-14T14:58:38.627" v="40" actId="20577"/>
          <ac:spMkLst>
            <pc:docMk/>
            <pc:sldMk cId="4200507792" sldId="262"/>
            <ac:spMk id="2" creationId="{159DF4AF-EB56-497F-9EC4-3792B7715C0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7AE212-0171-46AE-8E49-1CDDCCBAB5E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69D17709-3586-4413-8C57-88A655BF61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812FB15F-31F7-42EB-97F8-CDB8699A8191}"/>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5" name="Espace réservé du pied de page 4">
            <a:extLst>
              <a:ext uri="{FF2B5EF4-FFF2-40B4-BE49-F238E27FC236}">
                <a16:creationId xmlns:a16="http://schemas.microsoft.com/office/drawing/2014/main" id="{CAE9C7CD-64B8-465E-8053-798C6AE592C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C1F7703-1EDD-4526-BB95-F54078D1A414}"/>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4161759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47C34B-654C-4571-88BB-488402A84D9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F5515DB-EE46-4EA1-8A3E-B632968AD67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DEA2172-2869-4AA5-B383-D557538A0A1B}"/>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5" name="Espace réservé du pied de page 4">
            <a:extLst>
              <a:ext uri="{FF2B5EF4-FFF2-40B4-BE49-F238E27FC236}">
                <a16:creationId xmlns:a16="http://schemas.microsoft.com/office/drawing/2014/main" id="{D3B9714E-411E-4AC0-8966-07D5760F953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8C6D21D-937B-40C2-8A63-39058266B5C6}"/>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885094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C42E3D-CA4F-4BFD-AD36-0904DB5DB9CF}"/>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EFD7A04-81BC-4037-AD3E-A48294CE97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40E4EE9-6E93-4965-9058-70FB387B0078}"/>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5" name="Espace réservé du pied de page 4">
            <a:extLst>
              <a:ext uri="{FF2B5EF4-FFF2-40B4-BE49-F238E27FC236}">
                <a16:creationId xmlns:a16="http://schemas.microsoft.com/office/drawing/2014/main" id="{76B8D8E3-9541-497D-9ECB-DD57953FC9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0F9D0DC-EC51-4995-BE87-F5FC4515E471}"/>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1829979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E2D7BA-FC12-4C5A-AB53-E05F7C796D0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F4F1541-9C69-4927-90B4-2122644C600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9DA90D8A-E81D-407C-B6C1-52938941681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5860C9D-CE69-43AE-8868-EEE59E389699}"/>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6" name="Espace réservé du pied de page 5">
            <a:extLst>
              <a:ext uri="{FF2B5EF4-FFF2-40B4-BE49-F238E27FC236}">
                <a16:creationId xmlns:a16="http://schemas.microsoft.com/office/drawing/2014/main" id="{F4D103D5-EAD2-451B-8D25-3BD09AECF43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581D7E5-B079-468B-92CF-12BB8ED99C7B}"/>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1446996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DFD046-AA2D-4F99-BE42-B7289FCCEA2F}"/>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220E4D5C-6CCE-4BA3-9CC4-DC8893C5E0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04D4306-EC37-4953-9EE6-F4826F13D74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756300F-C5BC-4DB6-B830-BA60955685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158BD14-4231-410F-A447-354D62C0DA5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58E48DF-9B31-4CBC-A75D-4BCF2BEB169B}"/>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8" name="Espace réservé du pied de page 7">
            <a:extLst>
              <a:ext uri="{FF2B5EF4-FFF2-40B4-BE49-F238E27FC236}">
                <a16:creationId xmlns:a16="http://schemas.microsoft.com/office/drawing/2014/main" id="{38314C72-1EDA-4BDE-BE53-5D437EE9E34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6B7C118E-36BB-4471-821A-2F130F215C68}"/>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3460002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4175DE-1319-4C91-9BFD-77C791B6180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00D5AD8-9D44-4AA1-9983-40F3FB555689}"/>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4" name="Espace réservé du pied de page 3">
            <a:extLst>
              <a:ext uri="{FF2B5EF4-FFF2-40B4-BE49-F238E27FC236}">
                <a16:creationId xmlns:a16="http://schemas.microsoft.com/office/drawing/2014/main" id="{25287635-D1F4-41FD-9CBB-9AD8A796199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B64C0172-E288-4D63-B4BB-6564BF203CD1}"/>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1910136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CA904FE6-BCB0-4FBF-8C1D-D66B3AE89895}"/>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3" name="Espace réservé du pied de page 2">
            <a:extLst>
              <a:ext uri="{FF2B5EF4-FFF2-40B4-BE49-F238E27FC236}">
                <a16:creationId xmlns:a16="http://schemas.microsoft.com/office/drawing/2014/main" id="{F1087665-B103-42FD-9E8E-9358EAF8B4FC}"/>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B01C9F2-C9A9-432C-A5CB-435BCFF4EEE7}"/>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875228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DDAE7A-4833-4438-B97D-50321F0D43B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FE54D6FC-DB41-43FC-93F3-0ABE14ABD1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2073487C-5798-4C11-928D-46165B538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F7A70DF-3C03-4B95-857D-B30D0594A22B}"/>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6" name="Espace réservé du pied de page 5">
            <a:extLst>
              <a:ext uri="{FF2B5EF4-FFF2-40B4-BE49-F238E27FC236}">
                <a16:creationId xmlns:a16="http://schemas.microsoft.com/office/drawing/2014/main" id="{9065463C-4C8C-42BE-9B2F-3F1FF474633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3FCA3A6-3649-480C-A08B-F92A72158D93}"/>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741507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7E3B22-1637-4513-B016-4EB166A5D5A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B9897341-9FBD-474E-A55E-14082D876B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E46A815-DCFA-4152-8DA8-1FDF07CBF5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0B3575E-3689-4618-8E8E-CBDEF1DEBC34}"/>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6" name="Espace réservé du pied de page 5">
            <a:extLst>
              <a:ext uri="{FF2B5EF4-FFF2-40B4-BE49-F238E27FC236}">
                <a16:creationId xmlns:a16="http://schemas.microsoft.com/office/drawing/2014/main" id="{2B64D76A-4F97-44F8-A38C-2C3735A4B9F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07FBBC9-F694-403C-8CD9-C875965A40E4}"/>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2750819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5D5356-44D7-4AF8-93AB-EF50760E19BF}"/>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13A9FDB-515C-4224-A8E8-ECE965CA952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B5EA598-D460-4768-AC9B-4804E0D6705C}"/>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5" name="Espace réservé du pied de page 4">
            <a:extLst>
              <a:ext uri="{FF2B5EF4-FFF2-40B4-BE49-F238E27FC236}">
                <a16:creationId xmlns:a16="http://schemas.microsoft.com/office/drawing/2014/main" id="{1217A8A6-7F41-4137-AA90-DDF2098E1CE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977FC1C-AF2A-422A-9E5D-140ABAD775A8}"/>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1665716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2B73B33-C23C-4B6F-9A5A-C0A90D0964B5}"/>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51058171-B4A0-4913-B9D3-530F4A106EE0}"/>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3AAA07E-0501-45F5-BCF3-EAAE49ADE1AA}"/>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5" name="Espace réservé du pied de page 4">
            <a:extLst>
              <a:ext uri="{FF2B5EF4-FFF2-40B4-BE49-F238E27FC236}">
                <a16:creationId xmlns:a16="http://schemas.microsoft.com/office/drawing/2014/main" id="{DB12B5C0-2D5F-4C25-8A6A-A29E22A15DC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E49CD76-AADA-49E9-AA96-E76AE025EFFA}"/>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2015786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FB94CA4-ABA4-4E64-8113-4F30EC80B7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AE283C3-B9A1-4DBB-9349-EC7E3AF071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97D2094-3FF4-4D62-8640-40630C8C11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05F16C-AE71-49F6-89C0-B3088814C8AC}" type="datetimeFigureOut">
              <a:rPr lang="fr-FR" smtClean="0"/>
              <a:t>16/10/2021</a:t>
            </a:fld>
            <a:endParaRPr lang="fr-FR"/>
          </a:p>
        </p:txBody>
      </p:sp>
      <p:sp>
        <p:nvSpPr>
          <p:cNvPr id="5" name="Espace réservé du pied de page 4">
            <a:extLst>
              <a:ext uri="{FF2B5EF4-FFF2-40B4-BE49-F238E27FC236}">
                <a16:creationId xmlns:a16="http://schemas.microsoft.com/office/drawing/2014/main" id="{6A7C3CA7-F6EE-4ACF-94D4-6A8B9B50E8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21D4DAD6-0976-4B5B-BAF6-C35949083D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7174FD-5829-4ACE-BC71-68B7C3386B15}" type="slidenum">
              <a:rPr lang="fr-FR" smtClean="0"/>
              <a:t>‹N°›</a:t>
            </a:fld>
            <a:endParaRPr lang="fr-FR"/>
          </a:p>
        </p:txBody>
      </p:sp>
    </p:spTree>
    <p:extLst>
      <p:ext uri="{BB962C8B-B14F-4D97-AF65-F5344CB8AC3E}">
        <p14:creationId xmlns:p14="http://schemas.microsoft.com/office/powerpoint/2010/main" val="38745659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8" name="Picture 414" descr="C:\Users\Tom\AppData\Local\Microsoft\Windows\Temporary Internet Files\Content.IE5\54P6HUVA\MPj04385580000[1].jpg"/>
          <p:cNvPicPr>
            <a:picLocks noChangeAspect="1" noChangeArrowheads="1"/>
          </p:cNvPicPr>
          <p:nvPr/>
        </p:nvPicPr>
        <p:blipFill>
          <a:blip r:embed="rId2" cstate="print"/>
          <a:srcRect/>
          <a:stretch>
            <a:fillRect/>
          </a:stretch>
        </p:blipFill>
        <p:spPr bwMode="auto">
          <a:xfrm>
            <a:off x="0" y="0"/>
            <a:ext cx="12192000" cy="8001000"/>
          </a:xfrm>
          <a:prstGeom prst="rect">
            <a:avLst/>
          </a:prstGeom>
          <a:noFill/>
        </p:spPr>
      </p:pic>
      <p:sp>
        <p:nvSpPr>
          <p:cNvPr id="3" name="Sous-titre 2"/>
          <p:cNvSpPr>
            <a:spLocks noGrp="1"/>
          </p:cNvSpPr>
          <p:nvPr>
            <p:ph type="subTitle" idx="1"/>
          </p:nvPr>
        </p:nvSpPr>
        <p:spPr/>
        <p:txBody>
          <a:bodyPr/>
          <a:lstStyle/>
          <a:p>
            <a:r>
              <a:rPr lang="fr-FR">
                <a:solidFill>
                  <a:schemeClr val="tx1"/>
                </a:solidFill>
                <a:latin typeface="Cambria" panose="02040503050406030204" pitchFamily="18" charset="0"/>
                <a:ea typeface="Cambria" panose="02040503050406030204" pitchFamily="18" charset="0"/>
              </a:rPr>
              <a:t>Session </a:t>
            </a:r>
            <a:r>
              <a:rPr lang="fr-FR" dirty="0">
                <a:solidFill>
                  <a:schemeClr val="tx1"/>
                </a:solidFill>
                <a:latin typeface="Cambria" panose="02040503050406030204" pitchFamily="18" charset="0"/>
                <a:ea typeface="Cambria" panose="02040503050406030204" pitchFamily="18" charset="0"/>
              </a:rPr>
              <a:t>2 </a:t>
            </a:r>
          </a:p>
          <a:p>
            <a:r>
              <a:rPr lang="fr-FR" dirty="0">
                <a:solidFill>
                  <a:schemeClr val="tx1"/>
                </a:solidFill>
                <a:latin typeface="Cambria" panose="02040503050406030204" pitchFamily="18" charset="0"/>
                <a:ea typeface="Cambria" panose="02040503050406030204" pitchFamily="18" charset="0"/>
              </a:rPr>
              <a:t>M. Kachour</a:t>
            </a:r>
          </a:p>
        </p:txBody>
      </p:sp>
      <p:sp>
        <p:nvSpPr>
          <p:cNvPr id="2" name="Titre 1"/>
          <p:cNvSpPr>
            <a:spLocks noGrp="1"/>
          </p:cNvSpPr>
          <p:nvPr>
            <p:ph type="ctrTitle"/>
          </p:nvPr>
        </p:nvSpPr>
        <p:spPr/>
        <p:txBody>
          <a:bodyPr/>
          <a:lstStyle/>
          <a:p>
            <a:r>
              <a:rPr lang="en-AU" dirty="0">
                <a:latin typeface="Cambria" panose="02040503050406030204" pitchFamily="18" charset="0"/>
                <a:ea typeface="Cambria" panose="02040503050406030204" pitchFamily="18" charset="0"/>
              </a:rPr>
              <a:t>Data Description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AEDEBA-6FE9-4F23-B02B-9FB71BC17484}"/>
              </a:ext>
            </a:extLst>
          </p:cNvPr>
          <p:cNvSpPr>
            <a:spLocks noGrp="1"/>
          </p:cNvSpPr>
          <p:nvPr>
            <p:ph type="ctrTitle"/>
          </p:nvPr>
        </p:nvSpPr>
        <p:spPr>
          <a:xfrm>
            <a:off x="1457325" y="25698"/>
            <a:ext cx="9144000" cy="1230312"/>
          </a:xfrm>
        </p:spPr>
        <p:txBody>
          <a:bodyPr/>
          <a:lstStyle/>
          <a:p>
            <a:r>
              <a:rPr lang="fr-FR" dirty="0" err="1"/>
              <a:t>Exercise</a:t>
            </a:r>
            <a:r>
              <a:rPr lang="fr-FR" dirty="0"/>
              <a:t> 1</a:t>
            </a:r>
          </a:p>
        </p:txBody>
      </p:sp>
      <p:sp>
        <p:nvSpPr>
          <p:cNvPr id="4" name="ZoneTexte 3">
            <a:extLst>
              <a:ext uri="{FF2B5EF4-FFF2-40B4-BE49-F238E27FC236}">
                <a16:creationId xmlns:a16="http://schemas.microsoft.com/office/drawing/2014/main" id="{DF25F7F9-D26E-4B65-8387-484298AE7CF4}"/>
              </a:ext>
            </a:extLst>
          </p:cNvPr>
          <p:cNvSpPr txBox="1"/>
          <p:nvPr/>
        </p:nvSpPr>
        <p:spPr>
          <a:xfrm>
            <a:off x="438150" y="1438275"/>
            <a:ext cx="10039350" cy="5355312"/>
          </a:xfrm>
          <a:prstGeom prst="rect">
            <a:avLst/>
          </a:prstGeom>
          <a:noFill/>
        </p:spPr>
        <p:txBody>
          <a:bodyPr wrap="square" rtlCol="0">
            <a:spAutoFit/>
          </a:bodyPr>
          <a:lstStyle/>
          <a:p>
            <a:r>
              <a:rPr lang="en-US" dirty="0"/>
              <a:t>We studied the morning temperature (i.e. measured between 7am and 7.30am) over 200 days chosen randomly from the winter periods observed over the last 20 years. 
The data are represented in the following table:
</a:t>
            </a:r>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pPr marL="285750" indent="-285750">
              <a:buFontTx/>
              <a:buChar char="-"/>
            </a:pPr>
            <a:r>
              <a:rPr lang="en-US" dirty="0"/>
              <a:t>Represent Graphically  data
Plot the curve of increasing cumulative frequencies</a:t>
            </a:r>
            <a:endParaRPr lang="fr-FR" dirty="0"/>
          </a:p>
          <a:p>
            <a:endParaRPr lang="fr-FR" dirty="0"/>
          </a:p>
          <a:p>
            <a:endParaRPr lang="fr-FR" dirty="0"/>
          </a:p>
          <a:p>
            <a:endParaRPr lang="fr-FR" dirty="0"/>
          </a:p>
        </p:txBody>
      </p:sp>
      <p:graphicFrame>
        <p:nvGraphicFramePr>
          <p:cNvPr id="5" name="Tableau 5">
            <a:extLst>
              <a:ext uri="{FF2B5EF4-FFF2-40B4-BE49-F238E27FC236}">
                <a16:creationId xmlns:a16="http://schemas.microsoft.com/office/drawing/2014/main" id="{8D618231-F795-4672-A643-43223F39DFB3}"/>
              </a:ext>
            </a:extLst>
          </p:cNvPr>
          <p:cNvGraphicFramePr>
            <a:graphicFrameLocks noGrp="1"/>
          </p:cNvGraphicFramePr>
          <p:nvPr>
            <p:extLst>
              <p:ext uri="{D42A27DB-BD31-4B8C-83A1-F6EECF244321}">
                <p14:modId xmlns:p14="http://schemas.microsoft.com/office/powerpoint/2010/main" val="4141899791"/>
              </p:ext>
            </p:extLst>
          </p:nvPr>
        </p:nvGraphicFramePr>
        <p:xfrm>
          <a:off x="4337050" y="2743200"/>
          <a:ext cx="3711575" cy="2494280"/>
        </p:xfrm>
        <a:graphic>
          <a:graphicData uri="http://schemas.openxmlformats.org/drawingml/2006/table">
            <a:tbl>
              <a:tblPr firstRow="1" bandRow="1">
                <a:tableStyleId>{5C22544A-7EE6-4342-B048-85BDC9FD1C3A}</a:tableStyleId>
              </a:tblPr>
              <a:tblGrid>
                <a:gridCol w="1435100">
                  <a:extLst>
                    <a:ext uri="{9D8B030D-6E8A-4147-A177-3AD203B41FA5}">
                      <a16:colId xmlns:a16="http://schemas.microsoft.com/office/drawing/2014/main" val="3196339109"/>
                    </a:ext>
                  </a:extLst>
                </a:gridCol>
                <a:gridCol w="2276475">
                  <a:extLst>
                    <a:ext uri="{9D8B030D-6E8A-4147-A177-3AD203B41FA5}">
                      <a16:colId xmlns:a16="http://schemas.microsoft.com/office/drawing/2014/main" val="623701906"/>
                    </a:ext>
                  </a:extLst>
                </a:gridCol>
              </a:tblGrid>
              <a:tr h="370840">
                <a:tc>
                  <a:txBody>
                    <a:bodyPr/>
                    <a:lstStyle/>
                    <a:p>
                      <a:r>
                        <a:rPr lang="fr-FR" dirty="0" err="1"/>
                        <a:t>Temperature</a:t>
                      </a:r>
                      <a:r>
                        <a:rPr lang="fr-FR" dirty="0"/>
                        <a:t>
</a:t>
                      </a:r>
                    </a:p>
                  </a:txBody>
                  <a:tcPr/>
                </a:tc>
                <a:tc>
                  <a:txBody>
                    <a:bodyPr/>
                    <a:lstStyle/>
                    <a:p>
                      <a:r>
                        <a:rPr lang="fr-FR" dirty="0" err="1"/>
                        <a:t>Number</a:t>
                      </a:r>
                      <a:r>
                        <a:rPr lang="fr-FR" dirty="0"/>
                        <a:t> of </a:t>
                      </a:r>
                      <a:r>
                        <a:rPr lang="fr-FR" dirty="0" err="1"/>
                        <a:t>days</a:t>
                      </a:r>
                      <a:r>
                        <a:rPr lang="fr-FR" dirty="0"/>
                        <a:t>
</a:t>
                      </a:r>
                    </a:p>
                  </a:txBody>
                  <a:tcPr/>
                </a:tc>
                <a:extLst>
                  <a:ext uri="{0D108BD9-81ED-4DB2-BD59-A6C34878D82A}">
                    <a16:rowId xmlns:a16="http://schemas.microsoft.com/office/drawing/2014/main" val="751406549"/>
                  </a:ext>
                </a:extLst>
              </a:tr>
              <a:tr h="370840">
                <a:tc>
                  <a:txBody>
                    <a:bodyPr/>
                    <a:lstStyle/>
                    <a:p>
                      <a:r>
                        <a:rPr lang="fr-FR" dirty="0"/>
                        <a:t>-1</a:t>
                      </a:r>
                    </a:p>
                  </a:txBody>
                  <a:tcPr/>
                </a:tc>
                <a:tc>
                  <a:txBody>
                    <a:bodyPr/>
                    <a:lstStyle/>
                    <a:p>
                      <a:r>
                        <a:rPr lang="fr-FR" dirty="0"/>
                        <a:t>40</a:t>
                      </a:r>
                    </a:p>
                  </a:txBody>
                  <a:tcPr/>
                </a:tc>
                <a:extLst>
                  <a:ext uri="{0D108BD9-81ED-4DB2-BD59-A6C34878D82A}">
                    <a16:rowId xmlns:a16="http://schemas.microsoft.com/office/drawing/2014/main" val="1597273899"/>
                  </a:ext>
                </a:extLst>
              </a:tr>
              <a:tr h="370840">
                <a:tc>
                  <a:txBody>
                    <a:bodyPr/>
                    <a:lstStyle/>
                    <a:p>
                      <a:r>
                        <a:rPr lang="fr-FR" dirty="0"/>
                        <a:t>0</a:t>
                      </a:r>
                    </a:p>
                  </a:txBody>
                  <a:tcPr/>
                </a:tc>
                <a:tc>
                  <a:txBody>
                    <a:bodyPr/>
                    <a:lstStyle/>
                    <a:p>
                      <a:r>
                        <a:rPr lang="fr-FR" dirty="0"/>
                        <a:t>34</a:t>
                      </a:r>
                    </a:p>
                  </a:txBody>
                  <a:tcPr/>
                </a:tc>
                <a:extLst>
                  <a:ext uri="{0D108BD9-81ED-4DB2-BD59-A6C34878D82A}">
                    <a16:rowId xmlns:a16="http://schemas.microsoft.com/office/drawing/2014/main" val="3340744488"/>
                  </a:ext>
                </a:extLst>
              </a:tr>
              <a:tr h="370840">
                <a:tc>
                  <a:txBody>
                    <a:bodyPr/>
                    <a:lstStyle/>
                    <a:p>
                      <a:r>
                        <a:rPr lang="fr-FR" dirty="0"/>
                        <a:t>2</a:t>
                      </a:r>
                    </a:p>
                  </a:txBody>
                  <a:tcPr/>
                </a:tc>
                <a:tc>
                  <a:txBody>
                    <a:bodyPr/>
                    <a:lstStyle/>
                    <a:p>
                      <a:r>
                        <a:rPr lang="fr-FR" dirty="0"/>
                        <a:t>86</a:t>
                      </a:r>
                    </a:p>
                  </a:txBody>
                  <a:tcPr/>
                </a:tc>
                <a:extLst>
                  <a:ext uri="{0D108BD9-81ED-4DB2-BD59-A6C34878D82A}">
                    <a16:rowId xmlns:a16="http://schemas.microsoft.com/office/drawing/2014/main" val="3117472185"/>
                  </a:ext>
                </a:extLst>
              </a:tr>
              <a:tr h="370840">
                <a:tc>
                  <a:txBody>
                    <a:bodyPr/>
                    <a:lstStyle/>
                    <a:p>
                      <a:r>
                        <a:rPr lang="fr-FR" dirty="0"/>
                        <a:t>3</a:t>
                      </a:r>
                    </a:p>
                  </a:txBody>
                  <a:tcPr/>
                </a:tc>
                <a:tc>
                  <a:txBody>
                    <a:bodyPr/>
                    <a:lstStyle/>
                    <a:p>
                      <a:r>
                        <a:rPr lang="fr-FR" dirty="0"/>
                        <a:t>20</a:t>
                      </a:r>
                    </a:p>
                  </a:txBody>
                  <a:tcPr/>
                </a:tc>
                <a:extLst>
                  <a:ext uri="{0D108BD9-81ED-4DB2-BD59-A6C34878D82A}">
                    <a16:rowId xmlns:a16="http://schemas.microsoft.com/office/drawing/2014/main" val="2961163649"/>
                  </a:ext>
                </a:extLst>
              </a:tr>
              <a:tr h="370840">
                <a:tc>
                  <a:txBody>
                    <a:bodyPr/>
                    <a:lstStyle/>
                    <a:p>
                      <a:r>
                        <a:rPr lang="fr-FR" dirty="0"/>
                        <a:t>7</a:t>
                      </a:r>
                    </a:p>
                  </a:txBody>
                  <a:tcPr/>
                </a:tc>
                <a:tc>
                  <a:txBody>
                    <a:bodyPr/>
                    <a:lstStyle/>
                    <a:p>
                      <a:r>
                        <a:rPr lang="fr-FR" dirty="0"/>
                        <a:t>20</a:t>
                      </a:r>
                    </a:p>
                  </a:txBody>
                  <a:tcPr/>
                </a:tc>
                <a:extLst>
                  <a:ext uri="{0D108BD9-81ED-4DB2-BD59-A6C34878D82A}">
                    <a16:rowId xmlns:a16="http://schemas.microsoft.com/office/drawing/2014/main" val="2867687223"/>
                  </a:ext>
                </a:extLst>
              </a:tr>
            </a:tbl>
          </a:graphicData>
        </a:graphic>
      </p:graphicFrame>
    </p:spTree>
    <p:extLst>
      <p:ext uri="{BB962C8B-B14F-4D97-AF65-F5344CB8AC3E}">
        <p14:creationId xmlns:p14="http://schemas.microsoft.com/office/powerpoint/2010/main" val="3884457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1108D4-39B3-4DBB-BCC6-638D9C4AD0A7}"/>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2EBBDDD-2163-484C-9C44-D40F80B78BC0}"/>
              </a:ext>
            </a:extLst>
          </p:cNvPr>
          <p:cNvSpPr txBox="1"/>
          <p:nvPr/>
        </p:nvSpPr>
        <p:spPr>
          <a:xfrm>
            <a:off x="609600" y="1690688"/>
            <a:ext cx="11096625" cy="4976812"/>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2382332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1108D4-39B3-4DBB-BCC6-638D9C4AD0A7}"/>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2EBBDDD-2163-484C-9C44-D40F80B78BC0}"/>
              </a:ext>
            </a:extLst>
          </p:cNvPr>
          <p:cNvSpPr txBox="1"/>
          <p:nvPr/>
        </p:nvSpPr>
        <p:spPr>
          <a:xfrm>
            <a:off x="609600" y="1690688"/>
            <a:ext cx="11096625" cy="4976812"/>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3625243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9DF4AF-EB56-497F-9EC4-3792B7715C09}"/>
              </a:ext>
            </a:extLst>
          </p:cNvPr>
          <p:cNvSpPr>
            <a:spLocks noGrp="1"/>
          </p:cNvSpPr>
          <p:nvPr>
            <p:ph type="title"/>
          </p:nvPr>
        </p:nvSpPr>
        <p:spPr>
          <a:xfrm>
            <a:off x="838200" y="214153"/>
            <a:ext cx="10515600" cy="1325563"/>
          </a:xfrm>
        </p:spPr>
        <p:txBody>
          <a:bodyPr/>
          <a:lstStyle/>
          <a:p>
            <a:pPr algn="ctr"/>
            <a:r>
              <a:rPr lang="fr-FR" dirty="0" err="1"/>
              <a:t>Exercise</a:t>
            </a:r>
            <a:r>
              <a:rPr lang="fr-FR" dirty="0"/>
              <a:t> 2</a:t>
            </a:r>
          </a:p>
        </p:txBody>
      </p:sp>
      <p:sp>
        <p:nvSpPr>
          <p:cNvPr id="3" name="Espace réservé du contenu 2">
            <a:extLst>
              <a:ext uri="{FF2B5EF4-FFF2-40B4-BE49-F238E27FC236}">
                <a16:creationId xmlns:a16="http://schemas.microsoft.com/office/drawing/2014/main" id="{86DA4EC6-6600-48BE-AED2-90A0A908CF8F}"/>
              </a:ext>
            </a:extLst>
          </p:cNvPr>
          <p:cNvSpPr>
            <a:spLocks noGrp="1"/>
          </p:cNvSpPr>
          <p:nvPr>
            <p:ph idx="1"/>
          </p:nvPr>
        </p:nvSpPr>
        <p:spPr>
          <a:xfrm>
            <a:off x="838200" y="1539716"/>
            <a:ext cx="10515600" cy="4842034"/>
          </a:xfrm>
        </p:spPr>
        <p:txBody>
          <a:bodyPr>
            <a:normAutofit fontScale="70000" lnSpcReduction="20000"/>
          </a:bodyPr>
          <a:lstStyle/>
          <a:p>
            <a:pPr marL="0" indent="0">
              <a:buNone/>
            </a:pPr>
            <a:r>
              <a:rPr lang="en-US" sz="2900" dirty="0"/>
              <a:t>We studied the morning speed (i.e. measured (in Km/h) between 7am and 7.30am) of the wind over 240 days chosen randomly</a:t>
            </a:r>
            <a:r>
              <a:rPr lang="en-US" sz="2000" dirty="0"/>
              <a:t> </a:t>
            </a:r>
            <a:r>
              <a:rPr lang="en-US" sz="2900" dirty="0"/>
              <a:t>from the winter periods observed over the last 20 years. 
The data are represented in the following table:
</a:t>
            </a:r>
            <a:endParaRPr lang="fr-FR" sz="2900" dirty="0"/>
          </a:p>
          <a:p>
            <a:pPr marL="0" indent="0">
              <a:buNone/>
            </a:pPr>
            <a:endParaRPr lang="fr-FR" sz="2900" dirty="0"/>
          </a:p>
          <a:p>
            <a:pPr marL="0" indent="0">
              <a:buNone/>
            </a:pPr>
            <a:endParaRPr lang="fr-FR" sz="2900" dirty="0"/>
          </a:p>
          <a:p>
            <a:pPr marL="0" indent="0">
              <a:buNone/>
            </a:pPr>
            <a:endParaRPr lang="fr-FR" sz="2900" dirty="0"/>
          </a:p>
          <a:p>
            <a:pPr marL="0" indent="0">
              <a:buNone/>
            </a:pPr>
            <a:endParaRPr lang="fr-FR" sz="2900" dirty="0"/>
          </a:p>
          <a:p>
            <a:pPr marL="0" indent="0">
              <a:buNone/>
            </a:pPr>
            <a:endParaRPr lang="fr-FR" sz="2900" dirty="0"/>
          </a:p>
          <a:p>
            <a:pPr marL="0" indent="0">
              <a:buNone/>
            </a:pPr>
            <a:endParaRPr lang="fr-FR" sz="2900" dirty="0"/>
          </a:p>
          <a:p>
            <a:pPr marL="0" indent="0">
              <a:buNone/>
            </a:pPr>
            <a:endParaRPr lang="fr-FR" sz="2900" dirty="0"/>
          </a:p>
          <a:p>
            <a:endParaRPr lang="fr-FR" sz="2900" dirty="0"/>
          </a:p>
          <a:p>
            <a:pPr marL="285750" indent="-285750">
              <a:buFontTx/>
              <a:buChar char="-"/>
            </a:pPr>
            <a:r>
              <a:rPr lang="en-US" sz="2900" dirty="0"/>
              <a:t>Represent Graphically  data
Plot the curve of increasing cumulative frequencies</a:t>
            </a:r>
            <a:endParaRPr lang="fr-FR" sz="2900" dirty="0"/>
          </a:p>
          <a:p>
            <a:pPr marL="0" indent="0">
              <a:buNone/>
            </a:pPr>
            <a:endParaRPr lang="fr-FR" dirty="0"/>
          </a:p>
        </p:txBody>
      </p:sp>
      <p:graphicFrame>
        <p:nvGraphicFramePr>
          <p:cNvPr id="4" name="Tableau 3">
            <a:extLst>
              <a:ext uri="{FF2B5EF4-FFF2-40B4-BE49-F238E27FC236}">
                <a16:creationId xmlns:a16="http://schemas.microsoft.com/office/drawing/2014/main" id="{D8731FE7-289F-4569-8899-DD98785D8C02}"/>
              </a:ext>
            </a:extLst>
          </p:cNvPr>
          <p:cNvGraphicFramePr>
            <a:graphicFrameLocks noGrp="1"/>
          </p:cNvGraphicFramePr>
          <p:nvPr>
            <p:extLst>
              <p:ext uri="{D42A27DB-BD31-4B8C-83A1-F6EECF244321}">
                <p14:modId xmlns:p14="http://schemas.microsoft.com/office/powerpoint/2010/main" val="3053574097"/>
              </p:ext>
            </p:extLst>
          </p:nvPr>
        </p:nvGraphicFramePr>
        <p:xfrm>
          <a:off x="5103283" y="2713593"/>
          <a:ext cx="3612092" cy="2494280"/>
        </p:xfrm>
        <a:graphic>
          <a:graphicData uri="http://schemas.openxmlformats.org/drawingml/2006/table">
            <a:tbl>
              <a:tblPr firstRow="1" bandRow="1">
                <a:tableStyleId>{5C22544A-7EE6-4342-B048-85BDC9FD1C3A}</a:tableStyleId>
              </a:tblPr>
              <a:tblGrid>
                <a:gridCol w="1630744">
                  <a:extLst>
                    <a:ext uri="{9D8B030D-6E8A-4147-A177-3AD203B41FA5}">
                      <a16:colId xmlns:a16="http://schemas.microsoft.com/office/drawing/2014/main" val="2512171411"/>
                    </a:ext>
                  </a:extLst>
                </a:gridCol>
                <a:gridCol w="1981348">
                  <a:extLst>
                    <a:ext uri="{9D8B030D-6E8A-4147-A177-3AD203B41FA5}">
                      <a16:colId xmlns:a16="http://schemas.microsoft.com/office/drawing/2014/main" val="174336170"/>
                    </a:ext>
                  </a:extLst>
                </a:gridCol>
              </a:tblGrid>
              <a:tr h="370840">
                <a:tc>
                  <a:txBody>
                    <a:bodyPr/>
                    <a:lstStyle/>
                    <a:p>
                      <a:r>
                        <a:rPr lang="fr-FR" dirty="0"/>
                        <a:t>Speed
</a:t>
                      </a:r>
                    </a:p>
                  </a:txBody>
                  <a:tcPr/>
                </a:tc>
                <a:tc>
                  <a:txBody>
                    <a:bodyPr/>
                    <a:lstStyle/>
                    <a:p>
                      <a:r>
                        <a:rPr lang="fr-FR" dirty="0" err="1"/>
                        <a:t>Number</a:t>
                      </a:r>
                      <a:r>
                        <a:rPr lang="fr-FR" dirty="0"/>
                        <a:t> of </a:t>
                      </a:r>
                      <a:r>
                        <a:rPr lang="fr-FR" dirty="0" err="1"/>
                        <a:t>days</a:t>
                      </a:r>
                      <a:r>
                        <a:rPr lang="fr-FR" dirty="0"/>
                        <a:t>
</a:t>
                      </a:r>
                    </a:p>
                  </a:txBody>
                  <a:tcPr/>
                </a:tc>
                <a:extLst>
                  <a:ext uri="{0D108BD9-81ED-4DB2-BD59-A6C34878D82A}">
                    <a16:rowId xmlns:a16="http://schemas.microsoft.com/office/drawing/2014/main" val="1533465849"/>
                  </a:ext>
                </a:extLst>
              </a:tr>
              <a:tr h="370840">
                <a:tc>
                  <a:txBody>
                    <a:bodyPr/>
                    <a:lstStyle/>
                    <a:p>
                      <a:r>
                        <a:rPr lang="fr-FR" dirty="0"/>
                        <a:t>[0 ; 10[</a:t>
                      </a:r>
                    </a:p>
                  </a:txBody>
                  <a:tcPr/>
                </a:tc>
                <a:tc>
                  <a:txBody>
                    <a:bodyPr/>
                    <a:lstStyle/>
                    <a:p>
                      <a:r>
                        <a:rPr lang="fr-FR" dirty="0"/>
                        <a:t>42</a:t>
                      </a:r>
                    </a:p>
                  </a:txBody>
                  <a:tcPr/>
                </a:tc>
                <a:extLst>
                  <a:ext uri="{0D108BD9-81ED-4DB2-BD59-A6C34878D82A}">
                    <a16:rowId xmlns:a16="http://schemas.microsoft.com/office/drawing/2014/main" val="3657244147"/>
                  </a:ext>
                </a:extLst>
              </a:tr>
              <a:tr h="370840">
                <a:tc>
                  <a:txBody>
                    <a:bodyPr/>
                    <a:lstStyle/>
                    <a:p>
                      <a:r>
                        <a:rPr lang="fr-FR" dirty="0"/>
                        <a:t>[10 ; 30[</a:t>
                      </a:r>
                    </a:p>
                  </a:txBody>
                  <a:tcPr/>
                </a:tc>
                <a:tc>
                  <a:txBody>
                    <a:bodyPr/>
                    <a:lstStyle/>
                    <a:p>
                      <a:r>
                        <a:rPr lang="fr-FR" dirty="0"/>
                        <a:t>48</a:t>
                      </a:r>
                    </a:p>
                  </a:txBody>
                  <a:tcPr/>
                </a:tc>
                <a:extLst>
                  <a:ext uri="{0D108BD9-81ED-4DB2-BD59-A6C34878D82A}">
                    <a16:rowId xmlns:a16="http://schemas.microsoft.com/office/drawing/2014/main" val="3646404715"/>
                  </a:ext>
                </a:extLst>
              </a:tr>
              <a:tr h="370840">
                <a:tc>
                  <a:txBody>
                    <a:bodyPr/>
                    <a:lstStyle/>
                    <a:p>
                      <a:r>
                        <a:rPr lang="fr-FR" dirty="0"/>
                        <a:t>[30 ; 70[</a:t>
                      </a:r>
                    </a:p>
                  </a:txBody>
                  <a:tcPr/>
                </a:tc>
                <a:tc>
                  <a:txBody>
                    <a:bodyPr/>
                    <a:lstStyle/>
                    <a:p>
                      <a:r>
                        <a:rPr lang="fr-FR" dirty="0"/>
                        <a:t>90</a:t>
                      </a:r>
                    </a:p>
                  </a:txBody>
                  <a:tcPr/>
                </a:tc>
                <a:extLst>
                  <a:ext uri="{0D108BD9-81ED-4DB2-BD59-A6C34878D82A}">
                    <a16:rowId xmlns:a16="http://schemas.microsoft.com/office/drawing/2014/main" val="1730413526"/>
                  </a:ext>
                </a:extLst>
              </a:tr>
              <a:tr h="370840">
                <a:tc>
                  <a:txBody>
                    <a:bodyPr/>
                    <a:lstStyle/>
                    <a:p>
                      <a:r>
                        <a:rPr lang="fr-FR" dirty="0"/>
                        <a:t>[70 ; 100[</a:t>
                      </a:r>
                    </a:p>
                  </a:txBody>
                  <a:tcPr/>
                </a:tc>
                <a:tc>
                  <a:txBody>
                    <a:bodyPr/>
                    <a:lstStyle/>
                    <a:p>
                      <a:r>
                        <a:rPr lang="fr-FR" dirty="0"/>
                        <a:t>24</a:t>
                      </a:r>
                    </a:p>
                  </a:txBody>
                  <a:tcPr/>
                </a:tc>
                <a:extLst>
                  <a:ext uri="{0D108BD9-81ED-4DB2-BD59-A6C34878D82A}">
                    <a16:rowId xmlns:a16="http://schemas.microsoft.com/office/drawing/2014/main" val="1218259845"/>
                  </a:ext>
                </a:extLst>
              </a:tr>
              <a:tr h="370840">
                <a:tc>
                  <a:txBody>
                    <a:bodyPr/>
                    <a:lstStyle/>
                    <a:p>
                      <a:r>
                        <a:rPr lang="fr-FR" dirty="0"/>
                        <a:t>[100 ; 150[</a:t>
                      </a:r>
                    </a:p>
                  </a:txBody>
                  <a:tcPr/>
                </a:tc>
                <a:tc>
                  <a:txBody>
                    <a:bodyPr/>
                    <a:lstStyle/>
                    <a:p>
                      <a:r>
                        <a:rPr lang="fr-FR" dirty="0"/>
                        <a:t>36</a:t>
                      </a:r>
                    </a:p>
                  </a:txBody>
                  <a:tcPr/>
                </a:tc>
                <a:extLst>
                  <a:ext uri="{0D108BD9-81ED-4DB2-BD59-A6C34878D82A}">
                    <a16:rowId xmlns:a16="http://schemas.microsoft.com/office/drawing/2014/main" val="2393789884"/>
                  </a:ext>
                </a:extLst>
              </a:tr>
            </a:tbl>
          </a:graphicData>
        </a:graphic>
      </p:graphicFrame>
    </p:spTree>
    <p:extLst>
      <p:ext uri="{BB962C8B-B14F-4D97-AF65-F5344CB8AC3E}">
        <p14:creationId xmlns:p14="http://schemas.microsoft.com/office/powerpoint/2010/main" val="3342625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1108D4-39B3-4DBB-BCC6-638D9C4AD0A7}"/>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2EBBDDD-2163-484C-9C44-D40F80B78BC0}"/>
              </a:ext>
            </a:extLst>
          </p:cNvPr>
          <p:cNvSpPr txBox="1"/>
          <p:nvPr/>
        </p:nvSpPr>
        <p:spPr>
          <a:xfrm>
            <a:off x="609600" y="1690688"/>
            <a:ext cx="11096625" cy="4976812"/>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56288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1108D4-39B3-4DBB-BCC6-638D9C4AD0A7}"/>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2EBBDDD-2163-484C-9C44-D40F80B78BC0}"/>
              </a:ext>
            </a:extLst>
          </p:cNvPr>
          <p:cNvSpPr txBox="1"/>
          <p:nvPr/>
        </p:nvSpPr>
        <p:spPr>
          <a:xfrm>
            <a:off x="609600" y="1690688"/>
            <a:ext cx="11096625" cy="4976812"/>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354601261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TotalTime>
  <Words>185</Words>
  <Application>Microsoft Office PowerPoint</Application>
  <PresentationFormat>Grand écran</PresentationFormat>
  <Paragraphs>56</Paragraphs>
  <Slides>7</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7</vt:i4>
      </vt:variant>
    </vt:vector>
  </HeadingPairs>
  <TitlesOfParts>
    <vt:vector size="12" baseType="lpstr">
      <vt:lpstr>Arial</vt:lpstr>
      <vt:lpstr>Calibri</vt:lpstr>
      <vt:lpstr>Calibri Light</vt:lpstr>
      <vt:lpstr>Cambria</vt:lpstr>
      <vt:lpstr>Thème Office</vt:lpstr>
      <vt:lpstr>Data Description </vt:lpstr>
      <vt:lpstr>Exercise 1</vt:lpstr>
      <vt:lpstr>Note</vt:lpstr>
      <vt:lpstr>Note</vt:lpstr>
      <vt:lpstr>Exercise 2</vt:lpstr>
      <vt:lpstr>Note</vt:lpstr>
      <vt:lpstr>Note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Description </dc:title>
  <dc:creator>KACHOUR Maher</dc:creator>
  <cp:lastModifiedBy>KACHOUR Maher</cp:lastModifiedBy>
  <cp:revision>1</cp:revision>
  <dcterms:created xsi:type="dcterms:W3CDTF">2021-10-14T08:08:29Z</dcterms:created>
  <dcterms:modified xsi:type="dcterms:W3CDTF">2021-10-16T15:40:06Z</dcterms:modified>
</cp:coreProperties>
</file>