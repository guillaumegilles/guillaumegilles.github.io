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76165-D7C6-4F30-894C-A7B7B38EC536}" v="11" dt="2021-10-15T11:33:53.0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D1D76165-D7C6-4F30-894C-A7B7B38EC536}"/>
    <pc:docChg chg="custSel modSld">
      <pc:chgData name="KACHOUR Maher" userId="09775c39-7739-40bf-ba04-c8ef3ab24a94" providerId="ADAL" clId="{D1D76165-D7C6-4F30-894C-A7B7B38EC536}" dt="2021-10-16T15:44:09.978" v="43" actId="6549"/>
      <pc:docMkLst>
        <pc:docMk/>
      </pc:docMkLst>
      <pc:sldChg chg="modSp mod">
        <pc:chgData name="KACHOUR Maher" userId="09775c39-7739-40bf-ba04-c8ef3ab24a94" providerId="ADAL" clId="{D1D76165-D7C6-4F30-894C-A7B7B38EC536}" dt="2021-10-16T15:43:48.234" v="3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D1D76165-D7C6-4F30-894C-A7B7B38EC536}" dt="2021-10-15T11:31:15.582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D1D76165-D7C6-4F30-894C-A7B7B38EC536}" dt="2021-10-16T15:43:48.234" v="38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D1D76165-D7C6-4F30-894C-A7B7B38EC536}" dt="2021-10-16T15:35:13.233" v="36" actId="20577"/>
        <pc:sldMkLst>
          <pc:docMk/>
          <pc:sldMk cId="0" sldId="257"/>
        </pc:sldMkLst>
        <pc:spChg chg="mod">
          <ac:chgData name="KACHOUR Maher" userId="09775c39-7739-40bf-ba04-c8ef3ab24a94" providerId="ADAL" clId="{D1D76165-D7C6-4F30-894C-A7B7B38EC536}" dt="2021-10-16T15:35:13.233" v="3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D1D76165-D7C6-4F30-894C-A7B7B38EC536}" dt="2021-10-15T11:32:14.767" v="4" actId="20577"/>
        <pc:sldMkLst>
          <pc:docMk/>
          <pc:sldMk cId="1632906986" sldId="258"/>
        </pc:sldMkLst>
        <pc:spChg chg="mod">
          <ac:chgData name="KACHOUR Maher" userId="09775c39-7739-40bf-ba04-c8ef3ab24a94" providerId="ADAL" clId="{D1D76165-D7C6-4F30-894C-A7B7B38EC536}" dt="2021-10-15T11:32:14.767" v="4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D1D76165-D7C6-4F30-894C-A7B7B38EC536}" dt="2021-10-16T15:44:09.978" v="43" actId="6549"/>
        <pc:sldMkLst>
          <pc:docMk/>
          <pc:sldMk cId="3342625250" sldId="259"/>
        </pc:sldMkLst>
        <pc:spChg chg="mod">
          <ac:chgData name="KACHOUR Maher" userId="09775c39-7739-40bf-ba04-c8ef3ab24a94" providerId="ADAL" clId="{D1D76165-D7C6-4F30-894C-A7B7B38EC536}" dt="2021-10-15T11:32:20.356" v="6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D1D76165-D7C6-4F30-894C-A7B7B38EC536}" dt="2021-10-16T15:44:09.978" v="43" actId="6549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D1D76165-D7C6-4F30-894C-A7B7B38EC536}" dt="2021-10-15T11:33:01.216" v="16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D1D76165-D7C6-4F30-894C-A7B7B38EC536}" dt="2021-10-15T11:33:45.293" v="2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D1D76165-D7C6-4F30-894C-A7B7B38EC536}" dt="2021-10-15T11:33:45.293" v="25" actId="20577"/>
          <ac:spMkLst>
            <pc:docMk/>
            <pc:sldMk cId="4200507792" sldId="262"/>
            <ac:spMk id="2" creationId="{159DF4AF-EB56-497F-9EC4-3792B7715C09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73162" y="1256010"/>
            <a:ext cx="1003935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
Calculate the mode(s) associated with the data
Calculate the average morning temperature
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834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Temperature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err="1"/>
                            <a:t>Number</a:t>
                          </a:r>
                          <a:r>
                            <a:rPr lang="fr-FR" dirty="0"/>
                            <a:t> of </a:t>
                          </a:r>
                          <a:r>
                            <a:rPr lang="fr-FR" dirty="0" err="1"/>
                            <a:t>days</a:t>
                          </a:r>
                          <a:r>
                            <a:rPr lang="fr-FR" dirty="0"/>
                            <a:t>
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36769"/>
                  </p:ext>
                </p:extLst>
              </p:nvPr>
            </p:nvGraphicFramePr>
            <p:xfrm>
              <a:off x="180975" y="1849754"/>
              <a:ext cx="421870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92199" t="-8333" r="-2837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×40+0×34+2 ×86+3 ×20+7×20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r>
                  <a:rPr lang="fr-FR" dirty="0"/>
                  <a:t>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=−1 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×0.2+0×0.17+2×0.43+3×0.1+7×0.1</m:t>
                    </m:r>
                  </m:oMath>
                </a14:m>
                <a:endParaRPr lang="fr-FR" dirty="0"/>
              </a:p>
              <a:p>
                <a:r>
                  <a:rPr lang="fr-FR" dirty="0"/>
                  <a:t>    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=1.66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658" y="2206584"/>
                <a:ext cx="5953992" cy="172072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Exercise</a:t>
            </a:r>
            <a:r>
              <a:rPr lang="fr-FR" dirty="0"/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</a:t>
            </a:r>
          </a:p>
          <a:p>
            <a:pPr marL="0" indent="0">
              <a:buNone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over 240 days chosen </a:t>
            </a:r>
            <a:r>
              <a:rPr lang="en-US" sz="4200" dirty="0"/>
              <a:t>randomly </a:t>
            </a: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Calculate the mode(s) associated with the data
Calculate the mean morning wind speed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377283"/>
              </p:ext>
            </p:extLst>
          </p:nvPr>
        </p:nvGraphicFramePr>
        <p:xfrm>
          <a:off x="5005312" y="2570730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 dirty="0" err="1"/>
              <a:t>Exercise</a:t>
            </a:r>
            <a:r>
              <a:rPr lang="fr-FR" sz="3200" dirty="0"/>
              <a:t>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731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Speed
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b="1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au 9">
                <a:extLst>
                  <a:ext uri="{FF2B5EF4-FFF2-40B4-BE49-F238E27FC236}">
                    <a16:creationId xmlns:a16="http://schemas.microsoft.com/office/drawing/2014/main" id="{096B941A-D693-4148-80B8-A45B24E4FA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5857836"/>
                  </p:ext>
                </p:extLst>
              </p:nvPr>
            </p:nvGraphicFramePr>
            <p:xfrm>
              <a:off x="236131" y="2776766"/>
              <a:ext cx="4602569" cy="34470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325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749194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933450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714375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657225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498087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07317" t="-6098" r="-311382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245455" t="-6098" r="-148701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454701" t="-6098" r="-95726" b="-5939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703" marR="111703" marT="55851" marB="55851">
                        <a:blipFill>
                          <a:blip r:embed="rId2"/>
                          <a:stretch>
                            <a:fillRect l="-600926" t="-6098" r="-3704" b="-5939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[0 ; 10[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4.2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 ; 30[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48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2.4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[30 ; 70[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90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2.25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[70 ; 100[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85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24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0.8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/>
                            <a:t>[100 ; 150[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125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/>
                            <a:t>36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>
                              <a:solidFill>
                                <a:schemeClr val="tx1"/>
                              </a:solidFill>
                            </a:rPr>
                            <a:t>0.72</a:t>
                          </a:r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91493">
                    <a:tc>
                      <a:txBody>
                        <a:bodyPr/>
                        <a:lstStyle/>
                        <a:p>
                          <a:r>
                            <a:rPr lang="fr-FR" sz="1800" b="1"/>
                            <a:t>Total 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800" dirty="0">
                              <a:solidFill>
                                <a:schemeClr val="tx1"/>
                              </a:solidFill>
                            </a:rPr>
                            <a:t>240</a:t>
                          </a:r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/>
                        </a:p>
                      </a:txBody>
                      <a:tcPr marL="111703" marR="111703" marT="55851" marB="55851"/>
                    </a:tc>
                    <a:tc>
                      <a:txBody>
                        <a:bodyPr/>
                        <a:lstStyle/>
                        <a:p>
                          <a:endParaRPr lang="fr-FR" sz="1800" dirty="0"/>
                        </a:p>
                      </a:txBody>
                      <a:tcPr marL="111703" marR="111703" marT="55851" marB="55851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/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∈[0 ;10[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𝑀𝑜𝑑𝑒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=0+10×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(4.2 −0)</m:t>
                          </m:r>
                        </m:num>
                        <m:den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4.2 −0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+(4.2 −2.4)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×42+20×48+50×90+85×24+125×36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240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=50.875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B9F24573-B8C6-4491-AFA0-36142DDC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31" y="3028950"/>
                <a:ext cx="6881038" cy="17490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324</Words>
  <Application>Microsoft Office PowerPoint</Application>
  <PresentationFormat>Grand écran</PresentationFormat>
  <Paragraphs>118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Exercise 1</vt:lpstr>
      <vt:lpstr>Exercise 1 - Solution</vt:lpstr>
      <vt:lpstr>Exercise 2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2021-10-16T15:44:15Z</dcterms:modified>
</cp:coreProperties>
</file>