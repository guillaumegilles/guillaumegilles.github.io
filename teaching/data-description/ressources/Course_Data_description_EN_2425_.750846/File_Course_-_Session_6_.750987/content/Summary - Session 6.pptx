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4" r:id="rId6"/>
    <p:sldId id="303" r:id="rId7"/>
    <p:sldId id="286" r:id="rId8"/>
    <p:sldId id="304" r:id="rId9"/>
    <p:sldId id="295" r:id="rId10"/>
    <p:sldId id="305" r:id="rId11"/>
    <p:sldId id="287" r:id="rId12"/>
    <p:sldId id="306" r:id="rId13"/>
    <p:sldId id="288" r:id="rId14"/>
    <p:sldId id="307" r:id="rId15"/>
    <p:sldId id="289" r:id="rId16"/>
    <p:sldId id="308" r:id="rId17"/>
    <p:sldId id="285" r:id="rId18"/>
    <p:sldId id="309" r:id="rId19"/>
    <p:sldId id="298" r:id="rId20"/>
    <p:sldId id="310" r:id="rId21"/>
    <p:sldId id="299" r:id="rId22"/>
    <p:sldId id="311" r:id="rId23"/>
    <p:sldId id="300" r:id="rId24"/>
    <p:sldId id="312" r:id="rId25"/>
    <p:sldId id="291" r:id="rId26"/>
    <p:sldId id="313" r:id="rId27"/>
    <p:sldId id="292" r:id="rId28"/>
    <p:sldId id="314" r:id="rId29"/>
    <p:sldId id="293" r:id="rId30"/>
    <p:sldId id="315" r:id="rId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EEBC9-B330-438C-9115-72AFEA542254}" v="1" dt="2021-10-15T06:57:08.188"/>
    <p1510:client id="{D4EB49BF-807A-4C80-9A6D-8EFFA1D43513}" v="1" dt="2021-10-15T06:34:59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D4EB49BF-807A-4C80-9A6D-8EFFA1D43513}"/>
    <pc:docChg chg="undo custSel addSld modSld sldOrd">
      <pc:chgData name="KACHOUR Maher" userId="09775c39-7739-40bf-ba04-c8ef3ab24a94" providerId="ADAL" clId="{D4EB49BF-807A-4C80-9A6D-8EFFA1D43513}" dt="2021-10-15T06:53:54.205" v="310" actId="14734"/>
      <pc:docMkLst>
        <pc:docMk/>
      </pc:docMkLst>
      <pc:sldChg chg="delSp modSp mod">
        <pc:chgData name="KACHOUR Maher" userId="09775c39-7739-40bf-ba04-c8ef3ab24a94" providerId="ADAL" clId="{D4EB49BF-807A-4C80-9A6D-8EFFA1D43513}" dt="2021-10-15T06:39:36.383" v="167" actId="14100"/>
        <pc:sldMkLst>
          <pc:docMk/>
          <pc:sldMk cId="3059624298" sldId="285"/>
        </pc:sldMkLst>
        <pc:spChg chg="mod">
          <ac:chgData name="KACHOUR Maher" userId="09775c39-7739-40bf-ba04-c8ef3ab24a94" providerId="ADAL" clId="{D4EB49BF-807A-4C80-9A6D-8EFFA1D43513}" dt="2021-10-15T06:39:36.383" v="167" actId="14100"/>
          <ac:spMkLst>
            <pc:docMk/>
            <pc:sldMk cId="3059624298" sldId="285"/>
            <ac:spMk id="10" creationId="{DF55DCCE-4867-488F-A29D-2B1A5B61A63A}"/>
          </ac:spMkLst>
        </pc:spChg>
        <pc:picChg chg="mod">
          <ac:chgData name="KACHOUR Maher" userId="09775c39-7739-40bf-ba04-c8ef3ab24a94" providerId="ADAL" clId="{D4EB49BF-807A-4C80-9A6D-8EFFA1D43513}" dt="2021-10-15T06:39:32.601" v="166" actId="1076"/>
          <ac:picMkLst>
            <pc:docMk/>
            <pc:sldMk cId="3059624298" sldId="285"/>
            <ac:picMk id="4" creationId="{3918C897-C208-42F7-872E-6008933131D0}"/>
          </ac:picMkLst>
        </pc:picChg>
        <pc:picChg chg="del">
          <ac:chgData name="KACHOUR Maher" userId="09775c39-7739-40bf-ba04-c8ef3ab24a94" providerId="ADAL" clId="{D4EB49BF-807A-4C80-9A6D-8EFFA1D43513}" dt="2021-10-15T06:39:22.266" v="162" actId="478"/>
          <ac:picMkLst>
            <pc:docMk/>
            <pc:sldMk cId="3059624298" sldId="285"/>
            <ac:picMk id="13" creationId="{18482ECE-E1B7-4816-8A5B-284093868948}"/>
          </ac:picMkLst>
        </pc:picChg>
        <pc:picChg chg="del">
          <ac:chgData name="KACHOUR Maher" userId="09775c39-7739-40bf-ba04-c8ef3ab24a94" providerId="ADAL" clId="{D4EB49BF-807A-4C80-9A6D-8EFFA1D43513}" dt="2021-10-15T06:39:24.304" v="163" actId="478"/>
          <ac:picMkLst>
            <pc:docMk/>
            <pc:sldMk cId="3059624298" sldId="285"/>
            <ac:picMk id="17" creationId="{FC1F6B41-9686-48B4-A7C3-BFADE28BB1F6}"/>
          </ac:picMkLst>
        </pc:picChg>
      </pc:sldChg>
      <pc:sldChg chg="addSp delSp modSp mod">
        <pc:chgData name="KACHOUR Maher" userId="09775c39-7739-40bf-ba04-c8ef3ab24a94" providerId="ADAL" clId="{D4EB49BF-807A-4C80-9A6D-8EFFA1D43513}" dt="2021-10-15T06:34:11.789" v="144" actId="1076"/>
        <pc:sldMkLst>
          <pc:docMk/>
          <pc:sldMk cId="1083900585" sldId="286"/>
        </pc:sldMkLst>
        <pc:spChg chg="mod">
          <ac:chgData name="KACHOUR Maher" userId="09775c39-7739-40bf-ba04-c8ef3ab24a94" providerId="ADAL" clId="{D4EB49BF-807A-4C80-9A6D-8EFFA1D43513}" dt="2021-10-15T06:34:08.158" v="143" actId="20577"/>
          <ac:spMkLst>
            <pc:docMk/>
            <pc:sldMk cId="1083900585" sldId="286"/>
            <ac:spMk id="3" creationId="{D18B0C6A-EF14-4ADA-9C88-BB4B731F3167}"/>
          </ac:spMkLst>
        </pc:spChg>
        <pc:graphicFrameChg chg="add mod modGraphic">
          <ac:chgData name="KACHOUR Maher" userId="09775c39-7739-40bf-ba04-c8ef3ab24a94" providerId="ADAL" clId="{D4EB49BF-807A-4C80-9A6D-8EFFA1D43513}" dt="2021-10-15T06:34:11.789" v="144" actId="1076"/>
          <ac:graphicFrameMkLst>
            <pc:docMk/>
            <pc:sldMk cId="1083900585" sldId="286"/>
            <ac:graphicFrameMk id="4" creationId="{334D0978-2861-4C54-9E64-E551E1A08524}"/>
          </ac:graphicFrameMkLst>
        </pc:graphicFrameChg>
        <pc:picChg chg="del mod">
          <ac:chgData name="KACHOUR Maher" userId="09775c39-7739-40bf-ba04-c8ef3ab24a94" providerId="ADAL" clId="{D4EB49BF-807A-4C80-9A6D-8EFFA1D43513}" dt="2021-10-15T06:33:38.567" v="113" actId="478"/>
          <ac:picMkLst>
            <pc:docMk/>
            <pc:sldMk cId="1083900585" sldId="286"/>
            <ac:picMk id="6" creationId="{83099811-EDDE-48A3-B702-2F6857689360}"/>
          </ac:picMkLst>
        </pc:picChg>
        <pc:picChg chg="del">
          <ac:chgData name="KACHOUR Maher" userId="09775c39-7739-40bf-ba04-c8ef3ab24a94" providerId="ADAL" clId="{D4EB49BF-807A-4C80-9A6D-8EFFA1D43513}" dt="2021-10-15T06:30:29.325" v="2" actId="478"/>
          <ac:picMkLst>
            <pc:docMk/>
            <pc:sldMk cId="1083900585" sldId="286"/>
            <ac:picMk id="9" creationId="{A3236417-B4AB-4839-BF1B-DF0F8D19CE08}"/>
          </ac:picMkLst>
        </pc:picChg>
      </pc:sldChg>
      <pc:sldChg chg="modSp mod">
        <pc:chgData name="KACHOUR Maher" userId="09775c39-7739-40bf-ba04-c8ef3ab24a94" providerId="ADAL" clId="{D4EB49BF-807A-4C80-9A6D-8EFFA1D43513}" dt="2021-10-15T06:43:48.008" v="214" actId="20577"/>
        <pc:sldMkLst>
          <pc:docMk/>
          <pc:sldMk cId="1520845004" sldId="290"/>
        </pc:sldMkLst>
        <pc:spChg chg="mod">
          <ac:chgData name="KACHOUR Maher" userId="09775c39-7739-40bf-ba04-c8ef3ab24a94" providerId="ADAL" clId="{D4EB49BF-807A-4C80-9A6D-8EFFA1D43513}" dt="2021-10-15T06:43:48.008" v="214" actId="20577"/>
          <ac:spMkLst>
            <pc:docMk/>
            <pc:sldMk cId="1520845004" sldId="290"/>
            <ac:spMk id="3" creationId="{640910BD-C27F-4E47-8643-E68BB45A886B}"/>
          </ac:spMkLst>
        </pc:spChg>
      </pc:sldChg>
      <pc:sldChg chg="addSp delSp modSp mod">
        <pc:chgData name="KACHOUR Maher" userId="09775c39-7739-40bf-ba04-c8ef3ab24a94" providerId="ADAL" clId="{D4EB49BF-807A-4C80-9A6D-8EFFA1D43513}" dt="2021-10-15T06:48:13.582" v="246" actId="20577"/>
        <pc:sldMkLst>
          <pc:docMk/>
          <pc:sldMk cId="4113038995" sldId="291"/>
        </pc:sldMkLst>
        <pc:spChg chg="mod">
          <ac:chgData name="KACHOUR Maher" userId="09775c39-7739-40bf-ba04-c8ef3ab24a94" providerId="ADAL" clId="{D4EB49BF-807A-4C80-9A6D-8EFFA1D43513}" dt="2021-10-15T06:48:13.582" v="246" actId="20577"/>
          <ac:spMkLst>
            <pc:docMk/>
            <pc:sldMk cId="4113038995" sldId="291"/>
            <ac:spMk id="3" creationId="{640910BD-C27F-4E47-8643-E68BB45A886B}"/>
          </ac:spMkLst>
        </pc:spChg>
        <pc:picChg chg="del">
          <ac:chgData name="KACHOUR Maher" userId="09775c39-7739-40bf-ba04-c8ef3ab24a94" providerId="ADAL" clId="{D4EB49BF-807A-4C80-9A6D-8EFFA1D43513}" dt="2021-10-15T06:47:53.057" v="216" actId="478"/>
          <ac:picMkLst>
            <pc:docMk/>
            <pc:sldMk cId="4113038995" sldId="291"/>
            <ac:picMk id="5" creationId="{3CED7272-4026-4053-9F0D-4E59E43F3FD3}"/>
          </ac:picMkLst>
        </pc:picChg>
        <pc:picChg chg="add">
          <ac:chgData name="KACHOUR Maher" userId="09775c39-7739-40bf-ba04-c8ef3ab24a94" providerId="ADAL" clId="{D4EB49BF-807A-4C80-9A6D-8EFFA1D43513}" dt="2021-10-15T06:47:58.769" v="220" actId="22"/>
          <ac:picMkLst>
            <pc:docMk/>
            <pc:sldMk cId="4113038995" sldId="291"/>
            <ac:picMk id="6" creationId="{C53EA5E1-186F-429D-8019-F4917DB7B78A}"/>
          </ac:picMkLst>
        </pc:picChg>
      </pc:sldChg>
      <pc:sldChg chg="addSp delSp modSp mod">
        <pc:chgData name="KACHOUR Maher" userId="09775c39-7739-40bf-ba04-c8ef3ab24a94" providerId="ADAL" clId="{D4EB49BF-807A-4C80-9A6D-8EFFA1D43513}" dt="2021-10-15T06:53:23.665" v="305" actId="20577"/>
        <pc:sldMkLst>
          <pc:docMk/>
          <pc:sldMk cId="976014693" sldId="292"/>
        </pc:sldMkLst>
        <pc:spChg chg="mod">
          <ac:chgData name="KACHOUR Maher" userId="09775c39-7739-40bf-ba04-c8ef3ab24a94" providerId="ADAL" clId="{D4EB49BF-807A-4C80-9A6D-8EFFA1D43513}" dt="2021-10-15T06:53:23.665" v="305" actId="20577"/>
          <ac:spMkLst>
            <pc:docMk/>
            <pc:sldMk cId="976014693" sldId="292"/>
            <ac:spMk id="3" creationId="{640910BD-C27F-4E47-8643-E68BB45A886B}"/>
          </ac:spMkLst>
        </pc:spChg>
        <pc:picChg chg="del">
          <ac:chgData name="KACHOUR Maher" userId="09775c39-7739-40bf-ba04-c8ef3ab24a94" providerId="ADAL" clId="{D4EB49BF-807A-4C80-9A6D-8EFFA1D43513}" dt="2021-10-15T06:52:43.666" v="260" actId="478"/>
          <ac:picMkLst>
            <pc:docMk/>
            <pc:sldMk cId="976014693" sldId="292"/>
            <ac:picMk id="5" creationId="{F33CCF54-C69B-4D37-A5C7-BF0BA8A5E8F9}"/>
          </ac:picMkLst>
        </pc:picChg>
        <pc:picChg chg="add mod">
          <ac:chgData name="KACHOUR Maher" userId="09775c39-7739-40bf-ba04-c8ef3ab24a94" providerId="ADAL" clId="{D4EB49BF-807A-4C80-9A6D-8EFFA1D43513}" dt="2021-10-15T06:52:49.281" v="263" actId="1076"/>
          <ac:picMkLst>
            <pc:docMk/>
            <pc:sldMk cId="976014693" sldId="292"/>
            <ac:picMk id="6" creationId="{C5EFD27F-0A5D-444D-A5DF-E4210B8B433F}"/>
          </ac:picMkLst>
        </pc:picChg>
      </pc:sldChg>
      <pc:sldChg chg="modSp mod">
        <pc:chgData name="KACHOUR Maher" userId="09775c39-7739-40bf-ba04-c8ef3ab24a94" providerId="ADAL" clId="{D4EB49BF-807A-4C80-9A6D-8EFFA1D43513}" dt="2021-10-15T06:53:48.233" v="309" actId="14734"/>
        <pc:sldMkLst>
          <pc:docMk/>
          <pc:sldMk cId="11239132" sldId="293"/>
        </pc:sldMkLst>
        <pc:graphicFrameChg chg="modGraphic">
          <ac:chgData name="KACHOUR Maher" userId="09775c39-7739-40bf-ba04-c8ef3ab24a94" providerId="ADAL" clId="{D4EB49BF-807A-4C80-9A6D-8EFFA1D43513}" dt="2021-10-15T06:53:48.233" v="309" actId="14734"/>
          <ac:graphicFrameMkLst>
            <pc:docMk/>
            <pc:sldMk cId="11239132" sldId="293"/>
            <ac:graphicFrameMk id="6" creationId="{CCA6D168-6FF2-48BC-B2FC-502A25D5BF3D}"/>
          </ac:graphicFrameMkLst>
        </pc:graphicFrameChg>
      </pc:sldChg>
      <pc:sldChg chg="modSp mod">
        <pc:chgData name="KACHOUR Maher" userId="09775c39-7739-40bf-ba04-c8ef3ab24a94" providerId="ADAL" clId="{D4EB49BF-807A-4C80-9A6D-8EFFA1D43513}" dt="2021-10-15T06:53:54.205" v="310" actId="14734"/>
        <pc:sldMkLst>
          <pc:docMk/>
          <pc:sldMk cId="2933252357" sldId="294"/>
        </pc:sldMkLst>
        <pc:graphicFrameChg chg="modGraphic">
          <ac:chgData name="KACHOUR Maher" userId="09775c39-7739-40bf-ba04-c8ef3ab24a94" providerId="ADAL" clId="{D4EB49BF-807A-4C80-9A6D-8EFFA1D43513}" dt="2021-10-15T06:53:54.205" v="310" actId="14734"/>
          <ac:graphicFrameMkLst>
            <pc:docMk/>
            <pc:sldMk cId="2933252357" sldId="294"/>
            <ac:graphicFrameMk id="6" creationId="{CCA6D168-6FF2-48BC-B2FC-502A25D5BF3D}"/>
          </ac:graphicFrameMkLst>
        </pc:graphicFrameChg>
      </pc:sldChg>
      <pc:sldChg chg="addSp delSp modSp add mod">
        <pc:chgData name="KACHOUR Maher" userId="09775c39-7739-40bf-ba04-c8ef3ab24a94" providerId="ADAL" clId="{D4EB49BF-807A-4C80-9A6D-8EFFA1D43513}" dt="2021-10-15T06:35:13.655" v="159" actId="14100"/>
        <pc:sldMkLst>
          <pc:docMk/>
          <pc:sldMk cId="255660407" sldId="295"/>
        </pc:sldMkLst>
        <pc:spChg chg="mod">
          <ac:chgData name="KACHOUR Maher" userId="09775c39-7739-40bf-ba04-c8ef3ab24a94" providerId="ADAL" clId="{D4EB49BF-807A-4C80-9A6D-8EFFA1D43513}" dt="2021-10-15T06:34:45.150" v="157"/>
          <ac:spMkLst>
            <pc:docMk/>
            <pc:sldMk cId="255660407" sldId="295"/>
            <ac:spMk id="3" creationId="{D18B0C6A-EF14-4ADA-9C88-BB4B731F3167}"/>
          </ac:spMkLst>
        </pc:spChg>
        <pc:picChg chg="del">
          <ac:chgData name="KACHOUR Maher" userId="09775c39-7739-40bf-ba04-c8ef3ab24a94" providerId="ADAL" clId="{D4EB49BF-807A-4C80-9A6D-8EFFA1D43513}" dt="2021-10-15T06:30:49.718" v="6" actId="478"/>
          <ac:picMkLst>
            <pc:docMk/>
            <pc:sldMk cId="255660407" sldId="295"/>
            <ac:picMk id="6" creationId="{83099811-EDDE-48A3-B702-2F6857689360}"/>
          </ac:picMkLst>
        </pc:picChg>
        <pc:picChg chg="add mod">
          <ac:chgData name="KACHOUR Maher" userId="09775c39-7739-40bf-ba04-c8ef3ab24a94" providerId="ADAL" clId="{D4EB49BF-807A-4C80-9A6D-8EFFA1D43513}" dt="2021-10-15T06:35:13.655" v="159" actId="14100"/>
          <ac:picMkLst>
            <pc:docMk/>
            <pc:sldMk cId="255660407" sldId="295"/>
            <ac:picMk id="7" creationId="{BCF45D09-A735-4E2C-B402-76E8AAD75547}"/>
          </ac:picMkLst>
        </pc:picChg>
        <pc:picChg chg="del mod">
          <ac:chgData name="KACHOUR Maher" userId="09775c39-7739-40bf-ba04-c8ef3ab24a94" providerId="ADAL" clId="{D4EB49BF-807A-4C80-9A6D-8EFFA1D43513}" dt="2021-10-15T06:34:30.968" v="146" actId="478"/>
          <ac:picMkLst>
            <pc:docMk/>
            <pc:sldMk cId="255660407" sldId="295"/>
            <ac:picMk id="9" creationId="{A3236417-B4AB-4839-BF1B-DF0F8D19CE08}"/>
          </ac:picMkLst>
        </pc:picChg>
      </pc:sldChg>
      <pc:sldChg chg="add">
        <pc:chgData name="KACHOUR Maher" userId="09775c39-7739-40bf-ba04-c8ef3ab24a94" providerId="ADAL" clId="{D4EB49BF-807A-4C80-9A6D-8EFFA1D43513}" dt="2021-10-15T06:31:37.065" v="22" actId="2890"/>
        <pc:sldMkLst>
          <pc:docMk/>
          <pc:sldMk cId="2355049108" sldId="296"/>
        </pc:sldMkLst>
      </pc:sldChg>
      <pc:sldChg chg="add">
        <pc:chgData name="KACHOUR Maher" userId="09775c39-7739-40bf-ba04-c8ef3ab24a94" providerId="ADAL" clId="{D4EB49BF-807A-4C80-9A6D-8EFFA1D43513}" dt="2021-10-15T06:34:26.181" v="145" actId="2890"/>
        <pc:sldMkLst>
          <pc:docMk/>
          <pc:sldMk cId="3258522310" sldId="297"/>
        </pc:sldMkLst>
      </pc:sldChg>
      <pc:sldChg chg="delSp modSp add mod">
        <pc:chgData name="KACHOUR Maher" userId="09775c39-7739-40bf-ba04-c8ef3ab24a94" providerId="ADAL" clId="{D4EB49BF-807A-4C80-9A6D-8EFFA1D43513}" dt="2021-10-15T06:40:04.155" v="175" actId="1076"/>
        <pc:sldMkLst>
          <pc:docMk/>
          <pc:sldMk cId="2284922002" sldId="298"/>
        </pc:sldMkLst>
        <pc:spChg chg="del">
          <ac:chgData name="KACHOUR Maher" userId="09775c39-7739-40bf-ba04-c8ef3ab24a94" providerId="ADAL" clId="{D4EB49BF-807A-4C80-9A6D-8EFFA1D43513}" dt="2021-10-15T06:39:42.741" v="168" actId="478"/>
          <ac:spMkLst>
            <pc:docMk/>
            <pc:sldMk cId="2284922002" sldId="298"/>
            <ac:spMk id="10" creationId="{DF55DCCE-4867-488F-A29D-2B1A5B61A63A}"/>
          </ac:spMkLst>
        </pc:spChg>
        <pc:spChg chg="del">
          <ac:chgData name="KACHOUR Maher" userId="09775c39-7739-40bf-ba04-c8ef3ab24a94" providerId="ADAL" clId="{D4EB49BF-807A-4C80-9A6D-8EFFA1D43513}" dt="2021-10-15T06:39:46.673" v="169" actId="478"/>
          <ac:spMkLst>
            <pc:docMk/>
            <pc:sldMk cId="2284922002" sldId="298"/>
            <ac:spMk id="11" creationId="{702ABF83-14D4-40AE-B23F-DBEAE22D2248}"/>
          </ac:spMkLst>
        </pc:spChg>
        <pc:picChg chg="del">
          <ac:chgData name="KACHOUR Maher" userId="09775c39-7739-40bf-ba04-c8ef3ab24a94" providerId="ADAL" clId="{D4EB49BF-807A-4C80-9A6D-8EFFA1D43513}" dt="2021-10-15T06:39:50.309" v="170" actId="478"/>
          <ac:picMkLst>
            <pc:docMk/>
            <pc:sldMk cId="2284922002" sldId="298"/>
            <ac:picMk id="4" creationId="{3918C897-C208-42F7-872E-6008933131D0}"/>
          </ac:picMkLst>
        </pc:picChg>
        <pc:picChg chg="mod">
          <ac:chgData name="KACHOUR Maher" userId="09775c39-7739-40bf-ba04-c8ef3ab24a94" providerId="ADAL" clId="{D4EB49BF-807A-4C80-9A6D-8EFFA1D43513}" dt="2021-10-15T06:40:04.155" v="175" actId="1076"/>
          <ac:picMkLst>
            <pc:docMk/>
            <pc:sldMk cId="2284922002" sldId="298"/>
            <ac:picMk id="13" creationId="{18482ECE-E1B7-4816-8A5B-284093868948}"/>
          </ac:picMkLst>
        </pc:picChg>
        <pc:picChg chg="del">
          <ac:chgData name="KACHOUR Maher" userId="09775c39-7739-40bf-ba04-c8ef3ab24a94" providerId="ADAL" clId="{D4EB49BF-807A-4C80-9A6D-8EFFA1D43513}" dt="2021-10-15T06:39:53.299" v="171" actId="478"/>
          <ac:picMkLst>
            <pc:docMk/>
            <pc:sldMk cId="2284922002" sldId="298"/>
            <ac:picMk id="17" creationId="{FC1F6B41-9686-48B4-A7C3-BFADE28BB1F6}"/>
          </ac:picMkLst>
        </pc:picChg>
      </pc:sldChg>
      <pc:sldChg chg="delSp modSp add mod">
        <pc:chgData name="KACHOUR Maher" userId="09775c39-7739-40bf-ba04-c8ef3ab24a94" providerId="ADAL" clId="{D4EB49BF-807A-4C80-9A6D-8EFFA1D43513}" dt="2021-10-15T06:40:31.724" v="186" actId="1076"/>
        <pc:sldMkLst>
          <pc:docMk/>
          <pc:sldMk cId="2655749206" sldId="299"/>
        </pc:sldMkLst>
        <pc:spChg chg="del">
          <ac:chgData name="KACHOUR Maher" userId="09775c39-7739-40bf-ba04-c8ef3ab24a94" providerId="ADAL" clId="{D4EB49BF-807A-4C80-9A6D-8EFFA1D43513}" dt="2021-10-15T06:40:09.335" v="176" actId="478"/>
          <ac:spMkLst>
            <pc:docMk/>
            <pc:sldMk cId="2655749206" sldId="299"/>
            <ac:spMk id="10" creationId="{DF55DCCE-4867-488F-A29D-2B1A5B61A63A}"/>
          </ac:spMkLst>
        </pc:spChg>
        <pc:spChg chg="del">
          <ac:chgData name="KACHOUR Maher" userId="09775c39-7739-40bf-ba04-c8ef3ab24a94" providerId="ADAL" clId="{D4EB49BF-807A-4C80-9A6D-8EFFA1D43513}" dt="2021-10-15T06:40:11.442" v="177" actId="478"/>
          <ac:spMkLst>
            <pc:docMk/>
            <pc:sldMk cId="2655749206" sldId="299"/>
            <ac:spMk id="11" creationId="{702ABF83-14D4-40AE-B23F-DBEAE22D2248}"/>
          </ac:spMkLst>
        </pc:spChg>
        <pc:picChg chg="del">
          <ac:chgData name="KACHOUR Maher" userId="09775c39-7739-40bf-ba04-c8ef3ab24a94" providerId="ADAL" clId="{D4EB49BF-807A-4C80-9A6D-8EFFA1D43513}" dt="2021-10-15T06:40:14.591" v="178" actId="478"/>
          <ac:picMkLst>
            <pc:docMk/>
            <pc:sldMk cId="2655749206" sldId="299"/>
            <ac:picMk id="4" creationId="{3918C897-C208-42F7-872E-6008933131D0}"/>
          </ac:picMkLst>
        </pc:picChg>
        <pc:picChg chg="del">
          <ac:chgData name="KACHOUR Maher" userId="09775c39-7739-40bf-ba04-c8ef3ab24a94" providerId="ADAL" clId="{D4EB49BF-807A-4C80-9A6D-8EFFA1D43513}" dt="2021-10-15T06:40:16.546" v="179" actId="478"/>
          <ac:picMkLst>
            <pc:docMk/>
            <pc:sldMk cId="2655749206" sldId="299"/>
            <ac:picMk id="13" creationId="{18482ECE-E1B7-4816-8A5B-284093868948}"/>
          </ac:picMkLst>
        </pc:picChg>
        <pc:picChg chg="mod">
          <ac:chgData name="KACHOUR Maher" userId="09775c39-7739-40bf-ba04-c8ef3ab24a94" providerId="ADAL" clId="{D4EB49BF-807A-4C80-9A6D-8EFFA1D43513}" dt="2021-10-15T06:40:31.724" v="186" actId="1076"/>
          <ac:picMkLst>
            <pc:docMk/>
            <pc:sldMk cId="2655749206" sldId="299"/>
            <ac:picMk id="17" creationId="{FC1F6B41-9686-48B4-A7C3-BFADE28BB1F6}"/>
          </ac:picMkLst>
        </pc:picChg>
      </pc:sldChg>
      <pc:sldChg chg="addSp delSp modSp add mod ord">
        <pc:chgData name="KACHOUR Maher" userId="09775c39-7739-40bf-ba04-c8ef3ab24a94" providerId="ADAL" clId="{D4EB49BF-807A-4C80-9A6D-8EFFA1D43513}" dt="2021-10-15T06:43:35.815" v="205" actId="20577"/>
        <pc:sldMkLst>
          <pc:docMk/>
          <pc:sldMk cId="1266258595" sldId="300"/>
        </pc:sldMkLst>
        <pc:spChg chg="mod">
          <ac:chgData name="KACHOUR Maher" userId="09775c39-7739-40bf-ba04-c8ef3ab24a94" providerId="ADAL" clId="{D4EB49BF-807A-4C80-9A6D-8EFFA1D43513}" dt="2021-10-15T06:43:35.815" v="205" actId="20577"/>
          <ac:spMkLst>
            <pc:docMk/>
            <pc:sldMk cId="1266258595" sldId="300"/>
            <ac:spMk id="3" creationId="{640910BD-C27F-4E47-8643-E68BB45A886B}"/>
          </ac:spMkLst>
        </pc:spChg>
        <pc:picChg chg="add mod">
          <ac:chgData name="KACHOUR Maher" userId="09775c39-7739-40bf-ba04-c8ef3ab24a94" providerId="ADAL" clId="{D4EB49BF-807A-4C80-9A6D-8EFFA1D43513}" dt="2021-10-15T06:43:12.862" v="194" actId="14100"/>
          <ac:picMkLst>
            <pc:docMk/>
            <pc:sldMk cId="1266258595" sldId="300"/>
            <ac:picMk id="5" creationId="{74DA28E3-9614-4843-B818-5FF42806FFF2}"/>
          </ac:picMkLst>
        </pc:picChg>
        <pc:picChg chg="del">
          <ac:chgData name="KACHOUR Maher" userId="09775c39-7739-40bf-ba04-c8ef3ab24a94" providerId="ADAL" clId="{D4EB49BF-807A-4C80-9A6D-8EFFA1D43513}" dt="2021-10-15T06:42:59.372" v="188" actId="478"/>
          <ac:picMkLst>
            <pc:docMk/>
            <pc:sldMk cId="1266258595" sldId="300"/>
            <ac:picMk id="6" creationId="{14B71CE1-3454-4121-A5C3-37101C82F8B0}"/>
          </ac:picMkLst>
        </pc:picChg>
      </pc:sldChg>
      <pc:sldChg chg="modSp add mod">
        <pc:chgData name="KACHOUR Maher" userId="09775c39-7739-40bf-ba04-c8ef3ab24a94" providerId="ADAL" clId="{D4EB49BF-807A-4C80-9A6D-8EFFA1D43513}" dt="2021-10-15T06:48:38.288" v="254" actId="1076"/>
        <pc:sldMkLst>
          <pc:docMk/>
          <pc:sldMk cId="2370286870" sldId="301"/>
        </pc:sldMkLst>
        <pc:spChg chg="mod">
          <ac:chgData name="KACHOUR Maher" userId="09775c39-7739-40bf-ba04-c8ef3ab24a94" providerId="ADAL" clId="{D4EB49BF-807A-4C80-9A6D-8EFFA1D43513}" dt="2021-10-15T06:48:20.016" v="248" actId="6549"/>
          <ac:spMkLst>
            <pc:docMk/>
            <pc:sldMk cId="2370286870" sldId="301"/>
            <ac:spMk id="3" creationId="{640910BD-C27F-4E47-8643-E68BB45A886B}"/>
          </ac:spMkLst>
        </pc:spChg>
        <pc:picChg chg="mod">
          <ac:chgData name="KACHOUR Maher" userId="09775c39-7739-40bf-ba04-c8ef3ab24a94" providerId="ADAL" clId="{D4EB49BF-807A-4C80-9A6D-8EFFA1D43513}" dt="2021-10-15T06:48:38.288" v="254" actId="1076"/>
          <ac:picMkLst>
            <pc:docMk/>
            <pc:sldMk cId="2370286870" sldId="301"/>
            <ac:picMk id="5" creationId="{3CED7272-4026-4053-9F0D-4E59E43F3FD3}"/>
          </ac:picMkLst>
        </pc:picChg>
      </pc:sldChg>
      <pc:sldChg chg="modSp add mod">
        <pc:chgData name="KACHOUR Maher" userId="09775c39-7739-40bf-ba04-c8ef3ab24a94" providerId="ADAL" clId="{D4EB49BF-807A-4C80-9A6D-8EFFA1D43513}" dt="2021-10-15T06:53:32.770" v="307" actId="1076"/>
        <pc:sldMkLst>
          <pc:docMk/>
          <pc:sldMk cId="868586629" sldId="302"/>
        </pc:sldMkLst>
        <pc:spChg chg="mod">
          <ac:chgData name="KACHOUR Maher" userId="09775c39-7739-40bf-ba04-c8ef3ab24a94" providerId="ADAL" clId="{D4EB49BF-807A-4C80-9A6D-8EFFA1D43513}" dt="2021-10-15T06:52:00.126" v="256" actId="6549"/>
          <ac:spMkLst>
            <pc:docMk/>
            <pc:sldMk cId="868586629" sldId="302"/>
            <ac:spMk id="3" creationId="{640910BD-C27F-4E47-8643-E68BB45A886B}"/>
          </ac:spMkLst>
        </pc:spChg>
        <pc:picChg chg="mod">
          <ac:chgData name="KACHOUR Maher" userId="09775c39-7739-40bf-ba04-c8ef3ab24a94" providerId="ADAL" clId="{D4EB49BF-807A-4C80-9A6D-8EFFA1D43513}" dt="2021-10-15T06:53:32.770" v="307" actId="1076"/>
          <ac:picMkLst>
            <pc:docMk/>
            <pc:sldMk cId="868586629" sldId="302"/>
            <ac:picMk id="5" creationId="{F33CCF54-C69B-4D37-A5C7-BF0BA8A5E8F9}"/>
          </ac:picMkLst>
        </pc:picChg>
      </pc:sldChg>
    </pc:docChg>
  </pc:docChgLst>
  <pc:docChgLst>
    <pc:chgData name="KACHOUR Maher" userId="09775c39-7739-40bf-ba04-c8ef3ab24a94" providerId="ADAL" clId="{2E9EEBC9-B330-438C-9115-72AFEA542254}"/>
    <pc:docChg chg="custSel addSld delSld modSld sldOrd">
      <pc:chgData name="KACHOUR Maher" userId="09775c39-7739-40bf-ba04-c8ef3ab24a94" providerId="ADAL" clId="{2E9EEBC9-B330-438C-9115-72AFEA542254}" dt="2021-10-15T06:58:48.621" v="49" actId="47"/>
      <pc:docMkLst>
        <pc:docMk/>
      </pc:docMkLst>
      <pc:sldChg chg="del">
        <pc:chgData name="KACHOUR Maher" userId="09775c39-7739-40bf-ba04-c8ef3ab24a94" providerId="ADAL" clId="{2E9EEBC9-B330-438C-9115-72AFEA542254}" dt="2021-10-15T06:58:22.104" v="37" actId="47"/>
        <pc:sldMkLst>
          <pc:docMk/>
          <pc:sldMk cId="1520845004" sldId="290"/>
        </pc:sldMkLst>
      </pc:sldChg>
      <pc:sldChg chg="del">
        <pc:chgData name="KACHOUR Maher" userId="09775c39-7739-40bf-ba04-c8ef3ab24a94" providerId="ADAL" clId="{2E9EEBC9-B330-438C-9115-72AFEA542254}" dt="2021-10-15T06:58:48.621" v="49" actId="47"/>
        <pc:sldMkLst>
          <pc:docMk/>
          <pc:sldMk cId="2933252357" sldId="294"/>
        </pc:sldMkLst>
      </pc:sldChg>
      <pc:sldChg chg="del">
        <pc:chgData name="KACHOUR Maher" userId="09775c39-7739-40bf-ba04-c8ef3ab24a94" providerId="ADAL" clId="{2E9EEBC9-B330-438C-9115-72AFEA542254}" dt="2021-10-15T06:57:28.555" v="11" actId="47"/>
        <pc:sldMkLst>
          <pc:docMk/>
          <pc:sldMk cId="2355049108" sldId="296"/>
        </pc:sldMkLst>
      </pc:sldChg>
      <pc:sldChg chg="del">
        <pc:chgData name="KACHOUR Maher" userId="09775c39-7739-40bf-ba04-c8ef3ab24a94" providerId="ADAL" clId="{2E9EEBC9-B330-438C-9115-72AFEA542254}" dt="2021-10-15T06:57:36.817" v="15" actId="47"/>
        <pc:sldMkLst>
          <pc:docMk/>
          <pc:sldMk cId="3258522310" sldId="297"/>
        </pc:sldMkLst>
      </pc:sldChg>
      <pc:sldChg chg="del">
        <pc:chgData name="KACHOUR Maher" userId="09775c39-7739-40bf-ba04-c8ef3ab24a94" providerId="ADAL" clId="{2E9EEBC9-B330-438C-9115-72AFEA542254}" dt="2021-10-15T06:58:32.254" v="41" actId="47"/>
        <pc:sldMkLst>
          <pc:docMk/>
          <pc:sldMk cId="2370286870" sldId="301"/>
        </pc:sldMkLst>
      </pc:sldChg>
      <pc:sldChg chg="del">
        <pc:chgData name="KACHOUR Maher" userId="09775c39-7739-40bf-ba04-c8ef3ab24a94" providerId="ADAL" clId="{2E9EEBC9-B330-438C-9115-72AFEA542254}" dt="2021-10-15T06:58:39.177" v="45" actId="47"/>
        <pc:sldMkLst>
          <pc:docMk/>
          <pc:sldMk cId="868586629" sldId="302"/>
        </pc:sldMkLst>
      </pc:sldChg>
      <pc:sldChg chg="addSp delSp modSp new mod">
        <pc:chgData name="KACHOUR Maher" userId="09775c39-7739-40bf-ba04-c8ef3ab24a94" providerId="ADAL" clId="{2E9EEBC9-B330-438C-9115-72AFEA542254}" dt="2021-10-15T06:57:13.107" v="7" actId="208"/>
        <pc:sldMkLst>
          <pc:docMk/>
          <pc:sldMk cId="164540370" sldId="303"/>
        </pc:sldMkLst>
        <pc:spChg chg="mod">
          <ac:chgData name="KACHOUR Maher" userId="09775c39-7739-40bf-ba04-c8ef3ab24a94" providerId="ADAL" clId="{2E9EEBC9-B330-438C-9115-72AFEA542254}" dt="2021-10-15T06:56:55.299" v="4" actId="20577"/>
          <ac:spMkLst>
            <pc:docMk/>
            <pc:sldMk cId="164540370" sldId="303"/>
            <ac:spMk id="2" creationId="{E3432EBE-4E28-4054-9E42-0EB5DE6317D0}"/>
          </ac:spMkLst>
        </pc:spChg>
        <pc:spChg chg="del">
          <ac:chgData name="KACHOUR Maher" userId="09775c39-7739-40bf-ba04-c8ef3ab24a94" providerId="ADAL" clId="{2E9EEBC9-B330-438C-9115-72AFEA542254}" dt="2021-10-15T06:56:59.272" v="5" actId="478"/>
          <ac:spMkLst>
            <pc:docMk/>
            <pc:sldMk cId="164540370" sldId="303"/>
            <ac:spMk id="3" creationId="{61088018-3C38-4948-9E34-71DC55555334}"/>
          </ac:spMkLst>
        </pc:spChg>
        <pc:spChg chg="add mod">
          <ac:chgData name="KACHOUR Maher" userId="09775c39-7739-40bf-ba04-c8ef3ab24a94" providerId="ADAL" clId="{2E9EEBC9-B330-438C-9115-72AFEA542254}" dt="2021-10-15T06:57:13.107" v="7" actId="208"/>
          <ac:spMkLst>
            <pc:docMk/>
            <pc:sldMk cId="164540370" sldId="303"/>
            <ac:spMk id="4" creationId="{D47EABBD-1F8E-4FB7-86FA-45474BF7678F}"/>
          </ac:spMkLst>
        </pc:spChg>
      </pc:sldChg>
      <pc:sldChg chg="add ord">
        <pc:chgData name="KACHOUR Maher" userId="09775c39-7739-40bf-ba04-c8ef3ab24a94" providerId="ADAL" clId="{2E9EEBC9-B330-438C-9115-72AFEA542254}" dt="2021-10-15T06:57:23.091" v="10"/>
        <pc:sldMkLst>
          <pc:docMk/>
          <pc:sldMk cId="825393346" sldId="304"/>
        </pc:sldMkLst>
      </pc:sldChg>
      <pc:sldChg chg="add ord">
        <pc:chgData name="KACHOUR Maher" userId="09775c39-7739-40bf-ba04-c8ef3ab24a94" providerId="ADAL" clId="{2E9EEBC9-B330-438C-9115-72AFEA542254}" dt="2021-10-15T06:57:35.413" v="14"/>
        <pc:sldMkLst>
          <pc:docMk/>
          <pc:sldMk cId="632831912" sldId="305"/>
        </pc:sldMkLst>
      </pc:sldChg>
      <pc:sldChg chg="add ord">
        <pc:chgData name="KACHOUR Maher" userId="09775c39-7739-40bf-ba04-c8ef3ab24a94" providerId="ADAL" clId="{2E9EEBC9-B330-438C-9115-72AFEA542254}" dt="2021-10-15T06:57:43.455" v="18"/>
        <pc:sldMkLst>
          <pc:docMk/>
          <pc:sldMk cId="3605611108" sldId="306"/>
        </pc:sldMkLst>
      </pc:sldChg>
      <pc:sldChg chg="add ord">
        <pc:chgData name="KACHOUR Maher" userId="09775c39-7739-40bf-ba04-c8ef3ab24a94" providerId="ADAL" clId="{2E9EEBC9-B330-438C-9115-72AFEA542254}" dt="2021-10-15T06:57:49.387" v="21"/>
        <pc:sldMkLst>
          <pc:docMk/>
          <pc:sldMk cId="2865438530" sldId="307"/>
        </pc:sldMkLst>
      </pc:sldChg>
      <pc:sldChg chg="add ord">
        <pc:chgData name="KACHOUR Maher" userId="09775c39-7739-40bf-ba04-c8ef3ab24a94" providerId="ADAL" clId="{2E9EEBC9-B330-438C-9115-72AFEA542254}" dt="2021-10-15T06:57:55.088" v="24"/>
        <pc:sldMkLst>
          <pc:docMk/>
          <pc:sldMk cId="1607334979" sldId="308"/>
        </pc:sldMkLst>
      </pc:sldChg>
      <pc:sldChg chg="add ord">
        <pc:chgData name="KACHOUR Maher" userId="09775c39-7739-40bf-ba04-c8ef3ab24a94" providerId="ADAL" clId="{2E9EEBC9-B330-438C-9115-72AFEA542254}" dt="2021-10-15T06:58:02.644" v="27"/>
        <pc:sldMkLst>
          <pc:docMk/>
          <pc:sldMk cId="2208209775" sldId="309"/>
        </pc:sldMkLst>
      </pc:sldChg>
      <pc:sldChg chg="add ord">
        <pc:chgData name="KACHOUR Maher" userId="09775c39-7739-40bf-ba04-c8ef3ab24a94" providerId="ADAL" clId="{2E9EEBC9-B330-438C-9115-72AFEA542254}" dt="2021-10-15T06:58:07.798" v="30"/>
        <pc:sldMkLst>
          <pc:docMk/>
          <pc:sldMk cId="1477937796" sldId="310"/>
        </pc:sldMkLst>
      </pc:sldChg>
      <pc:sldChg chg="add ord">
        <pc:chgData name="KACHOUR Maher" userId="09775c39-7739-40bf-ba04-c8ef3ab24a94" providerId="ADAL" clId="{2E9EEBC9-B330-438C-9115-72AFEA542254}" dt="2021-10-15T06:58:14.095" v="33"/>
        <pc:sldMkLst>
          <pc:docMk/>
          <pc:sldMk cId="4062554635" sldId="311"/>
        </pc:sldMkLst>
      </pc:sldChg>
      <pc:sldChg chg="add ord">
        <pc:chgData name="KACHOUR Maher" userId="09775c39-7739-40bf-ba04-c8ef3ab24a94" providerId="ADAL" clId="{2E9EEBC9-B330-438C-9115-72AFEA542254}" dt="2021-10-15T06:58:19.519" v="36"/>
        <pc:sldMkLst>
          <pc:docMk/>
          <pc:sldMk cId="3107911815" sldId="312"/>
        </pc:sldMkLst>
      </pc:sldChg>
      <pc:sldChg chg="add ord">
        <pc:chgData name="KACHOUR Maher" userId="09775c39-7739-40bf-ba04-c8ef3ab24a94" providerId="ADAL" clId="{2E9EEBC9-B330-438C-9115-72AFEA542254}" dt="2021-10-15T06:58:28.189" v="40"/>
        <pc:sldMkLst>
          <pc:docMk/>
          <pc:sldMk cId="2034121668" sldId="313"/>
        </pc:sldMkLst>
      </pc:sldChg>
      <pc:sldChg chg="add ord">
        <pc:chgData name="KACHOUR Maher" userId="09775c39-7739-40bf-ba04-c8ef3ab24a94" providerId="ADAL" clId="{2E9EEBC9-B330-438C-9115-72AFEA542254}" dt="2021-10-15T06:58:37.432" v="44"/>
        <pc:sldMkLst>
          <pc:docMk/>
          <pc:sldMk cId="1116601850" sldId="314"/>
        </pc:sldMkLst>
      </pc:sldChg>
      <pc:sldChg chg="add ord">
        <pc:chgData name="KACHOUR Maher" userId="09775c39-7739-40bf-ba04-c8ef3ab24a94" providerId="ADAL" clId="{2E9EEBC9-B330-438C-9115-72AFEA542254}" dt="2021-10-15T06:58:46.195" v="48"/>
        <pc:sldMkLst>
          <pc:docMk/>
          <pc:sldMk cId="2756899222" sldId="31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6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C2A41-D9C8-4926-AA64-B06A3E3B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– Mode</a:t>
            </a: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948F3-1972-4983-AF65-48CF94EB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08" y="1556792"/>
            <a:ext cx="892899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best represented observation of the observed data is called the mode.</a:t>
            </a:r>
          </a:p>
          <a:p>
            <a:pPr marL="0" indent="0"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mode is considered as a central value associated with the data.</a:t>
            </a:r>
          </a:p>
          <a:p>
            <a:pPr marL="0" indent="0"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 that the mode is not necessarily a single value.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44B3601-CD19-4542-B3E3-0948E65E6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75" t="55600" r="37400" b="31800"/>
          <a:stretch/>
        </p:blipFill>
        <p:spPr>
          <a:xfrm>
            <a:off x="323527" y="2935485"/>
            <a:ext cx="5383993" cy="78154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807ABD2-728A-45F6-886C-7307F73283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88" t="37399" r="38188" b="20601"/>
          <a:stretch/>
        </p:blipFill>
        <p:spPr>
          <a:xfrm>
            <a:off x="246272" y="3922515"/>
            <a:ext cx="5549864" cy="268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54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the mode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1: The data below represents the wage distribution of 15 employees working in a small business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Identify the mode(s)associated with data.
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334D0978-2861-4C54-9E64-E551E1A08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345288"/>
              </p:ext>
            </p:extLst>
          </p:nvPr>
        </p:nvGraphicFramePr>
        <p:xfrm>
          <a:off x="1524000" y="206084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964979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77246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employees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3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842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3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43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028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90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539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the mode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2: The data below represents the ages of 60 candidates in a competition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Identify the mode(s)associated with data.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CF45D09-A735-4E2C-B402-76E8AAD7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863" y="1988840"/>
            <a:ext cx="2240249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0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283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CE81A5-DBB5-454A-8C13-8B3F7A98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700" dirty="0">
                <a:latin typeface="Cambria" panose="02040503050406030204" pitchFamily="18" charset="0"/>
                <a:ea typeface="Cambria" panose="02040503050406030204" pitchFamily="18" charset="0"/>
              </a:rPr>
              <a:t>The mode - </a:t>
            </a:r>
            <a:r>
              <a:rPr lang="fr-FR" sz="37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sz="37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EB5C4F08-6194-4B06-A6EF-79411837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877" y="197820"/>
            <a:ext cx="4190207" cy="288076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1E4C3BF-EDCA-4565-B507-776E678B1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0028" y="3315854"/>
            <a:ext cx="2513956" cy="34556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E9D07E-39B9-41EC-800A-4255E849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78" y="3540423"/>
            <a:ext cx="4190207" cy="300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2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561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210FE-4560-4465-907D-BDEC1997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mode -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84AA767-AF2D-4FCE-B5ED-C727F5B7E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44" y="1700808"/>
            <a:ext cx="6092682" cy="4392488"/>
          </a:xfrm>
        </p:spPr>
      </p:pic>
      <p:sp>
        <p:nvSpPr>
          <p:cNvPr id="6" name="Bulle narrative : ronde 5">
            <a:extLst>
              <a:ext uri="{FF2B5EF4-FFF2-40B4-BE49-F238E27FC236}">
                <a16:creationId xmlns:a16="http://schemas.microsoft.com/office/drawing/2014/main" id="{56902919-0345-420A-9614-B6A7E25DBECB}"/>
              </a:ext>
            </a:extLst>
          </p:cNvPr>
          <p:cNvSpPr/>
          <p:nvPr/>
        </p:nvSpPr>
        <p:spPr>
          <a:xfrm>
            <a:off x="323528" y="1844824"/>
            <a:ext cx="1512168" cy="2160240"/>
          </a:xfrm>
          <a:prstGeom prst="wedgeEllipseCallout">
            <a:avLst>
              <a:gd name="adj1" fmla="val 187758"/>
              <a:gd name="adj2" fmla="val 6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CD6E96-E1BF-4298-96B1-2CAFB966B5E6}"/>
              </a:ext>
            </a:extLst>
          </p:cNvPr>
          <p:cNvSpPr txBox="1"/>
          <p:nvPr/>
        </p:nvSpPr>
        <p:spPr>
          <a:xfrm>
            <a:off x="539552" y="2463279"/>
            <a:ext cx="1234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highest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5595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5438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D9A70-7071-42D7-A193-63327EDC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mode -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197BE54-2E9D-4DAB-8002-EA443B0A6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387524"/>
            <a:ext cx="8805664" cy="5470475"/>
          </a:xfrm>
        </p:spPr>
      </p:pic>
    </p:spTree>
    <p:extLst>
      <p:ext uri="{BB962C8B-B14F-4D97-AF65-F5344CB8AC3E}">
        <p14:creationId xmlns:p14="http://schemas.microsoft.com/office/powerpoint/2010/main" val="43760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733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 – The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mean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DF55DCCE-4867-488F-A29D-2B1A5B61A63A}"/>
              </a:ext>
            </a:extLst>
          </p:cNvPr>
          <p:cNvSpPr/>
          <p:nvPr/>
        </p:nvSpPr>
        <p:spPr>
          <a:xfrm>
            <a:off x="4679957" y="555619"/>
            <a:ext cx="2677641" cy="1262249"/>
          </a:xfrm>
          <a:prstGeom prst="wedgeEllipseCallout">
            <a:avLst>
              <a:gd name="adj1" fmla="val -115526"/>
              <a:gd name="adj2" fmla="val 2326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2ABF83-14D4-40AE-B23F-DBEAE22D2248}"/>
              </a:ext>
            </a:extLst>
          </p:cNvPr>
          <p:cNvSpPr txBox="1"/>
          <p:nvPr/>
        </p:nvSpPr>
        <p:spPr>
          <a:xfrm>
            <a:off x="5292080" y="878614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Indicator associated with data from a quantitative variable only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918C897-C208-42F7-872E-6008933131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5" t="34078" r="37400" b="18676"/>
          <a:stretch/>
        </p:blipFill>
        <p:spPr>
          <a:xfrm>
            <a:off x="1184886" y="2340617"/>
            <a:ext cx="6496541" cy="380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2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820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 – The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mean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8482ECE-E1B7-4816-8A5B-2840938689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71" t="40200" r="36612" b="27600"/>
          <a:stretch/>
        </p:blipFill>
        <p:spPr>
          <a:xfrm>
            <a:off x="1584107" y="2338472"/>
            <a:ext cx="6109650" cy="27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22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793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 – The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mean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FC1F6B41-9686-48B4-A7C3-BFADE28BB1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71" t="40200" r="38975" b="26356"/>
          <a:stretch/>
        </p:blipFill>
        <p:spPr>
          <a:xfrm>
            <a:off x="1637072" y="2276872"/>
            <a:ext cx="6582602" cy="294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49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2554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Example 1 : </a:t>
            </a:r>
          </a:p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grades / scores of 10 students 
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DA28E3-9614-4843-B818-5FF42806F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02" y="2636912"/>
            <a:ext cx="6210960" cy="167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58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7911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2 :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 the number of purchases (per week) of a product studied out of 100 French families.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mean.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3EA5E1-186F-429D-8019-F4917DB7B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2576512"/>
            <a:ext cx="33242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38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4121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3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monthly expenses of 100 households for the purchase of a certain product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mean monthly expenses.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EFD27F-0A5D-444D-A5DF-E4210B8B4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2289225"/>
            <a:ext cx="2952750" cy="18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14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6601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13CDB-1EDC-44EB-B090-F345EA47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635"/>
            <a:ext cx="8229600" cy="1143000"/>
          </a:xfrm>
        </p:spPr>
        <p:txBody>
          <a:bodyPr/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D2EB1-B5CC-4236-B5FC-3D9FC9A9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" y="908720"/>
            <a:ext cx="8229600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E9BA3F-97F7-4963-B63C-E4ED48DA7B81}"/>
              </a:ext>
            </a:extLst>
          </p:cNvPr>
          <p:cNvSpPr txBox="1"/>
          <p:nvPr/>
        </p:nvSpPr>
        <p:spPr>
          <a:xfrm>
            <a:off x="0" y="4350852"/>
            <a:ext cx="84600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[30; 35[ is the modal class 
55 is the center of the last class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mode is equal to 19 years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average age is equal to 32.25 years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CA6D168-6FF2-48BC-B2FC-502A25D5B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204020"/>
              </p:ext>
            </p:extLst>
          </p:nvPr>
        </p:nvGraphicFramePr>
        <p:xfrm>
          <a:off x="2843808" y="1528684"/>
          <a:ext cx="4248472" cy="27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204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2412268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2EBE-4E28-4054-9E42-0EB5DE63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7EABBD-1F8E-4FB7-86FA-45474BF7678F}"/>
              </a:ext>
            </a:extLst>
          </p:cNvPr>
          <p:cNvSpPr txBox="1"/>
          <p:nvPr/>
        </p:nvSpPr>
        <p:spPr>
          <a:xfrm>
            <a:off x="611560" y="1772816"/>
            <a:ext cx="8075240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68992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2A6944-07BC-4A36-B3D8-B7D26E61E8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1D3AB89-43DC-469D-84DE-5EEFD11C3E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374</Words>
  <Application>Microsoft Office PowerPoint</Application>
  <PresentationFormat>Affichage à l'écran (4:3)</PresentationFormat>
  <Paragraphs>109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Wingdings</vt:lpstr>
      <vt:lpstr>Thème Office</vt:lpstr>
      <vt:lpstr>Data Description </vt:lpstr>
      <vt:lpstr>Position Indicators – Mode</vt:lpstr>
      <vt:lpstr>Note</vt:lpstr>
      <vt:lpstr>Examples – calculation of the mode</vt:lpstr>
      <vt:lpstr>Note</vt:lpstr>
      <vt:lpstr>Examples – calculation of the mode</vt:lpstr>
      <vt:lpstr>Note</vt:lpstr>
      <vt:lpstr>The mode - Graphically
</vt:lpstr>
      <vt:lpstr>Note</vt:lpstr>
      <vt:lpstr>The mode - Graphically
</vt:lpstr>
      <vt:lpstr>Note</vt:lpstr>
      <vt:lpstr>The mode - Graphically</vt:lpstr>
      <vt:lpstr>Note</vt:lpstr>
      <vt:lpstr>Position indicators – The mean
</vt:lpstr>
      <vt:lpstr>Note</vt:lpstr>
      <vt:lpstr>Position indicators – The mean
</vt:lpstr>
      <vt:lpstr>Note</vt:lpstr>
      <vt:lpstr>Position indicators – The mean
</vt:lpstr>
      <vt:lpstr>Note</vt:lpstr>
      <vt:lpstr>Examples - calculation of the mean</vt:lpstr>
      <vt:lpstr>Note</vt:lpstr>
      <vt:lpstr>Examples - calculation of the mean</vt:lpstr>
      <vt:lpstr>Note</vt:lpstr>
      <vt:lpstr>Examples - calculation of the mean</vt:lpstr>
      <vt:lpstr>Note</vt:lpstr>
      <vt:lpstr>Exercise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12</cp:revision>
  <dcterms:created xsi:type="dcterms:W3CDTF">2021-02-02T16:40:54Z</dcterms:created>
  <dcterms:modified xsi:type="dcterms:W3CDTF">2021-10-15T06:58:54Z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