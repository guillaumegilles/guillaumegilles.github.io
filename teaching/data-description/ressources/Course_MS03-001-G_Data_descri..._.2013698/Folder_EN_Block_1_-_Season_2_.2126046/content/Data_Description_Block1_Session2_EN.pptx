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394" r:id="rId3"/>
    <p:sldId id="260" r:id="rId4"/>
    <p:sldId id="258" r:id="rId5"/>
    <p:sldId id="302" r:id="rId6"/>
    <p:sldId id="305" r:id="rId7"/>
    <p:sldId id="306" r:id="rId8"/>
    <p:sldId id="307" r:id="rId9"/>
    <p:sldId id="315" r:id="rId10"/>
    <p:sldId id="308" r:id="rId11"/>
    <p:sldId id="309" r:id="rId12"/>
    <p:sldId id="316" r:id="rId13"/>
    <p:sldId id="311" r:id="rId14"/>
    <p:sldId id="270" r:id="rId15"/>
    <p:sldId id="271" r:id="rId16"/>
    <p:sldId id="312" r:id="rId17"/>
    <p:sldId id="313" r:id="rId18"/>
    <p:sldId id="314" r:id="rId19"/>
    <p:sldId id="392" r:id="rId20"/>
    <p:sldId id="393" r:id="rId21"/>
    <p:sldId id="269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925B2-5869-4514-A772-E461A22F40F8}" v="2" dt="2026-07-13T15:16:56.405"/>
    <p1510:client id="{F391F4BD-F1AF-4232-960C-6765D7445537}" v="19" dt="2026-07-13T14:29:43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3" autoAdjust="0"/>
    <p:restoredTop sz="94678"/>
  </p:normalViewPr>
  <p:slideViewPr>
    <p:cSldViewPr snapToGrid="0">
      <p:cViewPr varScale="1">
        <p:scale>
          <a:sx n="150" d="100"/>
          <a:sy n="150" d="100"/>
        </p:scale>
        <p:origin x="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SE Jeremy" userId="a0ba9a67-d84b-4a32-9589-b4b1bf394c13" providerId="ADAL" clId="{BEC5D84A-2B48-4ECB-9C8D-93CC8A7B4DA7}"/>
    <pc:docChg chg="undo custSel addSld delSld modSld modMainMaster">
      <pc:chgData name="CELSE Jeremy" userId="a0ba9a67-d84b-4a32-9589-b4b1bf394c13" providerId="ADAL" clId="{BEC5D84A-2B48-4ECB-9C8D-93CC8A7B4DA7}" dt="2026-07-13T15:17:07.814" v="628" actId="20577"/>
      <pc:docMkLst>
        <pc:docMk/>
      </pc:docMkLst>
      <pc:sldChg chg="modSp mod">
        <pc:chgData name="CELSE Jeremy" userId="a0ba9a67-d84b-4a32-9589-b4b1bf394c13" providerId="ADAL" clId="{BEC5D84A-2B48-4ECB-9C8D-93CC8A7B4DA7}" dt="2026-07-13T15:11:50.096" v="482" actId="20577"/>
        <pc:sldMkLst>
          <pc:docMk/>
          <pc:sldMk cId="1337931670" sldId="257"/>
        </pc:sldMkLst>
        <pc:spChg chg="mod">
          <ac:chgData name="CELSE Jeremy" userId="a0ba9a67-d84b-4a32-9589-b4b1bf394c13" providerId="ADAL" clId="{BEC5D84A-2B48-4ECB-9C8D-93CC8A7B4DA7}" dt="2026-07-13T15:11:50.096" v="482" actId="20577"/>
          <ac:spMkLst>
            <pc:docMk/>
            <pc:sldMk cId="1337931670" sldId="257"/>
            <ac:spMk id="5" creationId="{EAD49BF0-621E-0DF3-164E-3F61AAB7615D}"/>
          </ac:spMkLst>
        </pc:spChg>
        <pc:spChg chg="mod">
          <ac:chgData name="CELSE Jeremy" userId="a0ba9a67-d84b-4a32-9589-b4b1bf394c13" providerId="ADAL" clId="{BEC5D84A-2B48-4ECB-9C8D-93CC8A7B4DA7}" dt="2026-07-13T15:11:44.623" v="481" actId="20577"/>
          <ac:spMkLst>
            <pc:docMk/>
            <pc:sldMk cId="1337931670" sldId="257"/>
            <ac:spMk id="6" creationId="{A2132C0B-224C-98FA-684F-F6F2D72F5DA1}"/>
          </ac:spMkLst>
        </pc:spChg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0" sldId="258"/>
        </pc:sldMkLst>
      </pc:sldChg>
      <pc:sldChg chg="addSp delSp modSp add del mod setBg delDesignElem">
        <pc:chgData name="CELSE Jeremy" userId="a0ba9a67-d84b-4a32-9589-b4b1bf394c13" providerId="ADAL" clId="{BEC5D84A-2B48-4ECB-9C8D-93CC8A7B4DA7}" dt="2026-07-13T15:13:09.927" v="500" actId="6549"/>
        <pc:sldMkLst>
          <pc:docMk/>
          <pc:sldMk cId="1708999396" sldId="258"/>
        </pc:sldMkLst>
        <pc:spChg chg="mod">
          <ac:chgData name="CELSE Jeremy" userId="a0ba9a67-d84b-4a32-9589-b4b1bf394c13" providerId="ADAL" clId="{BEC5D84A-2B48-4ECB-9C8D-93CC8A7B4DA7}" dt="2026-07-13T15:13:09.927" v="500" actId="6549"/>
          <ac:spMkLst>
            <pc:docMk/>
            <pc:sldMk cId="1708999396" sldId="258"/>
            <ac:spMk id="2" creationId="{09C494E9-9F78-4630-A80F-505045F72270}"/>
          </ac:spMkLst>
        </pc:spChg>
        <pc:spChg chg="mod">
          <ac:chgData name="CELSE Jeremy" userId="a0ba9a67-d84b-4a32-9589-b4b1bf394c13" providerId="ADAL" clId="{BEC5D84A-2B48-4ECB-9C8D-93CC8A7B4DA7}" dt="2026-07-13T14:21:52.356" v="180" actId="20577"/>
          <ac:spMkLst>
            <pc:docMk/>
            <pc:sldMk cId="1708999396" sldId="258"/>
            <ac:spMk id="9" creationId="{222B81E9-A18E-455E-9A4F-322D8D9DCB42}"/>
          </ac:spMkLst>
        </pc:spChg>
        <pc:spChg chg="del">
          <ac:chgData name="CELSE Jeremy" userId="a0ba9a67-d84b-4a32-9589-b4b1bf394c13" providerId="ADAL" clId="{BEC5D84A-2B48-4ECB-9C8D-93CC8A7B4DA7}" dt="2026-07-13T15:12:29.867" v="485"/>
          <ac:spMkLst>
            <pc:docMk/>
            <pc:sldMk cId="1708999396" sldId="258"/>
            <ac:spMk id="12" creationId="{284B70D5-875B-433D-BDBD-1522A85D6C1D}"/>
          </ac:spMkLst>
        </pc:spChg>
        <pc:spChg chg="del">
          <ac:chgData name="CELSE Jeremy" userId="a0ba9a67-d84b-4a32-9589-b4b1bf394c13" providerId="ADAL" clId="{BEC5D84A-2B48-4ECB-9C8D-93CC8A7B4DA7}" dt="2026-07-13T15:12:29.867" v="485"/>
          <ac:spMkLst>
            <pc:docMk/>
            <pc:sldMk cId="1708999396" sldId="258"/>
            <ac:spMk id="16" creationId="{1E299956-A9E7-4FC1-A0B1-D590CA9730E8}"/>
          </ac:spMkLst>
        </pc:spChg>
        <pc:spChg chg="del">
          <ac:chgData name="CELSE Jeremy" userId="a0ba9a67-d84b-4a32-9589-b4b1bf394c13" providerId="ADAL" clId="{BEC5D84A-2B48-4ECB-9C8D-93CC8A7B4DA7}" dt="2026-07-13T15:12:29.867" v="485"/>
          <ac:spMkLst>
            <pc:docMk/>
            <pc:sldMk cId="1708999396" sldId="258"/>
            <ac:spMk id="18" creationId="{17FC539C-B783-4B03-9F9E-D13430F3F64F}"/>
          </ac:spMkLst>
        </pc:spChg>
        <pc:graphicFrameChg chg="modGraphic">
          <ac:chgData name="CELSE Jeremy" userId="a0ba9a67-d84b-4a32-9589-b4b1bf394c13" providerId="ADAL" clId="{BEC5D84A-2B48-4ECB-9C8D-93CC8A7B4DA7}" dt="2026-07-13T14:21:36.787" v="158" actId="12385"/>
          <ac:graphicFrameMkLst>
            <pc:docMk/>
            <pc:sldMk cId="1708999396" sldId="258"/>
            <ac:graphicFrameMk id="7" creationId="{C657B10C-9EEE-44FA-A5A2-1DBD3829C910}"/>
          </ac:graphicFrameMkLst>
        </pc:graphicFrameChg>
        <pc:picChg chg="add del">
          <ac:chgData name="CELSE Jeremy" userId="a0ba9a67-d84b-4a32-9589-b4b1bf394c13" providerId="ADAL" clId="{BEC5D84A-2B48-4ECB-9C8D-93CC8A7B4DA7}" dt="2026-07-13T14:22:12.002" v="182" actId="22"/>
          <ac:picMkLst>
            <pc:docMk/>
            <pc:sldMk cId="1708999396" sldId="258"/>
            <ac:picMk id="4" creationId="{B006F58C-824C-9A27-A138-62620CE61549}"/>
          </ac:picMkLst>
        </pc:picChg>
        <pc:cxnChg chg="del">
          <ac:chgData name="CELSE Jeremy" userId="a0ba9a67-d84b-4a32-9589-b4b1bf394c13" providerId="ADAL" clId="{BEC5D84A-2B48-4ECB-9C8D-93CC8A7B4DA7}" dt="2026-07-13T15:12:29.867" v="485"/>
          <ac:cxnSpMkLst>
            <pc:docMk/>
            <pc:sldMk cId="1708999396" sldId="258"/>
            <ac:cxnSpMk id="14" creationId="{C947DF4A-614C-4B4C-8B80-E5B9D8E8CFED}"/>
          </ac:cxnSpMkLst>
        </pc:cxnChg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0" sldId="259"/>
        </pc:sldMkLst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1246123106" sldId="259"/>
        </pc:sldMkLst>
        <pc:spChg chg="mod">
          <ac:chgData name="CELSE Jeremy" userId="a0ba9a67-d84b-4a32-9589-b4b1bf394c13" providerId="ADAL" clId="{BEC5D84A-2B48-4ECB-9C8D-93CC8A7B4DA7}" dt="2026-07-13T14:24:08.252" v="204" actId="207"/>
          <ac:spMkLst>
            <pc:docMk/>
            <pc:sldMk cId="1246123106" sldId="259"/>
            <ac:spMk id="2" creationId="{5E3962E2-99B0-4D28-8465-12544476E610}"/>
          </ac:spMkLst>
        </pc:spChg>
        <pc:spChg chg="mod">
          <ac:chgData name="CELSE Jeremy" userId="a0ba9a67-d84b-4a32-9589-b4b1bf394c13" providerId="ADAL" clId="{BEC5D84A-2B48-4ECB-9C8D-93CC8A7B4DA7}" dt="2026-07-13T14:23:57.750" v="201" actId="27636"/>
          <ac:spMkLst>
            <pc:docMk/>
            <pc:sldMk cId="1246123106" sldId="259"/>
            <ac:spMk id="3" creationId="{66E02610-A2D3-4DF7-8176-E9BB3EE5DACA}"/>
          </ac:spMkLst>
        </pc:spChg>
      </pc:sldChg>
      <pc:sldChg chg="modSp add del mod">
        <pc:chgData name="CELSE Jeremy" userId="a0ba9a67-d84b-4a32-9589-b4b1bf394c13" providerId="ADAL" clId="{BEC5D84A-2B48-4ECB-9C8D-93CC8A7B4DA7}" dt="2026-07-13T15:13:03.798" v="498" actId="6549"/>
        <pc:sldMkLst>
          <pc:docMk/>
          <pc:sldMk cId="3082530224" sldId="260"/>
        </pc:sldMkLst>
        <pc:spChg chg="mod">
          <ac:chgData name="CELSE Jeremy" userId="a0ba9a67-d84b-4a32-9589-b4b1bf394c13" providerId="ADAL" clId="{BEC5D84A-2B48-4ECB-9C8D-93CC8A7B4DA7}" dt="2026-07-13T15:12:59.438" v="496" actId="113"/>
          <ac:spMkLst>
            <pc:docMk/>
            <pc:sldMk cId="3082530224" sldId="260"/>
            <ac:spMk id="2" creationId="{86016CA4-37ED-4219-B0AE-4B551B355CE3}"/>
          </ac:spMkLst>
        </pc:spChg>
        <pc:spChg chg="mod">
          <ac:chgData name="CELSE Jeremy" userId="a0ba9a67-d84b-4a32-9589-b4b1bf394c13" providerId="ADAL" clId="{BEC5D84A-2B48-4ECB-9C8D-93CC8A7B4DA7}" dt="2026-07-13T15:13:03.798" v="498" actId="6549"/>
          <ac:spMkLst>
            <pc:docMk/>
            <pc:sldMk cId="3082530224" sldId="260"/>
            <ac:spMk id="3" creationId="{AC45DCC2-52E1-498C-BFB2-2E34D25B5490}"/>
          </ac:spMkLst>
        </pc:spChg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354841054" sldId="262"/>
        </pc:sldMkLst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354841054" sldId="262"/>
            <ac:spMk id="2" creationId="{1946AA83-E1D7-4D1C-8E40-0462C2F2ACAB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354841054" sldId="262"/>
            <ac:spMk id="3" creationId="{F41A5327-8744-4782-AED0-51A392DA6F1C}"/>
          </ac:spMkLst>
        </pc:spChg>
      </pc:sldChg>
      <pc:sldChg chg="addSp delSp modSp add del mod setBg delDesignElem">
        <pc:chgData name="CELSE Jeremy" userId="a0ba9a67-d84b-4a32-9589-b4b1bf394c13" providerId="ADAL" clId="{BEC5D84A-2B48-4ECB-9C8D-93CC8A7B4DA7}" dt="2026-07-13T15:12:02.773" v="483" actId="47"/>
        <pc:sldMkLst>
          <pc:docMk/>
          <pc:sldMk cId="2489073995" sldId="264"/>
        </pc:sldMkLst>
        <pc:spChg chg="mod">
          <ac:chgData name="CELSE Jeremy" userId="a0ba9a67-d84b-4a32-9589-b4b1bf394c13" providerId="ADAL" clId="{BEC5D84A-2B48-4ECB-9C8D-93CC8A7B4DA7}" dt="2026-07-13T14:23:04.279" v="197" actId="207"/>
          <ac:spMkLst>
            <pc:docMk/>
            <pc:sldMk cId="2489073995" sldId="264"/>
            <ac:spMk id="2" creationId="{0820CB63-118F-4AB0-8B4E-14B994B40B5D}"/>
          </ac:spMkLst>
        </pc:spChg>
        <pc:spChg chg="add mod">
          <ac:chgData name="CELSE Jeremy" userId="a0ba9a67-d84b-4a32-9589-b4b1bf394c13" providerId="ADAL" clId="{BEC5D84A-2B48-4ECB-9C8D-93CC8A7B4DA7}" dt="2026-07-13T14:24:31.132" v="225" actId="1076"/>
          <ac:spMkLst>
            <pc:docMk/>
            <pc:sldMk cId="2489073995" sldId="264"/>
            <ac:spMk id="3" creationId="{3BEB1A32-9CC7-56E7-7C7B-C33D3FAAA6D7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2489073995" sldId="264"/>
            <ac:spMk id="9" creationId="{FB5993E2-C02B-4335-ABA5-D8EC465551E3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2489073995" sldId="264"/>
            <ac:spMk id="11" creationId="{C0B801A2-5622-4BE8-9AD2-C337A2CD0022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2489073995" sldId="264"/>
            <ac:spMk id="13" creationId="{B7AF614F-5BC3-4086-99F5-B87C5847A071}"/>
          </ac:spMkLst>
        </pc:spChg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2234354224" sldId="265"/>
        </pc:sldMkLst>
        <pc:spChg chg="mod">
          <ac:chgData name="CELSE Jeremy" userId="a0ba9a67-d84b-4a32-9589-b4b1bf394c13" providerId="ADAL" clId="{BEC5D84A-2B48-4ECB-9C8D-93CC8A7B4DA7}" dt="2026-07-13T14:24:34.497" v="226" actId="207"/>
          <ac:spMkLst>
            <pc:docMk/>
            <pc:sldMk cId="2234354224" sldId="265"/>
            <ac:spMk id="2" creationId="{CF0A13E9-23EB-49AF-A07D-E5027D2DB659}"/>
          </ac:spMkLst>
        </pc:spChg>
        <pc:spChg chg="mod">
          <ac:chgData name="CELSE Jeremy" userId="a0ba9a67-d84b-4a32-9589-b4b1bf394c13" providerId="ADAL" clId="{BEC5D84A-2B48-4ECB-9C8D-93CC8A7B4DA7}" dt="2026-07-13T14:24:41.371" v="228" actId="12"/>
          <ac:spMkLst>
            <pc:docMk/>
            <pc:sldMk cId="2234354224" sldId="265"/>
            <ac:spMk id="3" creationId="{ECC721E5-E0B5-4A50-8A64-A14E8750F330}"/>
          </ac:spMkLst>
        </pc:spChg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84934495" sldId="266"/>
        </pc:sldMkLst>
        <pc:spChg chg="mod">
          <ac:chgData name="CELSE Jeremy" userId="a0ba9a67-d84b-4a32-9589-b4b1bf394c13" providerId="ADAL" clId="{BEC5D84A-2B48-4ECB-9C8D-93CC8A7B4DA7}" dt="2026-07-13T14:26:11.450" v="268" actId="20577"/>
          <ac:spMkLst>
            <pc:docMk/>
            <pc:sldMk cId="84934495" sldId="266"/>
            <ac:spMk id="2" creationId="{34A4FFB6-029A-44A6-9344-D9E3BFBB7FF9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84934495" sldId="266"/>
            <ac:spMk id="3" creationId="{31CC7A08-88EA-4036-8B05-9B875923A39E}"/>
          </ac:spMkLst>
        </pc:spChg>
      </pc:sldChg>
      <pc:sldChg chg="delSp modSp add del mod setBg delDesignElem">
        <pc:chgData name="CELSE Jeremy" userId="a0ba9a67-d84b-4a32-9589-b4b1bf394c13" providerId="ADAL" clId="{BEC5D84A-2B48-4ECB-9C8D-93CC8A7B4DA7}" dt="2026-07-13T15:12:02.773" v="483" actId="47"/>
        <pc:sldMkLst>
          <pc:docMk/>
          <pc:sldMk cId="3490832786" sldId="267"/>
        </pc:sldMkLst>
        <pc:spChg chg="mod">
          <ac:chgData name="CELSE Jeremy" userId="a0ba9a67-d84b-4a32-9589-b4b1bf394c13" providerId="ADAL" clId="{BEC5D84A-2B48-4ECB-9C8D-93CC8A7B4DA7}" dt="2026-07-13T14:25:22.569" v="252" actId="207"/>
          <ac:spMkLst>
            <pc:docMk/>
            <pc:sldMk cId="3490832786" sldId="267"/>
            <ac:spMk id="2" creationId="{CDC1E8DD-E538-46E6-A6C2-58536A096035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3490832786" sldId="267"/>
            <ac:spMk id="9" creationId="{FB5993E2-C02B-4335-ABA5-D8EC465551E3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3490832786" sldId="267"/>
            <ac:spMk id="11" creationId="{C0B801A2-5622-4BE8-9AD2-C337A2CD0022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3490832786" sldId="267"/>
            <ac:spMk id="13" creationId="{B7AF614F-5BC3-4086-99F5-B87C5847A071}"/>
          </ac:spMkLst>
        </pc:spChg>
        <pc:graphicFrameChg chg="modGraphic">
          <ac:chgData name="CELSE Jeremy" userId="a0ba9a67-d84b-4a32-9589-b4b1bf394c13" providerId="ADAL" clId="{BEC5D84A-2B48-4ECB-9C8D-93CC8A7B4DA7}" dt="2026-07-13T14:25:41.086" v="254" actId="12385"/>
          <ac:graphicFrameMkLst>
            <pc:docMk/>
            <pc:sldMk cId="3490832786" sldId="267"/>
            <ac:graphicFrameMk id="4" creationId="{98AED0FD-AC60-4F4F-A18B-8C44FCE38B34}"/>
          </ac:graphicFrameMkLst>
        </pc:graphicFrameChg>
      </pc:sldChg>
      <pc:sldChg chg="modSp mod setBg">
        <pc:chgData name="CELSE Jeremy" userId="a0ba9a67-d84b-4a32-9589-b4b1bf394c13" providerId="ADAL" clId="{BEC5D84A-2B48-4ECB-9C8D-93CC8A7B4DA7}" dt="2026-07-13T14:28:13.356" v="382"/>
        <pc:sldMkLst>
          <pc:docMk/>
          <pc:sldMk cId="3854798594" sldId="269"/>
        </pc:sldMkLst>
        <pc:spChg chg="mod">
          <ac:chgData name="CELSE Jeremy" userId="a0ba9a67-d84b-4a32-9589-b4b1bf394c13" providerId="ADAL" clId="{BEC5D84A-2B48-4ECB-9C8D-93CC8A7B4DA7}" dt="2026-07-13T14:28:07.539" v="380" actId="207"/>
          <ac:spMkLst>
            <pc:docMk/>
            <pc:sldMk cId="3854798594" sldId="269"/>
            <ac:spMk id="4" creationId="{26A0DEC3-476F-3BD5-7233-D1A2A2020F48}"/>
          </ac:spMkLst>
        </pc:spChg>
      </pc:sldChg>
      <pc:sldChg chg="modSp add del mod">
        <pc:chgData name="CELSE Jeremy" userId="a0ba9a67-d84b-4a32-9589-b4b1bf394c13" providerId="ADAL" clId="{BEC5D84A-2B48-4ECB-9C8D-93CC8A7B4DA7}" dt="2026-07-13T15:15:52.832" v="547" actId="207"/>
        <pc:sldMkLst>
          <pc:docMk/>
          <pc:sldMk cId="749076581" sldId="270"/>
        </pc:sldMkLst>
        <pc:spChg chg="mod">
          <ac:chgData name="CELSE Jeremy" userId="a0ba9a67-d84b-4a32-9589-b4b1bf394c13" providerId="ADAL" clId="{BEC5D84A-2B48-4ECB-9C8D-93CC8A7B4DA7}" dt="2026-07-13T15:15:52.832" v="547" actId="207"/>
          <ac:spMkLst>
            <pc:docMk/>
            <pc:sldMk cId="749076581" sldId="270"/>
            <ac:spMk id="2" creationId="{733348EF-923B-42C9-8F34-7709305EC5CB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749076581" sldId="270"/>
            <ac:spMk id="3" creationId="{552A802C-C9F1-40DA-B0D8-DF272CE9A2FE}"/>
          </ac:spMkLst>
        </pc:spChg>
      </pc:sldChg>
      <pc:sldChg chg="modSp add del mod">
        <pc:chgData name="CELSE Jeremy" userId="a0ba9a67-d84b-4a32-9589-b4b1bf394c13" providerId="ADAL" clId="{BEC5D84A-2B48-4ECB-9C8D-93CC8A7B4DA7}" dt="2026-07-13T15:15:57.674" v="548" actId="207"/>
        <pc:sldMkLst>
          <pc:docMk/>
          <pc:sldMk cId="3031731992" sldId="271"/>
        </pc:sldMkLst>
        <pc:spChg chg="mod">
          <ac:chgData name="CELSE Jeremy" userId="a0ba9a67-d84b-4a32-9589-b4b1bf394c13" providerId="ADAL" clId="{BEC5D84A-2B48-4ECB-9C8D-93CC8A7B4DA7}" dt="2026-07-13T15:15:57.674" v="548" actId="207"/>
          <ac:spMkLst>
            <pc:docMk/>
            <pc:sldMk cId="3031731992" sldId="271"/>
            <ac:spMk id="2" creationId="{A87BE807-E885-4A5F-A218-069A832603A1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3031731992" sldId="271"/>
            <ac:spMk id="3" creationId="{0D56F9B3-DFAF-437F-A68D-94FFACD0BAB9}"/>
          </ac:spMkLst>
        </pc:spChg>
      </pc:sldChg>
      <pc:sldChg chg="modSp add del">
        <pc:chgData name="CELSE Jeremy" userId="a0ba9a67-d84b-4a32-9589-b4b1bf394c13" providerId="ADAL" clId="{BEC5D84A-2B48-4ECB-9C8D-93CC8A7B4DA7}" dt="2026-07-13T14:26:42.572" v="273" actId="47"/>
        <pc:sldMkLst>
          <pc:docMk/>
          <pc:sldMk cId="1753930473" sldId="301"/>
        </pc:sldMkLst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1753930473" sldId="301"/>
            <ac:spMk id="2" creationId="{18404DE6-22B6-49F5-86AF-82EF6F7A381C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1753930473" sldId="301"/>
            <ac:spMk id="3" creationId="{C656BCA3-14E7-4AAB-B144-A116BCFF3564}"/>
          </ac:spMkLst>
        </pc:spChg>
      </pc:sldChg>
      <pc:sldChg chg="modSp add mod">
        <pc:chgData name="CELSE Jeremy" userId="a0ba9a67-d84b-4a32-9589-b4b1bf394c13" providerId="ADAL" clId="{BEC5D84A-2B48-4ECB-9C8D-93CC8A7B4DA7}" dt="2026-07-13T15:13:44.988" v="507" actId="207"/>
        <pc:sldMkLst>
          <pc:docMk/>
          <pc:sldMk cId="1295379562" sldId="302"/>
        </pc:sldMkLst>
        <pc:spChg chg="mod">
          <ac:chgData name="CELSE Jeremy" userId="a0ba9a67-d84b-4a32-9589-b4b1bf394c13" providerId="ADAL" clId="{BEC5D84A-2B48-4ECB-9C8D-93CC8A7B4DA7}" dt="2026-07-13T15:13:44.988" v="507" actId="207"/>
          <ac:spMkLst>
            <pc:docMk/>
            <pc:sldMk cId="1295379562" sldId="302"/>
            <ac:spMk id="2" creationId="{3EC63CBF-CDA0-4128-B664-123AA1C72CE6}"/>
          </ac:spMkLst>
        </pc:spChg>
        <pc:spChg chg="mod">
          <ac:chgData name="CELSE Jeremy" userId="a0ba9a67-d84b-4a32-9589-b4b1bf394c13" providerId="ADAL" clId="{BEC5D84A-2B48-4ECB-9C8D-93CC8A7B4DA7}" dt="2026-07-13T15:13:25.146" v="504" actId="27636"/>
          <ac:spMkLst>
            <pc:docMk/>
            <pc:sldMk cId="1295379562" sldId="302"/>
            <ac:spMk id="3" creationId="{327C8572-CE11-4AC1-B2BE-79C04BD47CF0}"/>
          </ac:spMkLst>
        </pc:spChg>
        <pc:picChg chg="mod">
          <ac:chgData name="CELSE Jeremy" userId="a0ba9a67-d84b-4a32-9589-b4b1bf394c13" providerId="ADAL" clId="{BEC5D84A-2B48-4ECB-9C8D-93CC8A7B4DA7}" dt="2026-07-13T15:13:29.624" v="505" actId="1076"/>
          <ac:picMkLst>
            <pc:docMk/>
            <pc:sldMk cId="1295379562" sldId="302"/>
            <ac:picMk id="7" creationId="{B9C496F4-94DF-4022-93A3-B4D77CC9E846}"/>
          </ac:picMkLst>
        </pc:picChg>
      </pc:sldChg>
      <pc:sldChg chg="delSp modSp add del mod setBg delDesignElem">
        <pc:chgData name="CELSE Jeremy" userId="a0ba9a67-d84b-4a32-9589-b4b1bf394c13" providerId="ADAL" clId="{BEC5D84A-2B48-4ECB-9C8D-93CC8A7B4DA7}" dt="2026-07-13T15:12:02.773" v="483" actId="47"/>
        <pc:sldMkLst>
          <pc:docMk/>
          <pc:sldMk cId="3774559596" sldId="302"/>
        </pc:sldMkLst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3774559596" sldId="302"/>
            <ac:spMk id="9" creationId="{FB5993E2-C02B-4335-ABA5-D8EC465551E3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3774559596" sldId="302"/>
            <ac:spMk id="11" creationId="{C0B801A2-5622-4BE8-9AD2-C337A2CD0022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3774559596" sldId="302"/>
            <ac:spMk id="13" creationId="{B7AF614F-5BC3-4086-99F5-B87C5847A071}"/>
          </ac:spMkLst>
        </pc:spChg>
        <pc:graphicFrameChg chg="mod">
          <ac:chgData name="CELSE Jeremy" userId="a0ba9a67-d84b-4a32-9589-b4b1bf394c13" providerId="ADAL" clId="{BEC5D84A-2B48-4ECB-9C8D-93CC8A7B4DA7}" dt="2026-07-13T14:30:57.939" v="450" actId="1076"/>
          <ac:graphicFrameMkLst>
            <pc:docMk/>
            <pc:sldMk cId="3774559596" sldId="302"/>
            <ac:graphicFrameMk id="4" creationId="{88C9E549-B539-40F3-919A-907A2D66E1F4}"/>
          </ac:graphicFrameMkLst>
        </pc:graphicFrameChg>
      </pc:sldChg>
      <pc:sldChg chg="delSp modSp add del mod setBg delDesignElem">
        <pc:chgData name="CELSE Jeremy" userId="a0ba9a67-d84b-4a32-9589-b4b1bf394c13" providerId="ADAL" clId="{BEC5D84A-2B48-4ECB-9C8D-93CC8A7B4DA7}" dt="2026-07-13T15:12:02.773" v="483" actId="47"/>
        <pc:sldMkLst>
          <pc:docMk/>
          <pc:sldMk cId="1501281058" sldId="303"/>
        </pc:sldMkLst>
        <pc:spChg chg="mod">
          <ac:chgData name="CELSE Jeremy" userId="a0ba9a67-d84b-4a32-9589-b4b1bf394c13" providerId="ADAL" clId="{BEC5D84A-2B48-4ECB-9C8D-93CC8A7B4DA7}" dt="2026-07-13T14:33:47.473" v="461" actId="207"/>
          <ac:spMkLst>
            <pc:docMk/>
            <pc:sldMk cId="1501281058" sldId="303"/>
            <ac:spMk id="2" creationId="{F3F990C5-4517-41CC-8DEB-8B036A92B964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501281058" sldId="303"/>
            <ac:spMk id="8" creationId="{3741B58E-3B65-4A01-A276-975AB2CF8A08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501281058" sldId="303"/>
            <ac:spMk id="10" creationId="{7AAC67C3-831B-4AB1-A259-DFB839CAFAFC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501281058" sldId="303"/>
            <ac:spMk id="12" creationId="{054B3F04-9EAC-45C0-B3CE-0387EEA10A0C}"/>
          </ac:spMkLst>
        </pc:spChg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2122984777" sldId="304"/>
        </pc:sldMkLst>
        <pc:spChg chg="mod">
          <ac:chgData name="CELSE Jeremy" userId="a0ba9a67-d84b-4a32-9589-b4b1bf394c13" providerId="ADAL" clId="{BEC5D84A-2B48-4ECB-9C8D-93CC8A7B4DA7}" dt="2026-07-13T14:33:54.018" v="462" actId="207"/>
          <ac:spMkLst>
            <pc:docMk/>
            <pc:sldMk cId="2122984777" sldId="304"/>
            <ac:spMk id="2" creationId="{7B2D8BC1-EF13-404B-842B-34A1AEAFE067}"/>
          </ac:spMkLst>
        </pc:spChg>
        <pc:spChg chg="mod">
          <ac:chgData name="CELSE Jeremy" userId="a0ba9a67-d84b-4a32-9589-b4b1bf394c13" providerId="ADAL" clId="{BEC5D84A-2B48-4ECB-9C8D-93CC8A7B4DA7}" dt="2026-07-13T14:29:43.362" v="440" actId="27636"/>
          <ac:spMkLst>
            <pc:docMk/>
            <pc:sldMk cId="2122984777" sldId="304"/>
            <ac:spMk id="3" creationId="{B4865C6E-02C8-435E-B13D-67FA3DAA58C5}"/>
          </ac:spMkLst>
        </pc:spChg>
      </pc:sldChg>
      <pc:sldChg chg="modSp add mod">
        <pc:chgData name="CELSE Jeremy" userId="a0ba9a67-d84b-4a32-9589-b4b1bf394c13" providerId="ADAL" clId="{BEC5D84A-2B48-4ECB-9C8D-93CC8A7B4DA7}" dt="2026-07-13T15:13:47.930" v="508" actId="207"/>
        <pc:sldMkLst>
          <pc:docMk/>
          <pc:sldMk cId="1537997084" sldId="305"/>
        </pc:sldMkLst>
        <pc:spChg chg="mod">
          <ac:chgData name="CELSE Jeremy" userId="a0ba9a67-d84b-4a32-9589-b4b1bf394c13" providerId="ADAL" clId="{BEC5D84A-2B48-4ECB-9C8D-93CC8A7B4DA7}" dt="2026-07-13T15:13:47.930" v="508" actId="207"/>
          <ac:spMkLst>
            <pc:docMk/>
            <pc:sldMk cId="1537997084" sldId="305"/>
            <ac:spMk id="2" creationId="{3EC63CBF-CDA0-4128-B664-123AA1C72CE6}"/>
          </ac:spMkLst>
        </pc:spChg>
        <pc:picChg chg="mod">
          <ac:chgData name="CELSE Jeremy" userId="a0ba9a67-d84b-4a32-9589-b4b1bf394c13" providerId="ADAL" clId="{BEC5D84A-2B48-4ECB-9C8D-93CC8A7B4DA7}" dt="2026-07-13T15:13:40.922" v="506" actId="1076"/>
          <ac:picMkLst>
            <pc:docMk/>
            <pc:sldMk cId="1537997084" sldId="305"/>
            <ac:picMk id="5" creationId="{9DF3354E-5A78-45CC-8084-E670DDCB791E}"/>
          </ac:picMkLst>
        </pc:picChg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1858866403" sldId="305"/>
        </pc:sldMkLst>
        <pc:spChg chg="mod">
          <ac:chgData name="CELSE Jeremy" userId="a0ba9a67-d84b-4a32-9589-b4b1bf394c13" providerId="ADAL" clId="{BEC5D84A-2B48-4ECB-9C8D-93CC8A7B4DA7}" dt="2026-07-13T14:34:08.363" v="466" actId="108"/>
          <ac:spMkLst>
            <pc:docMk/>
            <pc:sldMk cId="1858866403" sldId="305"/>
            <ac:spMk id="2" creationId="{8AA278C3-8249-46BF-88D4-733760A8D5A7}"/>
          </ac:spMkLst>
        </pc:spChg>
        <pc:spChg chg="mod">
          <ac:chgData name="CELSE Jeremy" userId="a0ba9a67-d84b-4a32-9589-b4b1bf394c13" providerId="ADAL" clId="{BEC5D84A-2B48-4ECB-9C8D-93CC8A7B4DA7}" dt="2026-07-13T14:34:12.712" v="469" actId="20577"/>
          <ac:spMkLst>
            <pc:docMk/>
            <pc:sldMk cId="1858866403" sldId="305"/>
            <ac:spMk id="3" creationId="{41AE5E6B-8E88-4D8D-BAD8-D9FED43EA590}"/>
          </ac:spMkLst>
        </pc:spChg>
      </pc:sldChg>
      <pc:sldChg chg="modSp add mod">
        <pc:chgData name="CELSE Jeremy" userId="a0ba9a67-d84b-4a32-9589-b4b1bf394c13" providerId="ADAL" clId="{BEC5D84A-2B48-4ECB-9C8D-93CC8A7B4DA7}" dt="2026-07-13T15:13:55.098" v="510" actId="1076"/>
        <pc:sldMkLst>
          <pc:docMk/>
          <pc:sldMk cId="68310642" sldId="306"/>
        </pc:sldMkLst>
        <pc:spChg chg="mod">
          <ac:chgData name="CELSE Jeremy" userId="a0ba9a67-d84b-4a32-9589-b4b1bf394c13" providerId="ADAL" clId="{BEC5D84A-2B48-4ECB-9C8D-93CC8A7B4DA7}" dt="2026-07-13T15:13:52.207" v="509" actId="207"/>
          <ac:spMkLst>
            <pc:docMk/>
            <pc:sldMk cId="68310642" sldId="306"/>
            <ac:spMk id="2" creationId="{3EC63CBF-CDA0-4128-B664-123AA1C72CE6}"/>
          </ac:spMkLst>
        </pc:spChg>
        <pc:picChg chg="mod">
          <ac:chgData name="CELSE Jeremy" userId="a0ba9a67-d84b-4a32-9589-b4b1bf394c13" providerId="ADAL" clId="{BEC5D84A-2B48-4ECB-9C8D-93CC8A7B4DA7}" dt="2026-07-13T15:13:55.098" v="510" actId="1076"/>
          <ac:picMkLst>
            <pc:docMk/>
            <pc:sldMk cId="68310642" sldId="306"/>
            <ac:picMk id="6" creationId="{41F1E934-D2D5-41BA-ABF3-C8DA13852FCF}"/>
          </ac:picMkLst>
        </pc:picChg>
      </pc:sldChg>
      <pc:sldChg chg="delSp modSp add del mod setBg delDesignElem">
        <pc:chgData name="CELSE Jeremy" userId="a0ba9a67-d84b-4a32-9589-b4b1bf394c13" providerId="ADAL" clId="{BEC5D84A-2B48-4ECB-9C8D-93CC8A7B4DA7}" dt="2026-07-13T15:12:02.773" v="483" actId="47"/>
        <pc:sldMkLst>
          <pc:docMk/>
          <pc:sldMk cId="1800993057" sldId="306"/>
        </pc:sldMkLst>
        <pc:spChg chg="mod">
          <ac:chgData name="CELSE Jeremy" userId="a0ba9a67-d84b-4a32-9589-b4b1bf394c13" providerId="ADAL" clId="{BEC5D84A-2B48-4ECB-9C8D-93CC8A7B4DA7}" dt="2026-07-13T14:34:26.358" v="470" actId="207"/>
          <ac:spMkLst>
            <pc:docMk/>
            <pc:sldMk cId="1800993057" sldId="306"/>
            <ac:spMk id="2" creationId="{98E02848-0944-4144-8154-56D508CA1ADE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800993057" sldId="306"/>
            <ac:spMk id="9" creationId="{FB5993E2-C02B-4335-ABA5-D8EC465551E3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800993057" sldId="306"/>
            <ac:spMk id="11" creationId="{C0B801A2-5622-4BE8-9AD2-C337A2CD0022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800993057" sldId="306"/>
            <ac:spMk id="13" creationId="{B7AF614F-5BC3-4086-99F5-B87C5847A071}"/>
          </ac:spMkLst>
        </pc:spChg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1456084847" sldId="307"/>
        </pc:sldMkLst>
        <pc:spChg chg="mod">
          <ac:chgData name="CELSE Jeremy" userId="a0ba9a67-d84b-4a32-9589-b4b1bf394c13" providerId="ADAL" clId="{BEC5D84A-2B48-4ECB-9C8D-93CC8A7B4DA7}" dt="2026-07-13T14:34:32.610" v="471" actId="207"/>
          <ac:spMkLst>
            <pc:docMk/>
            <pc:sldMk cId="1456084847" sldId="307"/>
            <ac:spMk id="2" creationId="{BD056BE5-07A3-40E6-8AAF-5429FB4F9C58}"/>
          </ac:spMkLst>
        </pc:spChg>
      </pc:sldChg>
      <pc:sldChg chg="modSp add mod">
        <pc:chgData name="CELSE Jeremy" userId="a0ba9a67-d84b-4a32-9589-b4b1bf394c13" providerId="ADAL" clId="{BEC5D84A-2B48-4ECB-9C8D-93CC8A7B4DA7}" dt="2026-07-13T15:14:07.811" v="513" actId="1076"/>
        <pc:sldMkLst>
          <pc:docMk/>
          <pc:sldMk cId="4039376321" sldId="307"/>
        </pc:sldMkLst>
        <pc:spChg chg="mod">
          <ac:chgData name="CELSE Jeremy" userId="a0ba9a67-d84b-4a32-9589-b4b1bf394c13" providerId="ADAL" clId="{BEC5D84A-2B48-4ECB-9C8D-93CC8A7B4DA7}" dt="2026-07-13T15:13:58.552" v="511" actId="207"/>
          <ac:spMkLst>
            <pc:docMk/>
            <pc:sldMk cId="4039376321" sldId="307"/>
            <ac:spMk id="2" creationId="{3EC63CBF-CDA0-4128-B664-123AA1C72CE6}"/>
          </ac:spMkLst>
        </pc:spChg>
        <pc:graphicFrameChg chg="mod">
          <ac:chgData name="CELSE Jeremy" userId="a0ba9a67-d84b-4a32-9589-b4b1bf394c13" providerId="ADAL" clId="{BEC5D84A-2B48-4ECB-9C8D-93CC8A7B4DA7}" dt="2026-07-13T15:14:07.811" v="513" actId="1076"/>
          <ac:graphicFrameMkLst>
            <pc:docMk/>
            <pc:sldMk cId="4039376321" sldId="307"/>
            <ac:graphicFrameMk id="4" creationId="{72B17F9C-C470-49DA-8731-5E215FF16EA8}"/>
          </ac:graphicFrameMkLst>
        </pc:graphicFrameChg>
        <pc:picChg chg="mod">
          <ac:chgData name="CELSE Jeremy" userId="a0ba9a67-d84b-4a32-9589-b4b1bf394c13" providerId="ADAL" clId="{BEC5D84A-2B48-4ECB-9C8D-93CC8A7B4DA7}" dt="2026-07-13T15:14:03.271" v="512" actId="1076"/>
          <ac:picMkLst>
            <pc:docMk/>
            <pc:sldMk cId="4039376321" sldId="307"/>
            <ac:picMk id="5" creationId="{219DC213-093A-4AFA-8624-822CAEC75639}"/>
          </ac:picMkLst>
        </pc:picChg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640550230" sldId="308"/>
        </pc:sldMkLst>
        <pc:spChg chg="mod">
          <ac:chgData name="CELSE Jeremy" userId="a0ba9a67-d84b-4a32-9589-b4b1bf394c13" providerId="ADAL" clId="{BEC5D84A-2B48-4ECB-9C8D-93CC8A7B4DA7}" dt="2026-07-13T14:34:37.140" v="472" actId="207"/>
          <ac:spMkLst>
            <pc:docMk/>
            <pc:sldMk cId="640550230" sldId="308"/>
            <ac:spMk id="2" creationId="{78FE6292-F4CB-47C4-A1EE-D9147BF7CE85}"/>
          </ac:spMkLst>
        </pc:spChg>
      </pc:sldChg>
      <pc:sldChg chg="modSp add mod">
        <pc:chgData name="CELSE Jeremy" userId="a0ba9a67-d84b-4a32-9589-b4b1bf394c13" providerId="ADAL" clId="{BEC5D84A-2B48-4ECB-9C8D-93CC8A7B4DA7}" dt="2026-07-13T15:14:31.791" v="523" actId="20577"/>
        <pc:sldMkLst>
          <pc:docMk/>
          <pc:sldMk cId="1298214565" sldId="308"/>
        </pc:sldMkLst>
        <pc:spChg chg="mod">
          <ac:chgData name="CELSE Jeremy" userId="a0ba9a67-d84b-4a32-9589-b4b1bf394c13" providerId="ADAL" clId="{BEC5D84A-2B48-4ECB-9C8D-93CC8A7B4DA7}" dt="2026-07-13T15:14:31.791" v="523" actId="20577"/>
          <ac:spMkLst>
            <pc:docMk/>
            <pc:sldMk cId="1298214565" sldId="308"/>
            <ac:spMk id="2" creationId="{09C494E9-9F78-4630-A80F-505045F72270}"/>
          </ac:spMkLst>
        </pc:spChg>
        <pc:spChg chg="mod">
          <ac:chgData name="CELSE Jeremy" userId="a0ba9a67-d84b-4a32-9589-b4b1bf394c13" providerId="ADAL" clId="{BEC5D84A-2B48-4ECB-9C8D-93CC8A7B4DA7}" dt="2026-07-13T15:12:29.996" v="487" actId="27636"/>
          <ac:spMkLst>
            <pc:docMk/>
            <pc:sldMk cId="1298214565" sldId="308"/>
            <ac:spMk id="9" creationId="{222B81E9-A18E-455E-9A4F-322D8D9DCB42}"/>
          </ac:spMkLst>
        </pc:spChg>
      </pc:sldChg>
      <pc:sldChg chg="modSp add mod">
        <pc:chgData name="CELSE Jeremy" userId="a0ba9a67-d84b-4a32-9589-b4b1bf394c13" providerId="ADAL" clId="{BEC5D84A-2B48-4ECB-9C8D-93CC8A7B4DA7}" dt="2026-07-13T15:14:38.407" v="525" actId="20577"/>
        <pc:sldMkLst>
          <pc:docMk/>
          <pc:sldMk cId="1865970761" sldId="309"/>
        </pc:sldMkLst>
        <pc:spChg chg="mod">
          <ac:chgData name="CELSE Jeremy" userId="a0ba9a67-d84b-4a32-9589-b4b1bf394c13" providerId="ADAL" clId="{BEC5D84A-2B48-4ECB-9C8D-93CC8A7B4DA7}" dt="2026-07-13T15:14:38.407" v="525" actId="20577"/>
          <ac:spMkLst>
            <pc:docMk/>
            <pc:sldMk cId="1865970761" sldId="309"/>
            <ac:spMk id="2" creationId="{09C494E9-9F78-4630-A80F-505045F72270}"/>
          </ac:spMkLst>
        </pc:spChg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1963527702" sldId="309"/>
        </pc:sldMkLst>
        <pc:spChg chg="mod">
          <ac:chgData name="CELSE Jeremy" userId="a0ba9a67-d84b-4a32-9589-b4b1bf394c13" providerId="ADAL" clId="{BEC5D84A-2B48-4ECB-9C8D-93CC8A7B4DA7}" dt="2026-07-13T14:34:58.110" v="477" actId="108"/>
          <ac:spMkLst>
            <pc:docMk/>
            <pc:sldMk cId="1963527702" sldId="309"/>
            <ac:spMk id="2" creationId="{970C654A-666B-4020-898A-9E06AE83296B}"/>
          </ac:spMkLst>
        </pc:spChg>
      </pc:sldChg>
      <pc:sldChg chg="modSp add mod">
        <pc:chgData name="CELSE Jeremy" userId="a0ba9a67-d84b-4a32-9589-b4b1bf394c13" providerId="ADAL" clId="{BEC5D84A-2B48-4ECB-9C8D-93CC8A7B4DA7}" dt="2026-07-13T15:15:31.043" v="540" actId="1076"/>
        <pc:sldMkLst>
          <pc:docMk/>
          <pc:sldMk cId="2207018470" sldId="311"/>
        </pc:sldMkLst>
        <pc:spChg chg="mod">
          <ac:chgData name="CELSE Jeremy" userId="a0ba9a67-d84b-4a32-9589-b4b1bf394c13" providerId="ADAL" clId="{BEC5D84A-2B48-4ECB-9C8D-93CC8A7B4DA7}" dt="2026-07-13T15:15:05.750" v="535" actId="20577"/>
          <ac:spMkLst>
            <pc:docMk/>
            <pc:sldMk cId="2207018470" sldId="311"/>
            <ac:spMk id="2" creationId="{09C494E9-9F78-4630-A80F-505045F72270}"/>
          </ac:spMkLst>
        </pc:spChg>
        <pc:spChg chg="mod">
          <ac:chgData name="CELSE Jeremy" userId="a0ba9a67-d84b-4a32-9589-b4b1bf394c13" providerId="ADAL" clId="{BEC5D84A-2B48-4ECB-9C8D-93CC8A7B4DA7}" dt="2026-07-13T15:15:28.689" v="539" actId="14100"/>
          <ac:spMkLst>
            <pc:docMk/>
            <pc:sldMk cId="2207018470" sldId="311"/>
            <ac:spMk id="9" creationId="{222B81E9-A18E-455E-9A4F-322D8D9DCB42}"/>
          </ac:spMkLst>
        </pc:spChg>
        <pc:picChg chg="mod">
          <ac:chgData name="CELSE Jeremy" userId="a0ba9a67-d84b-4a32-9589-b4b1bf394c13" providerId="ADAL" clId="{BEC5D84A-2B48-4ECB-9C8D-93CC8A7B4DA7}" dt="2026-07-13T15:15:31.043" v="540" actId="1076"/>
          <ac:picMkLst>
            <pc:docMk/>
            <pc:sldMk cId="2207018470" sldId="311"/>
            <ac:picMk id="4" creationId="{57E25BC5-15BC-4821-8684-758512709F31}"/>
          </ac:picMkLst>
        </pc:picChg>
      </pc:sldChg>
      <pc:sldChg chg="modSp add mod">
        <pc:chgData name="CELSE Jeremy" userId="a0ba9a67-d84b-4a32-9589-b4b1bf394c13" providerId="ADAL" clId="{BEC5D84A-2B48-4ECB-9C8D-93CC8A7B4DA7}" dt="2026-07-13T15:16:02.905" v="549" actId="207"/>
        <pc:sldMkLst>
          <pc:docMk/>
          <pc:sldMk cId="974039831" sldId="312"/>
        </pc:sldMkLst>
        <pc:spChg chg="mod">
          <ac:chgData name="CELSE Jeremy" userId="a0ba9a67-d84b-4a32-9589-b4b1bf394c13" providerId="ADAL" clId="{BEC5D84A-2B48-4ECB-9C8D-93CC8A7B4DA7}" dt="2026-07-13T15:16:02.905" v="549" actId="207"/>
          <ac:spMkLst>
            <pc:docMk/>
            <pc:sldMk cId="974039831" sldId="312"/>
            <ac:spMk id="2" creationId="{26F1DB79-8967-4FEE-A72F-BBD19D3F5F5B}"/>
          </ac:spMkLst>
        </pc:spChg>
      </pc:sldChg>
      <pc:sldChg chg="modSp add mod">
        <pc:chgData name="CELSE Jeremy" userId="a0ba9a67-d84b-4a32-9589-b4b1bf394c13" providerId="ADAL" clId="{BEC5D84A-2B48-4ECB-9C8D-93CC8A7B4DA7}" dt="2026-07-13T15:16:06.472" v="550" actId="207"/>
        <pc:sldMkLst>
          <pc:docMk/>
          <pc:sldMk cId="2537018398" sldId="313"/>
        </pc:sldMkLst>
        <pc:spChg chg="mod">
          <ac:chgData name="CELSE Jeremy" userId="a0ba9a67-d84b-4a32-9589-b4b1bf394c13" providerId="ADAL" clId="{BEC5D84A-2B48-4ECB-9C8D-93CC8A7B4DA7}" dt="2026-07-13T15:16:06.472" v="550" actId="207"/>
          <ac:spMkLst>
            <pc:docMk/>
            <pc:sldMk cId="2537018398" sldId="313"/>
            <ac:spMk id="2" creationId="{0822DA25-9335-4564-9295-0B2B0DDE9F47}"/>
          </ac:spMkLst>
        </pc:spChg>
      </pc:sldChg>
      <pc:sldChg chg="modSp add mod">
        <pc:chgData name="CELSE Jeremy" userId="a0ba9a67-d84b-4a32-9589-b4b1bf394c13" providerId="ADAL" clId="{BEC5D84A-2B48-4ECB-9C8D-93CC8A7B4DA7}" dt="2026-07-13T15:16:09.518" v="551" actId="207"/>
        <pc:sldMkLst>
          <pc:docMk/>
          <pc:sldMk cId="3651966895" sldId="314"/>
        </pc:sldMkLst>
        <pc:spChg chg="mod">
          <ac:chgData name="CELSE Jeremy" userId="a0ba9a67-d84b-4a32-9589-b4b1bf394c13" providerId="ADAL" clId="{BEC5D84A-2B48-4ECB-9C8D-93CC8A7B4DA7}" dt="2026-07-13T15:16:09.518" v="551" actId="207"/>
          <ac:spMkLst>
            <pc:docMk/>
            <pc:sldMk cId="3651966895" sldId="314"/>
            <ac:spMk id="2" creationId="{7BD9B434-BC05-4F9E-AED3-558CA9063B64}"/>
          </ac:spMkLst>
        </pc:spChg>
      </pc:sldChg>
      <pc:sldChg chg="modSp add mod">
        <pc:chgData name="CELSE Jeremy" userId="a0ba9a67-d84b-4a32-9589-b4b1bf394c13" providerId="ADAL" clId="{BEC5D84A-2B48-4ECB-9C8D-93CC8A7B4DA7}" dt="2026-07-13T15:14:25.324" v="521" actId="6549"/>
        <pc:sldMkLst>
          <pc:docMk/>
          <pc:sldMk cId="3526228834" sldId="315"/>
        </pc:sldMkLst>
        <pc:spChg chg="mod">
          <ac:chgData name="CELSE Jeremy" userId="a0ba9a67-d84b-4a32-9589-b4b1bf394c13" providerId="ADAL" clId="{BEC5D84A-2B48-4ECB-9C8D-93CC8A7B4DA7}" dt="2026-07-13T15:14:22.407" v="519" actId="113"/>
          <ac:spMkLst>
            <pc:docMk/>
            <pc:sldMk cId="3526228834" sldId="315"/>
            <ac:spMk id="2" creationId="{105AFD63-7904-401E-919F-9B6BE70101C6}"/>
          </ac:spMkLst>
        </pc:spChg>
        <pc:spChg chg="mod">
          <ac:chgData name="CELSE Jeremy" userId="a0ba9a67-d84b-4a32-9589-b4b1bf394c13" providerId="ADAL" clId="{BEC5D84A-2B48-4ECB-9C8D-93CC8A7B4DA7}" dt="2026-07-13T15:14:25.324" v="521" actId="6549"/>
          <ac:spMkLst>
            <pc:docMk/>
            <pc:sldMk cId="3526228834" sldId="315"/>
            <ac:spMk id="3" creationId="{62617981-62CC-4CC9-98E8-C26C00FF2EDA}"/>
          </ac:spMkLst>
        </pc:spChg>
      </pc:sldChg>
      <pc:sldChg chg="modSp add mod">
        <pc:chgData name="CELSE Jeremy" userId="a0ba9a67-d84b-4a32-9589-b4b1bf394c13" providerId="ADAL" clId="{BEC5D84A-2B48-4ECB-9C8D-93CC8A7B4DA7}" dt="2026-07-13T15:14:53.628" v="533" actId="6549"/>
        <pc:sldMkLst>
          <pc:docMk/>
          <pc:sldMk cId="2692072874" sldId="316"/>
        </pc:sldMkLst>
        <pc:spChg chg="mod">
          <ac:chgData name="CELSE Jeremy" userId="a0ba9a67-d84b-4a32-9589-b4b1bf394c13" providerId="ADAL" clId="{BEC5D84A-2B48-4ECB-9C8D-93CC8A7B4DA7}" dt="2026-07-13T15:14:49.362" v="531" actId="113"/>
          <ac:spMkLst>
            <pc:docMk/>
            <pc:sldMk cId="2692072874" sldId="316"/>
            <ac:spMk id="2" creationId="{F13EEDED-D631-441C-99F5-A414303B034A}"/>
          </ac:spMkLst>
        </pc:spChg>
        <pc:spChg chg="mod">
          <ac:chgData name="CELSE Jeremy" userId="a0ba9a67-d84b-4a32-9589-b4b1bf394c13" providerId="ADAL" clId="{BEC5D84A-2B48-4ECB-9C8D-93CC8A7B4DA7}" dt="2026-07-13T15:14:53.628" v="533" actId="6549"/>
          <ac:spMkLst>
            <pc:docMk/>
            <pc:sldMk cId="2692072874" sldId="316"/>
            <ac:spMk id="3" creationId="{08CC0C6C-4A6F-4F19-9F58-E59BB10D90B1}"/>
          </ac:spMkLst>
        </pc:spChg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000542458" sldId="318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562189612" sldId="319"/>
        </pc:sldMkLst>
      </pc:sldChg>
      <pc:sldChg chg="addSp modSp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1557031206" sldId="320"/>
        </pc:sldMkLst>
        <pc:spChg chg="mod">
          <ac:chgData name="CELSE Jeremy" userId="a0ba9a67-d84b-4a32-9589-b4b1bf394c13" providerId="ADAL" clId="{BEC5D84A-2B48-4ECB-9C8D-93CC8A7B4DA7}" dt="2026-07-13T14:29:12.452" v="427" actId="20577"/>
          <ac:spMkLst>
            <pc:docMk/>
            <pc:sldMk cId="1557031206" sldId="320"/>
            <ac:spMk id="3" creationId="{69B2B2A2-F547-F235-4ED5-DB3D5BE6EA9F}"/>
          </ac:spMkLst>
        </pc:spChg>
        <pc:picChg chg="add mod">
          <ac:chgData name="CELSE Jeremy" userId="a0ba9a67-d84b-4a32-9589-b4b1bf394c13" providerId="ADAL" clId="{BEC5D84A-2B48-4ECB-9C8D-93CC8A7B4DA7}" dt="2026-07-13T14:20:43.762" v="114" actId="1076"/>
          <ac:picMkLst>
            <pc:docMk/>
            <pc:sldMk cId="1557031206" sldId="320"/>
            <ac:picMk id="4" creationId="{16F035E3-8382-280B-B9EA-395FB6E854DE}"/>
          </ac:picMkLst>
        </pc:picChg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0" sldId="321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332312224" sldId="323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95550730" sldId="324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352895269" sldId="325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4254884941" sldId="326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3029054829" sldId="368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661687932" sldId="369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823838041" sldId="371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954560254" sldId="372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80151430" sldId="376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940357395" sldId="377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4158211999" sldId="378"/>
        </pc:sldMkLst>
      </pc:sldChg>
      <pc:sldChg chg="del">
        <pc:chgData name="CELSE Jeremy" userId="a0ba9a67-d84b-4a32-9589-b4b1bf394c13" providerId="ADAL" clId="{BEC5D84A-2B48-4ECB-9C8D-93CC8A7B4DA7}" dt="2026-07-13T14:28:01.671" v="378" actId="47"/>
        <pc:sldMkLst>
          <pc:docMk/>
          <pc:sldMk cId="3475000023" sldId="388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4085723052" sldId="390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860807957" sldId="391"/>
        </pc:sldMkLst>
      </pc:sldChg>
      <pc:sldChg chg="modSp mod setBg">
        <pc:chgData name="CELSE Jeremy" userId="a0ba9a67-d84b-4a32-9589-b4b1bf394c13" providerId="ADAL" clId="{BEC5D84A-2B48-4ECB-9C8D-93CC8A7B4DA7}" dt="2026-07-13T15:17:07.814" v="628" actId="20577"/>
        <pc:sldMkLst>
          <pc:docMk/>
          <pc:sldMk cId="344163240" sldId="393"/>
        </pc:sldMkLst>
        <pc:spChg chg="mod">
          <ac:chgData name="CELSE Jeremy" userId="a0ba9a67-d84b-4a32-9589-b4b1bf394c13" providerId="ADAL" clId="{BEC5D84A-2B48-4ECB-9C8D-93CC8A7B4DA7}" dt="2026-07-13T14:35:03.502" v="478" actId="207"/>
          <ac:spMkLst>
            <pc:docMk/>
            <pc:sldMk cId="344163240" sldId="393"/>
            <ac:spMk id="2" creationId="{9350FC48-0CE9-052A-56AE-B9DA25759A4C}"/>
          </ac:spMkLst>
        </pc:spChg>
        <pc:graphicFrameChg chg="mod modGraphic">
          <ac:chgData name="CELSE Jeremy" userId="a0ba9a67-d84b-4a32-9589-b4b1bf394c13" providerId="ADAL" clId="{BEC5D84A-2B48-4ECB-9C8D-93CC8A7B4DA7}" dt="2026-07-13T15:17:07.814" v="628" actId="20577"/>
          <ac:graphicFrameMkLst>
            <pc:docMk/>
            <pc:sldMk cId="344163240" sldId="393"/>
            <ac:graphicFrameMk id="5" creationId="{F9B08EDF-DE0E-F087-279C-2D382E2DC891}"/>
          </ac:graphicFrameMkLst>
        </pc:graphicFrameChg>
      </pc:sldChg>
      <pc:sldChg chg="modSp new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3055357152" sldId="394"/>
        </pc:sldMkLst>
        <pc:spChg chg="mod">
          <ac:chgData name="CELSE Jeremy" userId="a0ba9a67-d84b-4a32-9589-b4b1bf394c13" providerId="ADAL" clId="{BEC5D84A-2B48-4ECB-9C8D-93CC8A7B4DA7}" dt="2026-07-13T14:21:08.933" v="155" actId="113"/>
          <ac:spMkLst>
            <pc:docMk/>
            <pc:sldMk cId="3055357152" sldId="394"/>
            <ac:spMk id="2" creationId="{5CB5975A-8AA1-CF0D-C567-2410BF7D506B}"/>
          </ac:spMkLst>
        </pc:spChg>
      </pc:sldChg>
      <pc:sldChg chg="modSp add mod">
        <pc:chgData name="CELSE Jeremy" userId="a0ba9a67-d84b-4a32-9589-b4b1bf394c13" providerId="ADAL" clId="{BEC5D84A-2B48-4ECB-9C8D-93CC8A7B4DA7}" dt="2026-07-13T15:12:39.769" v="490" actId="12"/>
        <pc:sldMkLst>
          <pc:docMk/>
          <pc:sldMk cId="4233458525" sldId="394"/>
        </pc:sldMkLst>
        <pc:spChg chg="mod">
          <ac:chgData name="CELSE Jeremy" userId="a0ba9a67-d84b-4a32-9589-b4b1bf394c13" providerId="ADAL" clId="{BEC5D84A-2B48-4ECB-9C8D-93CC8A7B4DA7}" dt="2026-07-13T15:12:34.909" v="489" actId="207"/>
          <ac:spMkLst>
            <pc:docMk/>
            <pc:sldMk cId="4233458525" sldId="394"/>
            <ac:spMk id="2" creationId="{D2A46E48-FAEE-4027-8937-DA4182910955}"/>
          </ac:spMkLst>
        </pc:spChg>
        <pc:spChg chg="mod">
          <ac:chgData name="CELSE Jeremy" userId="a0ba9a67-d84b-4a32-9589-b4b1bf394c13" providerId="ADAL" clId="{BEC5D84A-2B48-4ECB-9C8D-93CC8A7B4DA7}" dt="2026-07-13T15:12:39.769" v="490" actId="12"/>
          <ac:spMkLst>
            <pc:docMk/>
            <pc:sldMk cId="4233458525" sldId="394"/>
            <ac:spMk id="3" creationId="{C238C8BE-7E25-4C25-9157-E0D8306D86FB}"/>
          </ac:spMkLst>
        </pc:spChg>
      </pc:sldChg>
      <pc:sldChg chg="new del">
        <pc:chgData name="CELSE Jeremy" userId="a0ba9a67-d84b-4a32-9589-b4b1bf394c13" providerId="ADAL" clId="{BEC5D84A-2B48-4ECB-9C8D-93CC8A7B4DA7}" dt="2026-07-13T14:26:44.222" v="274" actId="47"/>
        <pc:sldMkLst>
          <pc:docMk/>
          <pc:sldMk cId="3583278252" sldId="395"/>
        </pc:sldMkLst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3103130169" sldId="396"/>
        </pc:sldMkLst>
        <pc:spChg chg="mod">
          <ac:chgData name="CELSE Jeremy" userId="a0ba9a67-d84b-4a32-9589-b4b1bf394c13" providerId="ADAL" clId="{BEC5D84A-2B48-4ECB-9C8D-93CC8A7B4DA7}" dt="2026-07-13T14:25:46.106" v="255" actId="207"/>
          <ac:spMkLst>
            <pc:docMk/>
            <pc:sldMk cId="3103130169" sldId="396"/>
            <ac:spMk id="2" creationId="{60413CBD-DD47-43D0-833B-68BD73C92323}"/>
          </ac:spMkLst>
        </pc:spChg>
        <pc:spChg chg="mod">
          <ac:chgData name="CELSE Jeremy" userId="a0ba9a67-d84b-4a32-9589-b4b1bf394c13" providerId="ADAL" clId="{BEC5D84A-2B48-4ECB-9C8D-93CC8A7B4DA7}" dt="2026-07-13T14:25:51.587" v="256" actId="12"/>
          <ac:spMkLst>
            <pc:docMk/>
            <pc:sldMk cId="3103130169" sldId="396"/>
            <ac:spMk id="3" creationId="{F62BD963-CEB4-470D-9054-2AB77B1F0099}"/>
          </ac:spMkLst>
        </pc:spChg>
      </pc:sldChg>
      <pc:sldChg chg="add del">
        <pc:chgData name="CELSE Jeremy" userId="a0ba9a67-d84b-4a32-9589-b4b1bf394c13" providerId="ADAL" clId="{BEC5D84A-2B48-4ECB-9C8D-93CC8A7B4DA7}" dt="2026-07-13T14:29:39.005" v="434"/>
        <pc:sldMkLst>
          <pc:docMk/>
          <pc:sldMk cId="1457051862" sldId="397"/>
        </pc:sldMkLst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2328724258" sldId="397"/>
        </pc:sldMkLst>
        <pc:spChg chg="mod">
          <ac:chgData name="CELSE Jeremy" userId="a0ba9a67-d84b-4a32-9589-b4b1bf394c13" providerId="ADAL" clId="{BEC5D84A-2B48-4ECB-9C8D-93CC8A7B4DA7}" dt="2026-07-13T14:31:01.776" v="451" actId="207"/>
          <ac:spMkLst>
            <pc:docMk/>
            <pc:sldMk cId="2328724258" sldId="397"/>
            <ac:spMk id="2" creationId="{5E3962E2-99B0-4D28-8465-12544476E610}"/>
          </ac:spMkLst>
        </pc:spChg>
        <pc:spChg chg="mod">
          <ac:chgData name="CELSE Jeremy" userId="a0ba9a67-d84b-4a32-9589-b4b1bf394c13" providerId="ADAL" clId="{BEC5D84A-2B48-4ECB-9C8D-93CC8A7B4DA7}" dt="2026-07-13T14:31:06.613" v="452" actId="12"/>
          <ac:spMkLst>
            <pc:docMk/>
            <pc:sldMk cId="2328724258" sldId="397"/>
            <ac:spMk id="3" creationId="{66E02610-A2D3-4DF7-8176-E9BB3EE5DACA}"/>
          </ac:spMkLst>
        </pc:spChg>
      </pc:sldChg>
      <pc:sldChg chg="modSp add del mod">
        <pc:chgData name="CELSE Jeremy" userId="a0ba9a67-d84b-4a32-9589-b4b1bf394c13" providerId="ADAL" clId="{BEC5D84A-2B48-4ECB-9C8D-93CC8A7B4DA7}" dt="2026-07-13T15:12:02.773" v="483" actId="47"/>
        <pc:sldMkLst>
          <pc:docMk/>
          <pc:sldMk cId="1407635258" sldId="398"/>
        </pc:sldMkLst>
        <pc:spChg chg="mod">
          <ac:chgData name="CELSE Jeremy" userId="a0ba9a67-d84b-4a32-9589-b4b1bf394c13" providerId="ADAL" clId="{BEC5D84A-2B48-4ECB-9C8D-93CC8A7B4DA7}" dt="2026-07-13T14:31:29.982" v="460" actId="20577"/>
          <ac:spMkLst>
            <pc:docMk/>
            <pc:sldMk cId="1407635258" sldId="398"/>
            <ac:spMk id="2" creationId="{1946AA83-E1D7-4D1C-8E40-0462C2F2ACAB}"/>
          </ac:spMkLst>
        </pc:spChg>
        <pc:spChg chg="mod">
          <ac:chgData name="CELSE Jeremy" userId="a0ba9a67-d84b-4a32-9589-b4b1bf394c13" providerId="ADAL" clId="{BEC5D84A-2B48-4ECB-9C8D-93CC8A7B4DA7}" dt="2026-07-13T14:31:22.697" v="457" actId="20577"/>
          <ac:spMkLst>
            <pc:docMk/>
            <pc:sldMk cId="1407635258" sldId="398"/>
            <ac:spMk id="3" creationId="{F41A5327-8744-4782-AED0-51A392DA6F1C}"/>
          </ac:spMkLst>
        </pc:spChg>
      </pc:sldChg>
      <pc:sldChg chg="add del">
        <pc:chgData name="CELSE Jeremy" userId="a0ba9a67-d84b-4a32-9589-b4b1bf394c13" providerId="ADAL" clId="{BEC5D84A-2B48-4ECB-9C8D-93CC8A7B4DA7}" dt="2026-07-13T14:29:39.005" v="434"/>
        <pc:sldMkLst>
          <pc:docMk/>
          <pc:sldMk cId="1487427240" sldId="398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1265415230" sldId="399"/>
        </pc:sldMkLst>
      </pc:sldChg>
      <pc:sldChg chg="addSp delSp add del setBg delDesignElem">
        <pc:chgData name="CELSE Jeremy" userId="a0ba9a67-d84b-4a32-9589-b4b1bf394c13" providerId="ADAL" clId="{BEC5D84A-2B48-4ECB-9C8D-93CC8A7B4DA7}" dt="2026-07-13T14:29:38.416" v="433"/>
        <pc:sldMkLst>
          <pc:docMk/>
          <pc:sldMk cId="1424993250" sldId="400"/>
        </pc:sldMkLst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4993250" sldId="400"/>
            <ac:spMk id="9" creationId="{FB5993E2-C02B-4335-ABA5-D8EC465551E3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4993250" sldId="400"/>
            <ac:spMk id="11" creationId="{C0B801A2-5622-4BE8-9AD2-C337A2CD0022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4993250" sldId="400"/>
            <ac:spMk id="13" creationId="{B7AF614F-5BC3-4086-99F5-B87C5847A071}"/>
          </ac:spMkLst>
        </pc:spChg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4050097942" sldId="401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2483974662" sldId="402"/>
        </pc:sldMkLst>
      </pc:sldChg>
      <pc:sldChg chg="addSp delSp add del setBg delDesignElem">
        <pc:chgData name="CELSE Jeremy" userId="a0ba9a67-d84b-4a32-9589-b4b1bf394c13" providerId="ADAL" clId="{BEC5D84A-2B48-4ECB-9C8D-93CC8A7B4DA7}" dt="2026-07-13T14:29:38.416" v="433"/>
        <pc:sldMkLst>
          <pc:docMk/>
          <pc:sldMk cId="1423505795" sldId="403"/>
        </pc:sldMkLst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3505795" sldId="403"/>
            <ac:spMk id="8" creationId="{3741B58E-3B65-4A01-A276-975AB2CF8A08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3505795" sldId="403"/>
            <ac:spMk id="10" creationId="{7AAC67C3-831B-4AB1-A259-DFB839CAFAFC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3505795" sldId="403"/>
            <ac:spMk id="12" creationId="{054B3F04-9EAC-45C0-B3CE-0387EEA10A0C}"/>
          </ac:spMkLst>
        </pc:spChg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3230379679" sldId="404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3490017734" sldId="405"/>
        </pc:sldMkLst>
      </pc:sldChg>
      <pc:sldChg chg="addSp delSp add del setBg delDesignElem">
        <pc:chgData name="CELSE Jeremy" userId="a0ba9a67-d84b-4a32-9589-b4b1bf394c13" providerId="ADAL" clId="{BEC5D84A-2B48-4ECB-9C8D-93CC8A7B4DA7}" dt="2026-07-13T14:29:38.416" v="433"/>
        <pc:sldMkLst>
          <pc:docMk/>
          <pc:sldMk cId="3752153786" sldId="406"/>
        </pc:sldMkLst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3752153786" sldId="406"/>
            <ac:spMk id="9" creationId="{FB5993E2-C02B-4335-ABA5-D8EC465551E3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3752153786" sldId="406"/>
            <ac:spMk id="11" creationId="{C0B801A2-5622-4BE8-9AD2-C337A2CD0022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3752153786" sldId="406"/>
            <ac:spMk id="13" creationId="{B7AF614F-5BC3-4086-99F5-B87C5847A071}"/>
          </ac:spMkLst>
        </pc:spChg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1045412335" sldId="407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520942551" sldId="408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3700679213" sldId="409"/>
        </pc:sldMkLst>
      </pc:sldChg>
      <pc:sldMasterChg chg="setBg delSldLayout modSldLayout">
        <pc:chgData name="CELSE Jeremy" userId="a0ba9a67-d84b-4a32-9589-b4b1bf394c13" providerId="ADAL" clId="{BEC5D84A-2B48-4ECB-9C8D-93CC8A7B4DA7}" dt="2026-07-13T14:23:43.859" v="198"/>
        <pc:sldMasterMkLst>
          <pc:docMk/>
          <pc:sldMasterMk cId="1562208568" sldId="2147483648"/>
        </pc:sldMasterMkLst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437160299" sldId="2147483649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044306192" sldId="2147483650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656648587" sldId="2147483651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302892276" sldId="2147483652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1399524685" sldId="2147483653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250516796" sldId="2147483654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2982301977" sldId="2147483655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1714155006" sldId="2147483656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1605287398" sldId="2147483657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754450917" sldId="2147483658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1415824277" sldId="2147483659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92797080" sldId="2147483660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618020561" sldId="2147483662"/>
          </pc:sldLayoutMkLst>
        </pc:sldLayoutChg>
        <pc:sldLayoutChg chg="del">
          <pc:chgData name="CELSE Jeremy" userId="a0ba9a67-d84b-4a32-9589-b4b1bf394c13" providerId="ADAL" clId="{BEC5D84A-2B48-4ECB-9C8D-93CC8A7B4DA7}" dt="2026-07-13T14:19:09.029" v="50" actId="47"/>
          <pc:sldLayoutMkLst>
            <pc:docMk/>
            <pc:sldMasterMk cId="1562208568" sldId="2147483648"/>
            <pc:sldLayoutMk cId="2798345240" sldId="2147483663"/>
          </pc:sldLayoutMkLst>
        </pc:sldLayoutChg>
      </pc:sldMasterChg>
      <pc:sldMasterChg chg="setBg modSldLayout">
        <pc:chgData name="CELSE Jeremy" userId="a0ba9a67-d84b-4a32-9589-b4b1bf394c13" providerId="ADAL" clId="{BEC5D84A-2B48-4ECB-9C8D-93CC8A7B4DA7}" dt="2026-07-13T14:23:43.859" v="198"/>
        <pc:sldMasterMkLst>
          <pc:docMk/>
          <pc:sldMasterMk cId="2219624993" sldId="2147483663"/>
        </pc:sldMasterMkLst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983691352" sldId="2147483664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365023243" sldId="2147483665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916607981" sldId="2147483666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878399479" sldId="2147483667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4258701172" sldId="2147483668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104409724" sldId="2147483669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263147397" sldId="2147483670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389785000" sldId="2147483671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138883221" sldId="2147483672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635675813" sldId="2147483673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476366546" sldId="2147483674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0D91C9-786A-4757-9963-921224699553}" type="doc">
      <dgm:prSet loTypeId="urn:microsoft.com/office/officeart/2018/5/layout/IconLeafLabelList" loCatId="icon" qsTypeId="urn:microsoft.com/office/officeart/2005/8/quickstyle/simple1#5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0950D651-E23A-4FCB-A748-6E4EAF3AC1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dirty="0"/>
            <a:t>Work with a </a:t>
          </a:r>
          <a:r>
            <a:rPr lang="fr-FR" dirty="0" err="1"/>
            <a:t>PivotTable</a:t>
          </a:r>
          <a:endParaRPr lang="en-US" dirty="0"/>
        </a:p>
      </dgm:t>
    </dgm:pt>
    <dgm:pt modelId="{DD454212-3C2A-444B-BF32-E9BFD8FD1792}" type="parTrans" cxnId="{9CC8AEB1-BE06-45D4-B080-CEBD26FA669C}">
      <dgm:prSet/>
      <dgm:spPr/>
      <dgm:t>
        <a:bodyPr/>
        <a:lstStyle/>
        <a:p>
          <a:endParaRPr lang="en-US"/>
        </a:p>
      </dgm:t>
    </dgm:pt>
    <dgm:pt modelId="{6BF51AD0-B315-40C2-A6FF-3A949761836F}" type="sibTrans" cxnId="{9CC8AEB1-BE06-45D4-B080-CEBD26FA669C}">
      <dgm:prSet/>
      <dgm:spPr/>
      <dgm:t>
        <a:bodyPr/>
        <a:lstStyle/>
        <a:p>
          <a:endParaRPr lang="en-US"/>
        </a:p>
      </dgm:t>
    </dgm:pt>
    <dgm:pt modelId="{6E7F8B7F-17B4-4E11-B7C5-C82D0C24B34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dirty="0"/>
            <a:t>Work with </a:t>
          </a:r>
          <a:r>
            <a:rPr lang="fr-FR"/>
            <a:t>a PivotChart</a:t>
          </a:r>
          <a:endParaRPr lang="en-US" dirty="0"/>
        </a:p>
      </dgm:t>
    </dgm:pt>
    <dgm:pt modelId="{AE30FC88-7698-4099-86B2-7EBC9AE09232}" type="parTrans" cxnId="{53F02377-075E-4E78-AE2D-697C58FEB25D}">
      <dgm:prSet/>
      <dgm:spPr/>
      <dgm:t>
        <a:bodyPr/>
        <a:lstStyle/>
        <a:p>
          <a:endParaRPr lang="en-US"/>
        </a:p>
      </dgm:t>
    </dgm:pt>
    <dgm:pt modelId="{C41825A2-0829-4B32-90BF-92909E108E90}" type="sibTrans" cxnId="{53F02377-075E-4E78-AE2D-697C58FEB25D}">
      <dgm:prSet/>
      <dgm:spPr/>
      <dgm:t>
        <a:bodyPr/>
        <a:lstStyle/>
        <a:p>
          <a:endParaRPr lang="en-US"/>
        </a:p>
      </dgm:t>
    </dgm:pt>
    <dgm:pt modelId="{A7A766E1-EB7A-42D6-BFCE-FBB7D3783889}" type="pres">
      <dgm:prSet presAssocID="{400D91C9-786A-4757-9963-921224699553}" presName="root" presStyleCnt="0">
        <dgm:presLayoutVars>
          <dgm:dir/>
          <dgm:resizeHandles val="exact"/>
        </dgm:presLayoutVars>
      </dgm:prSet>
      <dgm:spPr/>
    </dgm:pt>
    <dgm:pt modelId="{B84E6081-76AD-442D-A586-28B92E3C20E7}" type="pres">
      <dgm:prSet presAssocID="{0950D651-E23A-4FCB-A748-6E4EAF3AC105}" presName="compNode" presStyleCnt="0"/>
      <dgm:spPr/>
    </dgm:pt>
    <dgm:pt modelId="{1384E2D6-1F0D-4ABA-9FAF-75B244765062}" type="pres">
      <dgm:prSet presAssocID="{0950D651-E23A-4FCB-A748-6E4EAF3AC105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AFDD95A0-5FE5-4CC3-9D8B-AFDB181EC3B4}" type="pres">
      <dgm:prSet presAssocID="{0950D651-E23A-4FCB-A748-6E4EAF3AC10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ques"/>
        </a:ext>
      </dgm:extLst>
    </dgm:pt>
    <dgm:pt modelId="{3E8C7A31-71BA-417A-853C-1D5910ACDDBA}" type="pres">
      <dgm:prSet presAssocID="{0950D651-E23A-4FCB-A748-6E4EAF3AC105}" presName="spaceRect" presStyleCnt="0"/>
      <dgm:spPr/>
    </dgm:pt>
    <dgm:pt modelId="{DD5387A1-FFAF-4793-A41B-A46CDE26AFAC}" type="pres">
      <dgm:prSet presAssocID="{0950D651-E23A-4FCB-A748-6E4EAF3AC105}" presName="textRect" presStyleLbl="revTx" presStyleIdx="0" presStyleCnt="2">
        <dgm:presLayoutVars>
          <dgm:chMax val="1"/>
          <dgm:chPref val="1"/>
        </dgm:presLayoutVars>
      </dgm:prSet>
      <dgm:spPr/>
    </dgm:pt>
    <dgm:pt modelId="{54A694D3-57D9-4911-9CF0-CD88F1E44080}" type="pres">
      <dgm:prSet presAssocID="{6BF51AD0-B315-40C2-A6FF-3A949761836F}" presName="sibTrans" presStyleCnt="0"/>
      <dgm:spPr/>
    </dgm:pt>
    <dgm:pt modelId="{E8D9FB4F-0859-47E0-AC90-9FB62EB9F9C6}" type="pres">
      <dgm:prSet presAssocID="{6E7F8B7F-17B4-4E11-B7C5-C82D0C24B341}" presName="compNode" presStyleCnt="0"/>
      <dgm:spPr/>
    </dgm:pt>
    <dgm:pt modelId="{AAD9F1E0-D346-4F9C-B5A7-EF6DDA35167D}" type="pres">
      <dgm:prSet presAssocID="{6E7F8B7F-17B4-4E11-B7C5-C82D0C24B341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FA59485-7491-435D-862D-B17C410ECDA6}" type="pres">
      <dgm:prSet presAssocID="{6E7F8B7F-17B4-4E11-B7C5-C82D0C24B34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age"/>
        </a:ext>
      </dgm:extLst>
    </dgm:pt>
    <dgm:pt modelId="{EA7B10B0-4BB2-492F-9250-745045D2DDA6}" type="pres">
      <dgm:prSet presAssocID="{6E7F8B7F-17B4-4E11-B7C5-C82D0C24B341}" presName="spaceRect" presStyleCnt="0"/>
      <dgm:spPr/>
    </dgm:pt>
    <dgm:pt modelId="{B3F4D985-0AD0-4771-966B-12321842F4E3}" type="pres">
      <dgm:prSet presAssocID="{6E7F8B7F-17B4-4E11-B7C5-C82D0C24B34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7B8D20C-D206-4DB9-8ACA-CF104717E8FF}" type="presOf" srcId="{6E7F8B7F-17B4-4E11-B7C5-C82D0C24B341}" destId="{B3F4D985-0AD0-4771-966B-12321842F4E3}" srcOrd="0" destOrd="0" presId="urn:microsoft.com/office/officeart/2018/5/layout/IconLeafLabelList"/>
    <dgm:cxn modelId="{BE209F56-2843-45ED-A52B-9E3F505509FA}" type="presOf" srcId="{400D91C9-786A-4757-9963-921224699553}" destId="{A7A766E1-EB7A-42D6-BFCE-FBB7D3783889}" srcOrd="0" destOrd="0" presId="urn:microsoft.com/office/officeart/2018/5/layout/IconLeafLabelList"/>
    <dgm:cxn modelId="{53F02377-075E-4E78-AE2D-697C58FEB25D}" srcId="{400D91C9-786A-4757-9963-921224699553}" destId="{6E7F8B7F-17B4-4E11-B7C5-C82D0C24B341}" srcOrd="1" destOrd="0" parTransId="{AE30FC88-7698-4099-86B2-7EBC9AE09232}" sibTransId="{C41825A2-0829-4B32-90BF-92909E108E90}"/>
    <dgm:cxn modelId="{9CC8AEB1-BE06-45D4-B080-CEBD26FA669C}" srcId="{400D91C9-786A-4757-9963-921224699553}" destId="{0950D651-E23A-4FCB-A748-6E4EAF3AC105}" srcOrd="0" destOrd="0" parTransId="{DD454212-3C2A-444B-BF32-E9BFD8FD1792}" sibTransId="{6BF51AD0-B315-40C2-A6FF-3A949761836F}"/>
    <dgm:cxn modelId="{5C11E8BB-9ECF-492B-9C92-554D72EE3C4E}" type="presOf" srcId="{0950D651-E23A-4FCB-A748-6E4EAF3AC105}" destId="{DD5387A1-FFAF-4793-A41B-A46CDE26AFAC}" srcOrd="0" destOrd="0" presId="urn:microsoft.com/office/officeart/2018/5/layout/IconLeafLabelList"/>
    <dgm:cxn modelId="{CFF1C017-FC60-45A7-BA31-2764D5FACEA0}" type="presParOf" srcId="{A7A766E1-EB7A-42D6-BFCE-FBB7D3783889}" destId="{B84E6081-76AD-442D-A586-28B92E3C20E7}" srcOrd="0" destOrd="0" presId="urn:microsoft.com/office/officeart/2018/5/layout/IconLeafLabelList"/>
    <dgm:cxn modelId="{E7A2B5FF-A534-4FA4-87D1-1C12BDBE635E}" type="presParOf" srcId="{B84E6081-76AD-442D-A586-28B92E3C20E7}" destId="{1384E2D6-1F0D-4ABA-9FAF-75B244765062}" srcOrd="0" destOrd="0" presId="urn:microsoft.com/office/officeart/2018/5/layout/IconLeafLabelList"/>
    <dgm:cxn modelId="{9A881558-82C7-47FB-94EA-375DE4DAE1E6}" type="presParOf" srcId="{B84E6081-76AD-442D-A586-28B92E3C20E7}" destId="{AFDD95A0-5FE5-4CC3-9D8B-AFDB181EC3B4}" srcOrd="1" destOrd="0" presId="urn:microsoft.com/office/officeart/2018/5/layout/IconLeafLabelList"/>
    <dgm:cxn modelId="{C6D19129-2B62-49EA-88E1-AFA86010FD36}" type="presParOf" srcId="{B84E6081-76AD-442D-A586-28B92E3C20E7}" destId="{3E8C7A31-71BA-417A-853C-1D5910ACDDBA}" srcOrd="2" destOrd="0" presId="urn:microsoft.com/office/officeart/2018/5/layout/IconLeafLabelList"/>
    <dgm:cxn modelId="{7C8A7D94-366F-4E63-B166-3634613E5D85}" type="presParOf" srcId="{B84E6081-76AD-442D-A586-28B92E3C20E7}" destId="{DD5387A1-FFAF-4793-A41B-A46CDE26AFAC}" srcOrd="3" destOrd="0" presId="urn:microsoft.com/office/officeart/2018/5/layout/IconLeafLabelList"/>
    <dgm:cxn modelId="{25E83DA1-2800-4224-911E-607BD5F16B78}" type="presParOf" srcId="{A7A766E1-EB7A-42D6-BFCE-FBB7D3783889}" destId="{54A694D3-57D9-4911-9CF0-CD88F1E44080}" srcOrd="1" destOrd="0" presId="urn:microsoft.com/office/officeart/2018/5/layout/IconLeafLabelList"/>
    <dgm:cxn modelId="{3ACE93BA-55F1-4350-90D4-B5DB4CFD6269}" type="presParOf" srcId="{A7A766E1-EB7A-42D6-BFCE-FBB7D3783889}" destId="{E8D9FB4F-0859-47E0-AC90-9FB62EB9F9C6}" srcOrd="2" destOrd="0" presId="urn:microsoft.com/office/officeart/2018/5/layout/IconLeafLabelList"/>
    <dgm:cxn modelId="{B9CB2C10-AB47-4195-AF20-B06018BF1673}" type="presParOf" srcId="{E8D9FB4F-0859-47E0-AC90-9FB62EB9F9C6}" destId="{AAD9F1E0-D346-4F9C-B5A7-EF6DDA35167D}" srcOrd="0" destOrd="0" presId="urn:microsoft.com/office/officeart/2018/5/layout/IconLeafLabelList"/>
    <dgm:cxn modelId="{416F0F8B-98F5-4876-B44E-ABFEB0304CBA}" type="presParOf" srcId="{E8D9FB4F-0859-47E0-AC90-9FB62EB9F9C6}" destId="{3FA59485-7491-435D-862D-B17C410ECDA6}" srcOrd="1" destOrd="0" presId="urn:microsoft.com/office/officeart/2018/5/layout/IconLeafLabelList"/>
    <dgm:cxn modelId="{FFCFC360-B3EC-42DB-86F3-F1528E10BF79}" type="presParOf" srcId="{E8D9FB4F-0859-47E0-AC90-9FB62EB9F9C6}" destId="{EA7B10B0-4BB2-492F-9250-745045D2DDA6}" srcOrd="2" destOrd="0" presId="urn:microsoft.com/office/officeart/2018/5/layout/IconLeafLabelList"/>
    <dgm:cxn modelId="{4E4D8C03-929A-4EC1-983B-4B1C96B883B3}" type="presParOf" srcId="{E8D9FB4F-0859-47E0-AC90-9FB62EB9F9C6}" destId="{B3F4D985-0AD0-4771-966B-12321842F4E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4E2D6-1F0D-4ABA-9FAF-75B244765062}">
      <dsp:nvSpPr>
        <dsp:cNvPr id="0" name=""/>
        <dsp:cNvSpPr/>
      </dsp:nvSpPr>
      <dsp:spPr>
        <a:xfrm>
          <a:off x="204480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D95A0-5FE5-4CC3-9D8B-AFDB181EC3B4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387A1-FFAF-4793-A41B-A46CDE26AFAC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300" kern="1200" dirty="0"/>
            <a:t>Work with a </a:t>
          </a:r>
          <a:r>
            <a:rPr lang="fr-FR" sz="2300" kern="1200" dirty="0" err="1"/>
            <a:t>PivotTable</a:t>
          </a:r>
          <a:endParaRPr lang="en-US" sz="2300" kern="1200" dirty="0"/>
        </a:p>
      </dsp:txBody>
      <dsp:txXfrm>
        <a:off x="1342800" y="3255669"/>
        <a:ext cx="3600000" cy="720000"/>
      </dsp:txXfrm>
    </dsp:sp>
    <dsp:sp modelId="{AAD9F1E0-D346-4F9C-B5A7-EF6DDA35167D}">
      <dsp:nvSpPr>
        <dsp:cNvPr id="0" name=""/>
        <dsp:cNvSpPr/>
      </dsp:nvSpPr>
      <dsp:spPr>
        <a:xfrm>
          <a:off x="627480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59485-7491-435D-862D-B17C410ECDA6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4D985-0AD0-4771-966B-12321842F4E3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300" kern="1200" dirty="0"/>
            <a:t>Work with </a:t>
          </a:r>
          <a:r>
            <a:rPr lang="fr-FR" sz="2300" kern="1200"/>
            <a:t>a PivotChart</a:t>
          </a:r>
          <a:endParaRPr lang="en-US" sz="2300" kern="1200" dirty="0"/>
        </a:p>
      </dsp:txBody>
      <dsp:txXfrm>
        <a:off x="557280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1E8B5-3C0D-49CF-9880-8E93E63E886A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9E9F2-299C-4833-9594-7CE707198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0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Note: for all data to be included in the PivotTable, the columns and rows must be contiguous.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F2BE-7720-41E5-A1D1-9215DCEB700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369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Note: for all data to be included in the PivotTable, the columns and rows must be contiguous.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F2BE-7720-41E5-A1D1-9215DCEB700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9264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Note: for all data to be included in the PivotTable, the columns and rows must be contiguous.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F2BE-7720-41E5-A1D1-9215DCEB700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5459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Note: for all data to be included in the PivotTable, the columns and rows must be contiguous.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F2BE-7720-41E5-A1D1-9215DCEB700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557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F2BE-7720-41E5-A1D1-9215DCEB700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053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A2D54E-70E3-D414-4A45-0F1661F16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0647F8-EE5C-2319-71F3-194907446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Edit the Master subtitle style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001B7B-2C6D-26F2-7092-6808144B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0FB48B-5E2D-9EA2-C6AC-8A7AB42F0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91B10-2FA0-27AB-5CF5-FA194AD0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16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97BD3-6C73-F550-96A7-C3ECF921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22E786-A9C4-FD96-E305-CEE26E821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FA6DA9-0D64-BB7D-7B0C-A46112B0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4BF930-9AEC-B979-53C1-F2AF8816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35B09-392B-B6A2-6C1E-8507D992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30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D51E2-840D-8660-2533-A8900CDC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028AFA-A28D-AC2E-F703-D913E3AFE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0F129B-FD9D-8167-3A24-4877E3CB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20EE54-8E47-896B-F48C-E19BA368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760C1F-FA42-C5C5-94E5-1BE9AA25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648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A44A03-7034-ED3F-F62A-59543EFE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5AB712-8CA2-1964-7D5D-1737F7A9B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6533E9-04AA-3D0C-B2FE-B5B303277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1700D1-5023-BAC9-3BFD-9D4A7DF3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FF5D4C-BC43-F7CA-6C06-B233F6D3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7191A4-3032-CA3E-E0AD-DA0448C9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89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688480-3B24-A2E9-35B4-7D43870D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58A7ED-3620-DD55-F848-83E89E07A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6C6F7D-6553-9475-3157-21188810B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05666E-8B2C-801D-EB81-8EA9BF9D8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978EBD5-D343-6B07-E4BB-3C49FC1C2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BE24EC-5B1F-C0F1-F6BE-E8AA4AA1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448B51-F16B-8000-AA63-9A3C30A6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37E02E9-E1D5-DAF5-79CB-CBAD85E0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52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A6094-7658-CF14-5AB5-DD6A1EAE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7834B5-412E-BF19-3E52-9A2DFEF6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5E2B1F-5663-EDF3-EF3E-5C138A03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DE9492-19C7-E9F0-7BD2-23BAFF41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1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98E067-A00E-9E8A-778F-E50825857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9E1DCC-3DD3-1C38-AA73-55B3FD1EB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7F2773-960F-2FDA-8FF1-FEABD4C9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301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79361-2156-BCAD-84C5-8255FB87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BF8300-0DA7-8E2F-5E0A-3F9CAA2C0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1D41A7-AA3D-DCAA-E180-C4E2AAB2E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940E69-A5BE-6019-9E35-D2CBDD35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F9D60E-2587-03C1-FB97-CE0F7976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7414F6-EED5-6FC8-7BE9-3BA10F5F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15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2A4B7-7405-F9C8-78D5-0B0EA01A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CBA520-D25A-EC1A-172C-A6A8796D2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5ADCB6-F810-519E-81B2-CE552D9DC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5D3566-4B52-4800-2666-D7F0D3FD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E1EEA7-2284-9F6E-BC15-3FEA64C4D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A097D4-15EA-16E6-A0CE-22344C68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28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EFDE5-5E19-3B73-9365-FABA6532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0235C0-ED9A-8389-C8D0-83F41CE71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A38346-0B81-56BF-8461-8834A276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E0B2A1-564E-8046-BDCB-561B37DC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D03DC9-D5F3-359C-2705-B218FA27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450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54743B-D3F3-1987-6149-96DB1006F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AEEFCB-C95A-B4EC-0424-42339FD97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A52273-AEEE-31DB-5509-616A6BC5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44E176-A7ED-4C74-2948-B8A681F8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612729-EE2D-1A17-FB45-2681CB7A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824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dèle 1re pag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198D8D-9E77-AF87-BE94-9B8F51335F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5932683"/>
            <a:ext cx="9144000" cy="694376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1600" b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01/01/2022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1FCDA5-ED94-E6D7-74CB-8626CF46D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86545" y="2897605"/>
            <a:ext cx="5772728" cy="1058638"/>
          </a:xfrm>
        </p:spPr>
        <p:txBody>
          <a:bodyPr wrap="square" anchor="ctr" anchorCtr="1">
            <a:norm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Document 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024D03-1CBA-EB1A-54AA-DEA3735F4B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542" y="573867"/>
            <a:ext cx="1122915" cy="959952"/>
          </a:xfrm>
          <a:prstGeom prst="rect">
            <a:avLst/>
          </a:prstGeom>
        </p:spPr>
      </p:pic>
      <p:sp>
        <p:nvSpPr>
          <p:cNvPr id="9" name="Sous-titre 2">
            <a:extLst>
              <a:ext uri="{FF2B5EF4-FFF2-40B4-BE49-F238E27FC236}">
                <a16:creationId xmlns:a16="http://schemas.microsoft.com/office/drawing/2014/main" id="{36FFF7F4-1568-3C17-FB36-BAE1A6E58E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4971" y="4151244"/>
            <a:ext cx="9144000" cy="845581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Document subtitle </a:t>
            </a:r>
          </a:p>
        </p:txBody>
      </p:sp>
    </p:spTree>
    <p:extLst>
      <p:ext uri="{BB962C8B-B14F-4D97-AF65-F5344CB8AC3E}">
        <p14:creationId xmlns:p14="http://schemas.microsoft.com/office/powerpoint/2010/main" val="392797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de fin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544580B-B751-4A5C-FEC3-4108E6713A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12"/>
          <a:stretch/>
        </p:blipFill>
        <p:spPr>
          <a:xfrm>
            <a:off x="3819784" y="2434236"/>
            <a:ext cx="4755174" cy="2137764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8B7FA22-D6B7-A243-67CA-D519CE66A3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21575" y="4159249"/>
            <a:ext cx="4351338" cy="212356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8020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9BB5DE-D4C8-E78D-D90F-5FCE6999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Edit the title style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85D63-E2E2-5C3F-9449-72C2A39BB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A056D0-B3E3-A315-0732-F03FEE269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92218-1069-4D39-A673-EC8425708AE4}" type="datetimeFigureOut">
              <a:rPr lang="en-GB" smtClean="0"/>
              <a:t>22/08/2026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4A6319-2007-9F30-F691-662748231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BBC9BF-C39F-3AAC-1B78-DF52267A6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2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jeremy.celse@essca.fr" TargetMode="External"/><Relationship Id="rId2" Type="http://schemas.openxmlformats.org/officeDocument/2006/relationships/hyperlink" Target="mailto:Mercedeh.ERFANIANGHASAB@essca.fr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95C8C18-10BE-4833-AC05-71B726078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012" y="2015412"/>
            <a:ext cx="10590245" cy="1132522"/>
          </a:xfrm>
        </p:spPr>
        <p:txBody>
          <a:bodyPr>
            <a:normAutofit/>
          </a:bodyPr>
          <a:lstStyle/>
          <a:p>
            <a:r>
              <a:rPr lang="fr-FR" b="1" noProof="0" dirty="0">
                <a:solidFill>
                  <a:srgbClr val="FF0000"/>
                </a:solidFill>
              </a:rPr>
              <a:t>Data Description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90BDC04F-C140-4403-A0F7-BECC96EF7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744" y="5809340"/>
            <a:ext cx="11615485" cy="845581"/>
          </a:xfrm>
        </p:spPr>
        <p:txBody>
          <a:bodyPr>
            <a:normAutofit/>
          </a:bodyPr>
          <a:lstStyle/>
          <a:p>
            <a:r>
              <a:rPr lang="fr-FR" noProof="0" dirty="0"/>
              <a:t>Module coordinators: Mercedeh ERFANIANGHASAB &amp; Jérémy CELSE</a:t>
            </a:r>
          </a:p>
        </p:txBody>
      </p:sp>
      <p:sp>
        <p:nvSpPr>
          <p:cNvPr id="2" name="Sous-titre 3">
            <a:extLst>
              <a:ext uri="{FF2B5EF4-FFF2-40B4-BE49-F238E27FC236}">
                <a16:creationId xmlns:a16="http://schemas.microsoft.com/office/drawing/2014/main" id="{F0F44388-DCCF-713B-DB77-2EA1C32AA18F}"/>
              </a:ext>
            </a:extLst>
          </p:cNvPr>
          <p:cNvSpPr txBox="1">
            <a:spLocks/>
          </p:cNvSpPr>
          <p:nvPr/>
        </p:nvSpPr>
        <p:spPr>
          <a:xfrm>
            <a:off x="226743" y="5152271"/>
            <a:ext cx="11615485" cy="845581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noProof="0" dirty="0"/>
              <a:t>Instructor: INSERT NAME</a:t>
            </a:r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EAD49BF0-621E-0DF3-164E-3F61AAB7615D}"/>
              </a:ext>
            </a:extLst>
          </p:cNvPr>
          <p:cNvSpPr txBox="1">
            <a:spLocks/>
          </p:cNvSpPr>
          <p:nvPr/>
        </p:nvSpPr>
        <p:spPr>
          <a:xfrm>
            <a:off x="464695" y="3238742"/>
            <a:ext cx="11221565" cy="1132522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noProof="0" dirty="0">
                <a:solidFill>
                  <a:srgbClr val="FF0000"/>
                </a:solidFill>
              </a:rPr>
              <a:t>Block 1 – Session 2: </a:t>
            </a:r>
            <a:r>
              <a:rPr lang="fr-FR" b="1" dirty="0">
                <a:solidFill>
                  <a:srgbClr val="FF0000"/>
                </a:solidFill>
              </a:rPr>
              <a:t>Excel Fundamentals</a:t>
            </a:r>
            <a:endParaRPr lang="fr-FR" b="1" noProof="0" dirty="0">
              <a:solidFill>
                <a:srgbClr val="FF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132C0B-224C-98FA-684F-F6F2D72F5DA1}"/>
              </a:ext>
            </a:extLst>
          </p:cNvPr>
          <p:cNvSpPr txBox="1"/>
          <p:nvPr/>
        </p:nvSpPr>
        <p:spPr>
          <a:xfrm>
            <a:off x="839449" y="404734"/>
            <a:ext cx="3476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rgbClr val="FF0000"/>
                </a:solidFill>
              </a:rPr>
              <a:t>Course session No. 2 – Lesson 2</a:t>
            </a:r>
          </a:p>
          <a:p>
            <a:r>
              <a:rPr lang="fr-FR" dirty="0">
                <a:solidFill>
                  <a:srgbClr val="FF0000"/>
                </a:solidFill>
              </a:rPr>
              <a:t>Duration: 3h</a:t>
            </a:r>
            <a:endParaRPr lang="fr-FR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93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46E48-FAEE-4027-8937-DA418291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Session objectives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38C8BE-7E25-4C25-9157-E0D8306D8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 Know how to create and manipulate a PivotTable (count, sum, filter)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 Know how to format a PivotTable professionally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 Create a PivotChart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 Know how to use conditional formatting</a:t>
            </a:r>
          </a:p>
        </p:txBody>
      </p:sp>
    </p:spTree>
    <p:extLst>
      <p:ext uri="{BB962C8B-B14F-4D97-AF65-F5344CB8AC3E}">
        <p14:creationId xmlns:p14="http://schemas.microsoft.com/office/powerpoint/2010/main" val="423345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016CA4-37ED-4219-B0AE-4B551B35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179" y="758952"/>
            <a:ext cx="10058400" cy="3566160"/>
          </a:xfrm>
        </p:spPr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1 - Using PivotTables and PivotCharts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45DCC2-52E1-498C-BFB2-2E34D25B5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Exercise S2.1</a:t>
            </a:r>
          </a:p>
        </p:txBody>
      </p:sp>
    </p:spTree>
    <p:extLst>
      <p:ext uri="{BB962C8B-B14F-4D97-AF65-F5344CB8AC3E}">
        <p14:creationId xmlns:p14="http://schemas.microsoft.com/office/powerpoint/2010/main" val="3082530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494E9-9F78-4630-A80F-505045F7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172831"/>
            <a:ext cx="9940298" cy="143966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rgbClr val="FFC000"/>
                </a:solidFill>
              </a:rPr>
              <a:t>Exercise S2.1 – PivotTable (10 min)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2B81E9-A18E-455E-9A4F-322D8D9D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2198914"/>
            <a:ext cx="10989303" cy="3670180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/>
              <a:t>Step 1: Go to the “Data” worksheet</a:t>
            </a:r>
          </a:p>
          <a:p>
            <a:pPr marL="541338" indent="-365125" algn="just">
              <a:buFont typeface="Wingdings" panose="05000000000000000000" pitchFamily="2" charset="2"/>
              <a:buChar char="Ø"/>
            </a:pPr>
            <a:r>
              <a:rPr lang="en-US" sz="2400" dirty="0"/>
              <a:t>review the data  </a:t>
            </a:r>
          </a:p>
          <a:p>
            <a:pPr marL="541338" indent="-365125" algn="just">
              <a:buFont typeface="Wingdings" panose="05000000000000000000" pitchFamily="2" charset="2"/>
              <a:buChar char="Ø"/>
            </a:pPr>
            <a:r>
              <a:rPr lang="en-US" sz="2400" dirty="0"/>
              <a:t>place the cursor in one of the cells and insert a PivotTable: the PivotTable must be inserted in the “Step 1 PivotTable by Count” worksheet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A PivotTable has now been created; you now need to choose the data you want to display.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899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C63CBF-CDA0-4128-B664-123AA1C7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STEP 1 – PivotTable by Count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7C8572-CE11-4AC1-B2BE-79C04BD47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03" y="1845733"/>
            <a:ext cx="10575577" cy="4647141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fr-FR" dirty="0"/>
              <a:t>In the right-hand pane, select the fields you want to display in the PivotTable (by ticking them or dragging them into the relevant areas). Select all the data.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Display the number of cities for each municipality type (small, medium, and large) by selecting the appropriate fields.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Format your table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If it displays the sum by default, go to “Field Settings” and select “Count”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/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C496F4-94DF-4022-93A3-B4D77CC9E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104" y="3557135"/>
            <a:ext cx="6415573" cy="187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79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C63CBF-CDA0-4128-B664-123AA1C7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STEP 2 – PivotTable by Sum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7C8572-CE11-4AC1-B2BE-79C04BD47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845734"/>
            <a:ext cx="10673899" cy="402336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Insert the PivotTable again in the appropriate worksheet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Display the population for each municipality type (small, medium, and large) by selecting the appropriate fields.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Format your table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/>
            <a:endParaRPr lang="fr-FR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DF3354E-5A78-45CC-8084-E670DDCB7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97" y="4347060"/>
            <a:ext cx="6951560" cy="167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9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C63CBF-CDA0-4128-B664-123AA1C7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STEP 3 – PivotTable by Sum (details)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7C8572-CE11-4AC1-B2BE-79C04BD47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Insert the PivotTable again in the appropriate worksheet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Display the population for each municipality type, with details for each city.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Format your table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/>
            <a:endParaRPr lang="fr-FR"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1F1E934-D2D5-41BA-ABF3-C8DA13852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759" y="3242541"/>
            <a:ext cx="4479577" cy="337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0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C63CBF-CDA0-4128-B664-123AA1C7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STEP 4 – PivotTable by Sum (Filter)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7C8572-CE11-4AC1-B2BE-79C04BD47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Insert the PivotTable again in the appropriate worksheet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Display the population for each municipality type and use municipality as a filter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Format your table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b="1" dirty="0"/>
              <a:t>Display the values for Ajaccio and Albi only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>
              <a:buFont typeface="Wingdings" panose="05000000000000000000" pitchFamily="2" charset="2"/>
              <a:buChar char="Ø"/>
            </a:pPr>
            <a:endParaRPr lang="fr-FR" b="1" dirty="0"/>
          </a:p>
          <a:p>
            <a:pPr algn="just"/>
            <a:endParaRPr lang="fr-FR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9DC213-093A-4AFA-8624-822CAEC75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45" y="4505033"/>
            <a:ext cx="5677822" cy="1602830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72B17F9C-C470-49DA-8731-5E215FF16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854767"/>
              </p:ext>
            </p:extLst>
          </p:nvPr>
        </p:nvGraphicFramePr>
        <p:xfrm>
          <a:off x="7059672" y="4505033"/>
          <a:ext cx="3378200" cy="1289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1062591252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403479181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004446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Row Labels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Sum of Population 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509606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MEDIUM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67507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1090704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Ajaccio 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67507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88906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SMALL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49342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835575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Albi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49342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477848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Grand Total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116849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75542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376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5AFD63-7904-401E-919F-9B6BE701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2 - Creating a PivotChart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617981-62CC-4CC9-98E8-C26C00FF2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Exercise S2.2</a:t>
            </a:r>
          </a:p>
        </p:txBody>
      </p:sp>
    </p:spTree>
    <p:extLst>
      <p:ext uri="{BB962C8B-B14F-4D97-AF65-F5344CB8AC3E}">
        <p14:creationId xmlns:p14="http://schemas.microsoft.com/office/powerpoint/2010/main" val="3526228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494E9-9F78-4630-A80F-505045F7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172831"/>
            <a:ext cx="10471355" cy="1390498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rgbClr val="FFC000"/>
                </a:solidFill>
              </a:rPr>
              <a:t>Exercise S2.2 – </a:t>
            </a:r>
            <a:r>
              <a:rPr lang="fr-FR" sz="3500" dirty="0" err="1">
                <a:solidFill>
                  <a:srgbClr val="FFC000"/>
                </a:solidFill>
              </a:rPr>
              <a:t>PivotCharts</a:t>
            </a:r>
            <a:r>
              <a:rPr lang="fr-FR" sz="3500" dirty="0">
                <a:solidFill>
                  <a:srgbClr val="FFC000"/>
                </a:solidFill>
              </a:rPr>
              <a:t> (10 min)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2B81E9-A18E-455E-9A4F-322D8D9D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9" y="1726965"/>
            <a:ext cx="5338915" cy="4624674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Go to the “Data” worksheet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place the cursor in one of the cells and insert a PivotChart: the PivotChart must be inserted in the “PivotChart” worksheet</a:t>
            </a:r>
          </a:p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err="1"/>
              <a:t>When you click on the chart, the Design tab appears on the ribbon. Change the Quick Layout so that the values are visible.</a:t>
            </a:r>
          </a:p>
          <a:p>
            <a:pPr algn="just"/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18C861F-EE6E-45AF-B311-5C9842070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310" y="2270490"/>
            <a:ext cx="4438804" cy="27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14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494E9-9F78-4630-A80F-505045F7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172831"/>
            <a:ext cx="9969908" cy="143966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rgbClr val="FFC000"/>
                </a:solidFill>
              </a:rPr>
              <a:t>Exercise S2.3 – Independent PivotTable and PivotChart </a:t>
            </a:r>
            <a:r>
              <a:rPr lang="fr-FR" sz="3500" dirty="0" err="1">
                <a:solidFill>
                  <a:srgbClr val="FFC000"/>
                </a:solidFill>
              </a:rPr>
              <a:t>work</a:t>
            </a:r>
            <a:r>
              <a:rPr lang="fr-FR" sz="3500" dirty="0">
                <a:solidFill>
                  <a:srgbClr val="FFC000"/>
                </a:solidFill>
              </a:rPr>
              <a:t> (20 min)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2B81E9-A18E-455E-9A4F-322D8D9D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9" y="1726965"/>
            <a:ext cx="10186218" cy="462467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Review the data</a:t>
            </a:r>
          </a:p>
          <a:p>
            <a:pPr marL="354013" indent="-177800" algn="just">
              <a:buFont typeface="Wingdings" panose="05000000000000000000" pitchFamily="2" charset="2"/>
              <a:buChar char="§"/>
            </a:pPr>
            <a:r>
              <a:rPr lang="fr-FR" dirty="0"/>
              <a:t>Question 1. Create a PivotTable showing the total number of teaching hours by year and the associated PivotChart</a:t>
            </a:r>
          </a:p>
          <a:p>
            <a:pPr marL="354013" indent="-177800" algn="just">
              <a:buFont typeface="Wingdings" panose="05000000000000000000" pitchFamily="2" charset="2"/>
              <a:buChar char="§"/>
            </a:pPr>
            <a:r>
              <a:rPr lang="fr-FR" dirty="0"/>
              <a:t>Question 2. Create a PivotTable showing the total number of teaching hours by semester and the associated chart</a:t>
            </a:r>
          </a:p>
          <a:p>
            <a:pPr marL="354013" indent="-177800" algn="just">
              <a:buFont typeface="Wingdings" panose="05000000000000000000" pitchFamily="2" charset="2"/>
              <a:buChar char="§"/>
            </a:pPr>
            <a:r>
              <a:rPr lang="fr-FR" dirty="0"/>
              <a:t>Question 3. Create a PivotTable showing the total number of teaching hours by month and the associated PivotChart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7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EEDED-D631-441C-99F5-A414303B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3 - Conditional formatting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CC0C6C-4A6F-4F19-9F58-E59BB10D9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Exercise S2.4</a:t>
            </a:r>
          </a:p>
        </p:txBody>
      </p:sp>
    </p:spTree>
    <p:extLst>
      <p:ext uri="{BB962C8B-B14F-4D97-AF65-F5344CB8AC3E}">
        <p14:creationId xmlns:p14="http://schemas.microsoft.com/office/powerpoint/2010/main" val="2692072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494E9-9F78-4630-A80F-505045F7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757083"/>
            <a:ext cx="9969908" cy="855407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rgbClr val="FFC000"/>
                </a:solidFill>
              </a:rPr>
              <a:t>Exercise 2.4 – Conditional formatting (20 min)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2B81E9-A18E-455E-9A4F-322D8D9D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9" y="1726965"/>
            <a:ext cx="9547121" cy="4624674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fr-FR" dirty="0"/>
              <a:t>Cells can be formatted manually by selecting the cell and applying a background colour.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dirty="0"/>
              <a:t>Home/Conditional Formatting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dirty="0"/>
              <a:t>Conditional formatting can also automate formatting through the application of rules: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dirty="0"/>
              <a:t>Display salaries above €3,000 in green.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dirty="0"/>
              <a:t>Display salaries below €2,000 in red.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dirty="0"/>
              <a:t>Leave all other salaries white.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fr-FR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dirty="0"/>
              <a:t>Change the first three salaries to: €1,200, €1,400, and €1,800.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7E25BC5-15BC-4821-8684-758512709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223" y="2640270"/>
            <a:ext cx="1607051" cy="27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18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3348EF-923B-42C9-8F34-7709305E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4 - Application exercise</a:t>
            </a:r>
            <a:br>
              <a:rPr lang="fr-FR" dirty="0">
                <a:solidFill>
                  <a:srgbClr val="FF0000"/>
                </a:solidFill>
              </a:rPr>
            </a:br>
            <a:r>
              <a:rPr lang="fr-FR" sz="4000" dirty="0">
                <a:solidFill>
                  <a:srgbClr val="FF0000"/>
                </a:solidFill>
              </a:rPr>
              <a:t>The </a:t>
            </a:r>
            <a:r>
              <a:rPr lang="fr-FR" sz="4000" dirty="0" err="1">
                <a:solidFill>
                  <a:srgbClr val="FF0000"/>
                </a:solidFill>
              </a:rPr>
              <a:t>food</a:t>
            </a:r>
            <a:r>
              <a:rPr lang="fr-FR" sz="4000" dirty="0">
                <a:solidFill>
                  <a:srgbClr val="FF0000"/>
                </a:solidFill>
              </a:rPr>
              <a:t> truck continues its journey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2A802C-C9F1-40DA-B0D8-DF272CE9A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20 min + 15 min</a:t>
            </a:r>
          </a:p>
        </p:txBody>
      </p:sp>
    </p:spTree>
    <p:extLst>
      <p:ext uri="{BB962C8B-B14F-4D97-AF65-F5344CB8AC3E}">
        <p14:creationId xmlns:p14="http://schemas.microsoft.com/office/powerpoint/2010/main" val="749076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BE807-E885-4A5F-A218-069A8326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Instructions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56F9B3-DFAF-437F-A68D-94FFACD0B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/>
              <a:t>Download the </a:t>
            </a:r>
            <a:r>
              <a:rPr lang="fr-FR" dirty="0" err="1"/>
              <a:t>FoodTruck</a:t>
            </a:r>
            <a:r>
              <a:rPr lang="fr-FR" dirty="0"/>
              <a:t> file to work with PivotTables and PivotCharts</a:t>
            </a:r>
          </a:p>
          <a:p>
            <a:pPr algn="just"/>
            <a:r>
              <a:rPr lang="fr-FR" dirty="0"/>
              <a:t>Review the “Session 3” worksheets and follow the instructions on Worksheet 2.</a:t>
            </a:r>
          </a:p>
          <a:p>
            <a:pPr algn="just"/>
            <a:r>
              <a:rPr lang="fr-FR" dirty="0"/>
              <a:t>The PivotTables must be created in new worksheets and then copied to the “correction” locations.</a:t>
            </a:r>
          </a:p>
          <a:p>
            <a:pPr algn="just"/>
            <a:endParaRPr lang="fr-FR" dirty="0"/>
          </a:p>
          <a:p>
            <a:pPr algn="just"/>
            <a:endParaRPr lang="fr-FR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73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F1DB79-8967-4FEE-A72F-BBD19D3F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Question 1</a:t>
            </a:r>
          </a:p>
        </p:txBody>
      </p:sp>
      <p:pic>
        <p:nvPicPr>
          <p:cNvPr id="4" name="Image 3" descr="Une image contenant table&#10;&#10;Description générée automatiquement">
            <a:extLst>
              <a:ext uri="{FF2B5EF4-FFF2-40B4-BE49-F238E27FC236}">
                <a16:creationId xmlns:a16="http://schemas.microsoft.com/office/drawing/2014/main" id="{5DF4FC9E-683A-4521-9A20-DD355065A8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883" t="46639" r="55579" b="21027"/>
          <a:stretch/>
        </p:blipFill>
        <p:spPr bwMode="auto">
          <a:xfrm>
            <a:off x="835742" y="2098879"/>
            <a:ext cx="7735222" cy="31053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74039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2DA25-9335-4564-9295-0B2B0DDE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Question 2</a:t>
            </a:r>
          </a:p>
        </p:txBody>
      </p:sp>
      <p:pic>
        <p:nvPicPr>
          <p:cNvPr id="4" name="Espace réservé du contenu 3" descr="Une image contenant table&#10;&#10;Description générée automatiquement">
            <a:extLst>
              <a:ext uri="{FF2B5EF4-FFF2-40B4-BE49-F238E27FC236}">
                <a16:creationId xmlns:a16="http://schemas.microsoft.com/office/drawing/2014/main" id="{22264A1D-6EF7-4477-A565-638E732D8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6247" r="37610" b="24358"/>
          <a:stretch/>
        </p:blipFill>
        <p:spPr bwMode="auto">
          <a:xfrm>
            <a:off x="1096963" y="2524780"/>
            <a:ext cx="10058400" cy="26656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37018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D9B434-BC05-4F9E-AED3-558CA9063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Question 3 </a:t>
            </a:r>
          </a:p>
        </p:txBody>
      </p:sp>
      <p:pic>
        <p:nvPicPr>
          <p:cNvPr id="4" name="Espace réservé du contenu 3" descr="Une image contenant table&#10;&#10;Description générée automatiquement">
            <a:extLst>
              <a:ext uri="{FF2B5EF4-FFF2-40B4-BE49-F238E27FC236}">
                <a16:creationId xmlns:a16="http://schemas.microsoft.com/office/drawing/2014/main" id="{AEDDE049-474E-4ED9-A37D-9B73BD892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19863" b="11032"/>
          <a:stretch/>
        </p:blipFill>
        <p:spPr bwMode="auto">
          <a:xfrm>
            <a:off x="594757" y="2072405"/>
            <a:ext cx="6441649" cy="4022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8759CFA-77BE-4B48-994A-DFDAB550A215}"/>
              </a:ext>
            </a:extLst>
          </p:cNvPr>
          <p:cNvSpPr txBox="1"/>
          <p:nvPr/>
        </p:nvSpPr>
        <p:spPr>
          <a:xfrm>
            <a:off x="7364361" y="2812026"/>
            <a:ext cx="4232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This is a PivotTable with an associated PivotChart</a:t>
            </a:r>
          </a:p>
          <a:p>
            <a:endParaRPr lang="fr-FR" dirty="0"/>
          </a:p>
          <a:p>
            <a:r>
              <a:rPr lang="fr-FR" dirty="0"/>
              <a:t>You can insert a slicer to make it easier to display specific data</a:t>
            </a:r>
          </a:p>
        </p:txBody>
      </p:sp>
    </p:spTree>
    <p:extLst>
      <p:ext uri="{BB962C8B-B14F-4D97-AF65-F5344CB8AC3E}">
        <p14:creationId xmlns:p14="http://schemas.microsoft.com/office/powerpoint/2010/main" val="3651966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D7049-8EFC-0162-78E6-023B40E2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noProof="0" dirty="0">
                <a:solidFill>
                  <a:srgbClr val="FF0000"/>
                </a:solidFill>
              </a:rPr>
              <a:t>Epilogue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0763F-605B-FA7F-5486-9C0ECC606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0278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350FC48-0CE9-052A-56AE-B9DA25759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fr-FR" sz="4800" noProof="0" dirty="0">
                <a:solidFill>
                  <a:srgbClr val="FF0000"/>
                </a:solidFill>
              </a:rPr>
              <a:t>By the end of this session, you should be able to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9B08EDF-DE0E-F087-279C-2D382E2DC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5382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163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A0DEC3-476F-3BD5-7233-D1A2A2020F48}"/>
              </a:ext>
            </a:extLst>
          </p:cNvPr>
          <p:cNvSpPr txBox="1"/>
          <p:nvPr/>
        </p:nvSpPr>
        <p:spPr>
          <a:xfrm>
            <a:off x="2173574" y="5081666"/>
            <a:ext cx="819961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Mercedeh ERFANIANGHASAB: </a:t>
            </a:r>
            <a:r>
              <a:rPr lang="en-GB" dirty="0">
                <a:solidFill>
                  <a:schemeClr val="bg1"/>
                </a:solidFill>
                <a:hlinkClick r:id="rId2"/>
              </a:rPr>
              <a:t>Mercedeh.ERFANIANGHASAB@essca.fr</a:t>
            </a:r>
            <a:r>
              <a:rPr lang="en-GB" dirty="0">
                <a:solidFill>
                  <a:schemeClr val="bg1"/>
                </a:solidFill>
              </a:rPr>
              <a:t> (Lyon)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Jérémy CELSE: </a:t>
            </a:r>
            <a:r>
              <a:rPr lang="en-GB" dirty="0">
                <a:solidFill>
                  <a:schemeClr val="bg1"/>
                </a:solidFill>
                <a:hlinkClick r:id="rId3"/>
              </a:rPr>
              <a:t>jeremy.celse@essca.fr</a:t>
            </a:r>
            <a:r>
              <a:rPr lang="en-GB" dirty="0">
                <a:solidFill>
                  <a:schemeClr val="bg1"/>
                </a:solidFill>
              </a:rPr>
              <a:t> (Bordeaux)</a:t>
            </a:r>
          </a:p>
        </p:txBody>
      </p:sp>
    </p:spTree>
    <p:extLst>
      <p:ext uri="{BB962C8B-B14F-4D97-AF65-F5344CB8AC3E}">
        <p14:creationId xmlns:p14="http://schemas.microsoft.com/office/powerpoint/2010/main" val="38547985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</TotalTime>
  <Words>806</Words>
  <Application>Microsoft Macintosh PowerPoint</Application>
  <PresentationFormat>Widescreen</PresentationFormat>
  <Paragraphs>108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Wingdings</vt:lpstr>
      <vt:lpstr>Thème Office</vt:lpstr>
      <vt:lpstr>Data Description</vt:lpstr>
      <vt:lpstr>Session objectives</vt:lpstr>
      <vt:lpstr>1 - Using PivotTables and PivotCharts</vt:lpstr>
      <vt:lpstr>Exercise S2.1 – PivotTable (10 min)</vt:lpstr>
      <vt:lpstr>STEP 1 – PivotTable by Count</vt:lpstr>
      <vt:lpstr>STEP 2 – PivotTable by Sum</vt:lpstr>
      <vt:lpstr>STEP 3 – PivotTable by Sum (details)</vt:lpstr>
      <vt:lpstr>STEP 4 – PivotTable by Sum (Filter)</vt:lpstr>
      <vt:lpstr>2 - Creating a PivotChart</vt:lpstr>
      <vt:lpstr>Exercise S2.2 – PivotCharts (10 min)</vt:lpstr>
      <vt:lpstr>Exercise S2.3 – Independent PivotTable and PivotChart work (20 min)</vt:lpstr>
      <vt:lpstr>3 - Conditional formatting</vt:lpstr>
      <vt:lpstr>Exercise 2.4 – Conditional formatting (20 min)</vt:lpstr>
      <vt:lpstr>4 - Application exercise The food truck continues its journey</vt:lpstr>
      <vt:lpstr>Instructions</vt:lpstr>
      <vt:lpstr>Question 1</vt:lpstr>
      <vt:lpstr>Question 2</vt:lpstr>
      <vt:lpstr>Question 3 </vt:lpstr>
      <vt:lpstr>Epilogue</vt:lpstr>
      <vt:lpstr>By the end of this session, you should be able to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CELSE Jeremy</dc:creator>
  <cp:lastModifiedBy>Mercede Erfanianghasab</cp:lastModifiedBy>
  <cp:revision>11</cp:revision>
  <dcterms:created xsi:type="dcterms:W3CDTF">2025-02-10T09:23:47Z</dcterms:created>
  <dcterms:modified xsi:type="dcterms:W3CDTF">2026-08-22T11:39:53Z</dcterms:modified>
</cp:coreProperties>
</file>