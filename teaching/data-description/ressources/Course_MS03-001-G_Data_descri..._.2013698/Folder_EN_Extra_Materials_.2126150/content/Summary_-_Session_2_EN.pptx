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56" r:id="rId5"/>
    <p:sldId id="277" r:id="rId6"/>
    <p:sldId id="292" r:id="rId7"/>
    <p:sldId id="278" r:id="rId8"/>
    <p:sldId id="294" r:id="rId9"/>
    <p:sldId id="279" r:id="rId10"/>
    <p:sldId id="300" r:id="rId11"/>
    <p:sldId id="299" r:id="rId12"/>
    <p:sldId id="281" r:id="rId13"/>
    <p:sldId id="284" r:id="rId14"/>
    <p:sldId id="286"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78C8E-088D-42D6-A319-D2B885105629}" v="1" dt="2021-10-14T14:04:56.286"/>
    <p1510:client id="{BEAA4BC1-7FAE-4519-B624-8E6554632EBD}" v="30" dt="2021-10-14T13:56:01.9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127" d="100"/>
          <a:sy n="127" d="100"/>
        </p:scale>
        <p:origin x="178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BEAA4BC1-7FAE-4519-B624-8E6554632EBD}"/>
    <pc:docChg chg="undo custSel addSld delSld modSld">
      <pc:chgData name="KACHOUR Maher" userId="09775c39-7739-40bf-ba04-c8ef3ab24a94" providerId="ADAL" clId="{BEAA4BC1-7FAE-4519-B624-8E6554632EBD}" dt="2021-10-14T13:58:07.536" v="413" actId="20577"/>
      <pc:docMkLst>
        <pc:docMk/>
      </pc:docMkLst>
      <pc:sldChg chg="addSp delSp modSp mod">
        <pc:chgData name="KACHOUR Maher" userId="09775c39-7739-40bf-ba04-c8ef3ab24a94" providerId="ADAL" clId="{BEAA4BC1-7FAE-4519-B624-8E6554632EBD}" dt="2021-10-14T10:55:21.632" v="28" actId="790"/>
        <pc:sldMkLst>
          <pc:docMk/>
          <pc:sldMk cId="1875685949" sldId="277"/>
        </pc:sldMkLst>
        <pc:spChg chg="mod">
          <ac:chgData name="KACHOUR Maher" userId="09775c39-7739-40bf-ba04-c8ef3ab24a94" providerId="ADAL" clId="{BEAA4BC1-7FAE-4519-B624-8E6554632EBD}" dt="2021-10-14T10:55:21.632" v="28" actId="790"/>
          <ac:spMkLst>
            <pc:docMk/>
            <pc:sldMk cId="1875685949" sldId="277"/>
            <ac:spMk id="2" creationId="{A8897A50-0854-4ACC-9469-1C4B787E3B1C}"/>
          </ac:spMkLst>
        </pc:spChg>
        <pc:spChg chg="add mod">
          <ac:chgData name="KACHOUR Maher" userId="09775c39-7739-40bf-ba04-c8ef3ab24a94" providerId="ADAL" clId="{BEAA4BC1-7FAE-4519-B624-8E6554632EBD}" dt="2021-10-14T10:54:56.740" v="27" actId="208"/>
          <ac:spMkLst>
            <pc:docMk/>
            <pc:sldMk cId="1875685949" sldId="277"/>
            <ac:spMk id="4" creationId="{6A4A0999-DAF1-4594-95CA-B3FD48C6BA9F}"/>
          </ac:spMkLst>
        </pc:spChg>
        <pc:picChg chg="del">
          <ac:chgData name="KACHOUR Maher" userId="09775c39-7739-40bf-ba04-c8ef3ab24a94" providerId="ADAL" clId="{BEAA4BC1-7FAE-4519-B624-8E6554632EBD}" dt="2021-10-14T10:52:55.145" v="10" actId="478"/>
          <ac:picMkLst>
            <pc:docMk/>
            <pc:sldMk cId="1875685949" sldId="277"/>
            <ac:picMk id="9" creationId="{6230F255-AB83-4962-99DA-5D02B6036447}"/>
          </ac:picMkLst>
        </pc:picChg>
        <pc:picChg chg="del">
          <ac:chgData name="KACHOUR Maher" userId="09775c39-7739-40bf-ba04-c8ef3ab24a94" providerId="ADAL" clId="{BEAA4BC1-7FAE-4519-B624-8E6554632EBD}" dt="2021-10-14T10:53:24.658" v="17" actId="478"/>
          <ac:picMkLst>
            <pc:docMk/>
            <pc:sldMk cId="1875685949" sldId="277"/>
            <ac:picMk id="11" creationId="{8898157E-8498-4BA5-AC4E-B107060F5443}"/>
          </ac:picMkLst>
        </pc:picChg>
        <pc:picChg chg="add mod">
          <ac:chgData name="KACHOUR Maher" userId="09775c39-7739-40bf-ba04-c8ef3ab24a94" providerId="ADAL" clId="{BEAA4BC1-7FAE-4519-B624-8E6554632EBD}" dt="2021-10-14T10:54:50.216" v="26" actId="1076"/>
          <ac:picMkLst>
            <pc:docMk/>
            <pc:sldMk cId="1875685949" sldId="277"/>
            <ac:picMk id="14" creationId="{C2F1EF1A-C087-491A-B1A9-9455B3872CC5}"/>
          </ac:picMkLst>
        </pc:picChg>
      </pc:sldChg>
      <pc:sldChg chg="addSp delSp modSp mod">
        <pc:chgData name="KACHOUR Maher" userId="09775c39-7739-40bf-ba04-c8ef3ab24a94" providerId="ADAL" clId="{BEAA4BC1-7FAE-4519-B624-8E6554632EBD}" dt="2021-10-14T13:34:36.014" v="272" actId="1076"/>
        <pc:sldMkLst>
          <pc:docMk/>
          <pc:sldMk cId="638055602" sldId="278"/>
        </pc:sldMkLst>
        <pc:spChg chg="mod">
          <ac:chgData name="KACHOUR Maher" userId="09775c39-7739-40bf-ba04-c8ef3ab24a94" providerId="ADAL" clId="{BEAA4BC1-7FAE-4519-B624-8E6554632EBD}" dt="2021-10-14T10:55:52.399" v="29" actId="790"/>
          <ac:spMkLst>
            <pc:docMk/>
            <pc:sldMk cId="638055602" sldId="278"/>
            <ac:spMk id="2" creationId="{DCCB118A-A31E-488A-B655-E144CC01BD62}"/>
          </ac:spMkLst>
        </pc:spChg>
        <pc:spChg chg="mod">
          <ac:chgData name="KACHOUR Maher" userId="09775c39-7739-40bf-ba04-c8ef3ab24a94" providerId="ADAL" clId="{BEAA4BC1-7FAE-4519-B624-8E6554632EBD}" dt="2021-10-14T10:55:58.218" v="35" actId="20577"/>
          <ac:spMkLst>
            <pc:docMk/>
            <pc:sldMk cId="638055602" sldId="278"/>
            <ac:spMk id="3" creationId="{CD23C7A6-D9A0-4598-B56E-17701BC7DD01}"/>
          </ac:spMkLst>
        </pc:spChg>
        <pc:spChg chg="add mod">
          <ac:chgData name="KACHOUR Maher" userId="09775c39-7739-40bf-ba04-c8ef3ab24a94" providerId="ADAL" clId="{BEAA4BC1-7FAE-4519-B624-8E6554632EBD}" dt="2021-10-14T13:34:31.855" v="271" actId="14100"/>
          <ac:spMkLst>
            <pc:docMk/>
            <pc:sldMk cId="638055602" sldId="278"/>
            <ac:spMk id="4" creationId="{502F3BA2-C7B5-43BD-B8B0-F1B47A7D2AC5}"/>
          </ac:spMkLst>
        </pc:spChg>
        <pc:spChg chg="del">
          <ac:chgData name="KACHOUR Maher" userId="09775c39-7739-40bf-ba04-c8ef3ab24a94" providerId="ADAL" clId="{BEAA4BC1-7FAE-4519-B624-8E6554632EBD}" dt="2021-10-14T11:25:23.546" v="88" actId="478"/>
          <ac:spMkLst>
            <pc:docMk/>
            <pc:sldMk cId="638055602" sldId="278"/>
            <ac:spMk id="12" creationId="{552BD454-25B0-4323-B975-BF609E21EFD6}"/>
          </ac:spMkLst>
        </pc:spChg>
        <pc:picChg chg="mod">
          <ac:chgData name="KACHOUR Maher" userId="09775c39-7739-40bf-ba04-c8ef3ab24a94" providerId="ADAL" clId="{BEAA4BC1-7FAE-4519-B624-8E6554632EBD}" dt="2021-10-14T13:31:42.790" v="249" actId="14100"/>
          <ac:picMkLst>
            <pc:docMk/>
            <pc:sldMk cId="638055602" sldId="278"/>
            <ac:picMk id="6" creationId="{284117BE-71E2-4257-81AB-59477DE0DE5C}"/>
          </ac:picMkLst>
        </pc:picChg>
        <pc:picChg chg="add mod">
          <ac:chgData name="KACHOUR Maher" userId="09775c39-7739-40bf-ba04-c8ef3ab24a94" providerId="ADAL" clId="{BEAA4BC1-7FAE-4519-B624-8E6554632EBD}" dt="2021-10-14T13:34:36.014" v="272" actId="1076"/>
          <ac:picMkLst>
            <pc:docMk/>
            <pc:sldMk cId="638055602" sldId="278"/>
            <ac:picMk id="7" creationId="{AAA2770C-5CCA-41F9-B675-1C45BD89ED06}"/>
          </ac:picMkLst>
        </pc:picChg>
        <pc:picChg chg="del">
          <ac:chgData name="KACHOUR Maher" userId="09775c39-7739-40bf-ba04-c8ef3ab24a94" providerId="ADAL" clId="{BEAA4BC1-7FAE-4519-B624-8E6554632EBD}" dt="2021-10-14T13:25:04.385" v="218" actId="478"/>
          <ac:picMkLst>
            <pc:docMk/>
            <pc:sldMk cId="638055602" sldId="278"/>
            <ac:picMk id="9" creationId="{41BD6177-C3C3-48AA-8B0C-FE1C32F33428}"/>
          </ac:picMkLst>
        </pc:picChg>
        <pc:picChg chg="del">
          <ac:chgData name="KACHOUR Maher" userId="09775c39-7739-40bf-ba04-c8ef3ab24a94" providerId="ADAL" clId="{BEAA4BC1-7FAE-4519-B624-8E6554632EBD}" dt="2021-10-14T11:26:04.375" v="97" actId="478"/>
          <ac:picMkLst>
            <pc:docMk/>
            <pc:sldMk cId="638055602" sldId="278"/>
            <ac:picMk id="10" creationId="{0EFE0853-C93A-4ADF-BF32-52A48DBE1168}"/>
          </ac:picMkLst>
        </pc:picChg>
        <pc:picChg chg="del">
          <ac:chgData name="KACHOUR Maher" userId="09775c39-7739-40bf-ba04-c8ef3ab24a94" providerId="ADAL" clId="{BEAA4BC1-7FAE-4519-B624-8E6554632EBD}" dt="2021-10-14T13:25:25.814" v="222" actId="478"/>
          <ac:picMkLst>
            <pc:docMk/>
            <pc:sldMk cId="638055602" sldId="278"/>
            <ac:picMk id="11" creationId="{166F5A58-0BBC-4DFC-A2D0-D7B46767BDC1}"/>
          </ac:picMkLst>
        </pc:picChg>
      </pc:sldChg>
      <pc:sldChg chg="delSp modSp mod">
        <pc:chgData name="KACHOUR Maher" userId="09775c39-7739-40bf-ba04-c8ef3ab24a94" providerId="ADAL" clId="{BEAA4BC1-7FAE-4519-B624-8E6554632EBD}" dt="2021-10-14T13:46:16.081" v="298" actId="790"/>
        <pc:sldMkLst>
          <pc:docMk/>
          <pc:sldMk cId="2572892666" sldId="279"/>
        </pc:sldMkLst>
        <pc:spChg chg="mod">
          <ac:chgData name="KACHOUR Maher" userId="09775c39-7739-40bf-ba04-c8ef3ab24a94" providerId="ADAL" clId="{BEAA4BC1-7FAE-4519-B624-8E6554632EBD}" dt="2021-10-14T13:46:16.081" v="298" actId="790"/>
          <ac:spMkLst>
            <pc:docMk/>
            <pc:sldMk cId="2572892666" sldId="279"/>
            <ac:spMk id="2" creationId="{092E4D78-736E-41D4-A374-11724A9472B2}"/>
          </ac:spMkLst>
        </pc:spChg>
        <pc:spChg chg="del">
          <ac:chgData name="KACHOUR Maher" userId="09775c39-7739-40bf-ba04-c8ef3ab24a94" providerId="ADAL" clId="{BEAA4BC1-7FAE-4519-B624-8E6554632EBD}" dt="2021-10-14T13:44:15.591" v="275" actId="478"/>
          <ac:spMkLst>
            <pc:docMk/>
            <pc:sldMk cId="2572892666" sldId="279"/>
            <ac:spMk id="10" creationId="{44271A5B-B482-4F75-B536-9EDC8D55E708}"/>
          </ac:spMkLst>
        </pc:spChg>
        <pc:picChg chg="mod">
          <ac:chgData name="KACHOUR Maher" userId="09775c39-7739-40bf-ba04-c8ef3ab24a94" providerId="ADAL" clId="{BEAA4BC1-7FAE-4519-B624-8E6554632EBD}" dt="2021-10-14T13:45:38.084" v="292" actId="14100"/>
          <ac:picMkLst>
            <pc:docMk/>
            <pc:sldMk cId="2572892666" sldId="279"/>
            <ac:picMk id="6" creationId="{9584B911-4480-4EFF-B420-4791E5E0EC50}"/>
          </ac:picMkLst>
        </pc:picChg>
        <pc:picChg chg="del">
          <ac:chgData name="KACHOUR Maher" userId="09775c39-7739-40bf-ba04-c8ef3ab24a94" providerId="ADAL" clId="{BEAA4BC1-7FAE-4519-B624-8E6554632EBD}" dt="2021-10-14T13:45:28.962" v="290" actId="478"/>
          <ac:picMkLst>
            <pc:docMk/>
            <pc:sldMk cId="2572892666" sldId="279"/>
            <ac:picMk id="7" creationId="{F64BBED4-F2DF-4500-AB53-E397F191999C}"/>
          </ac:picMkLst>
        </pc:picChg>
        <pc:picChg chg="del">
          <ac:chgData name="KACHOUR Maher" userId="09775c39-7739-40bf-ba04-c8ef3ab24a94" providerId="ADAL" clId="{BEAA4BC1-7FAE-4519-B624-8E6554632EBD}" dt="2021-10-14T13:45:34.374" v="291" actId="478"/>
          <ac:picMkLst>
            <pc:docMk/>
            <pc:sldMk cId="2572892666" sldId="279"/>
            <ac:picMk id="9" creationId="{06505C06-3495-4F1C-BCE0-0CF2A2E2DB36}"/>
          </ac:picMkLst>
        </pc:picChg>
      </pc:sldChg>
      <pc:sldChg chg="modSp mod">
        <pc:chgData name="KACHOUR Maher" userId="09775c39-7739-40bf-ba04-c8ef3ab24a94" providerId="ADAL" clId="{BEAA4BC1-7FAE-4519-B624-8E6554632EBD}" dt="2021-10-14T13:57:22.162" v="411" actId="790"/>
        <pc:sldMkLst>
          <pc:docMk/>
          <pc:sldMk cId="1005798455" sldId="280"/>
        </pc:sldMkLst>
        <pc:spChg chg="mod">
          <ac:chgData name="KACHOUR Maher" userId="09775c39-7739-40bf-ba04-c8ef3ab24a94" providerId="ADAL" clId="{BEAA4BC1-7FAE-4519-B624-8E6554632EBD}" dt="2021-10-14T13:57:22.162" v="411" actId="790"/>
          <ac:spMkLst>
            <pc:docMk/>
            <pc:sldMk cId="1005798455" sldId="280"/>
            <ac:spMk id="2" creationId="{406BB69C-5EE9-4AC7-8429-B47C935B139C}"/>
          </ac:spMkLst>
        </pc:spChg>
        <pc:spChg chg="mod">
          <ac:chgData name="KACHOUR Maher" userId="09775c39-7739-40bf-ba04-c8ef3ab24a94" providerId="ADAL" clId="{BEAA4BC1-7FAE-4519-B624-8E6554632EBD}" dt="2021-10-14T13:57:10" v="410" actId="20577"/>
          <ac:spMkLst>
            <pc:docMk/>
            <pc:sldMk cId="1005798455" sldId="280"/>
            <ac:spMk id="3" creationId="{E117A3D3-E460-4DCA-B869-6DC8B3101EE8}"/>
          </ac:spMkLst>
        </pc:spChg>
        <pc:picChg chg="mod">
          <ac:chgData name="KACHOUR Maher" userId="09775c39-7739-40bf-ba04-c8ef3ab24a94" providerId="ADAL" clId="{BEAA4BC1-7FAE-4519-B624-8E6554632EBD}" dt="2021-10-14T13:56:47.834" v="378" actId="1076"/>
          <ac:picMkLst>
            <pc:docMk/>
            <pc:sldMk cId="1005798455" sldId="280"/>
            <ac:picMk id="5" creationId="{66F56ADE-8884-4B51-9059-3AC55DB96A14}"/>
          </ac:picMkLst>
        </pc:picChg>
      </pc:sldChg>
      <pc:sldChg chg="modSp mod">
        <pc:chgData name="KACHOUR Maher" userId="09775c39-7739-40bf-ba04-c8ef3ab24a94" providerId="ADAL" clId="{BEAA4BC1-7FAE-4519-B624-8E6554632EBD}" dt="2021-10-14T13:58:07.536" v="413" actId="20577"/>
        <pc:sldMkLst>
          <pc:docMk/>
          <pc:sldMk cId="828950354" sldId="281"/>
        </pc:sldMkLst>
        <pc:spChg chg="mod">
          <ac:chgData name="KACHOUR Maher" userId="09775c39-7739-40bf-ba04-c8ef3ab24a94" providerId="ADAL" clId="{BEAA4BC1-7FAE-4519-B624-8E6554632EBD}" dt="2021-10-14T13:58:07.536" v="413" actId="20577"/>
          <ac:spMkLst>
            <pc:docMk/>
            <pc:sldMk cId="828950354" sldId="281"/>
            <ac:spMk id="7" creationId="{9C09214D-5F81-44F5-8EB6-D951A6F015A3}"/>
          </ac:spMkLst>
        </pc:spChg>
      </pc:sldChg>
      <pc:sldChg chg="addSp delSp modSp new add del mod setBg">
        <pc:chgData name="KACHOUR Maher" userId="09775c39-7739-40bf-ba04-c8ef3ab24a94" providerId="ADAL" clId="{BEAA4BC1-7FAE-4519-B624-8E6554632EBD}" dt="2021-10-14T10:53:10.027" v="14" actId="2696"/>
        <pc:sldMkLst>
          <pc:docMk/>
          <pc:sldMk cId="3230167694" sldId="290"/>
        </pc:sldMkLst>
        <pc:spChg chg="mod">
          <ac:chgData name="KACHOUR Maher" userId="09775c39-7739-40bf-ba04-c8ef3ab24a94" providerId="ADAL" clId="{BEAA4BC1-7FAE-4519-B624-8E6554632EBD}" dt="2021-10-14T10:52:59.795" v="12" actId="26606"/>
          <ac:spMkLst>
            <pc:docMk/>
            <pc:sldMk cId="3230167694" sldId="290"/>
            <ac:spMk id="2" creationId="{82B764C1-7757-441E-B06B-03D21584827E}"/>
          </ac:spMkLst>
        </pc:spChg>
        <pc:spChg chg="del">
          <ac:chgData name="KACHOUR Maher" userId="09775c39-7739-40bf-ba04-c8ef3ab24a94" providerId="ADAL" clId="{BEAA4BC1-7FAE-4519-B624-8E6554632EBD}" dt="2021-10-14T10:52:50.798" v="9" actId="478"/>
          <ac:spMkLst>
            <pc:docMk/>
            <pc:sldMk cId="3230167694" sldId="290"/>
            <ac:spMk id="3" creationId="{B5D92666-AE30-499B-86CD-DE2D6500C298}"/>
          </ac:spMkLst>
        </pc:spChg>
        <pc:picChg chg="add mod">
          <ac:chgData name="KACHOUR Maher" userId="09775c39-7739-40bf-ba04-c8ef3ab24a94" providerId="ADAL" clId="{BEAA4BC1-7FAE-4519-B624-8E6554632EBD}" dt="2021-10-14T10:52:59.795" v="12" actId="26606"/>
          <ac:picMkLst>
            <pc:docMk/>
            <pc:sldMk cId="3230167694" sldId="290"/>
            <ac:picMk id="4" creationId="{589924F8-ECF6-4CBB-B139-2307DA43242A}"/>
          </ac:picMkLst>
        </pc:picChg>
      </pc:sldChg>
      <pc:sldChg chg="addSp delSp modSp add mod">
        <pc:chgData name="KACHOUR Maher" userId="09775c39-7739-40bf-ba04-c8ef3ab24a94" providerId="ADAL" clId="{BEAA4BC1-7FAE-4519-B624-8E6554632EBD}" dt="2021-10-14T10:53:29.505" v="19" actId="26606"/>
        <pc:sldMkLst>
          <pc:docMk/>
          <pc:sldMk cId="3172704546" sldId="291"/>
        </pc:sldMkLst>
        <pc:picChg chg="del">
          <ac:chgData name="KACHOUR Maher" userId="09775c39-7739-40bf-ba04-c8ef3ab24a94" providerId="ADAL" clId="{BEAA4BC1-7FAE-4519-B624-8E6554632EBD}" dt="2021-10-14T10:53:15.823" v="16" actId="478"/>
          <ac:picMkLst>
            <pc:docMk/>
            <pc:sldMk cId="3172704546" sldId="291"/>
            <ac:picMk id="4" creationId="{589924F8-ECF6-4CBB-B139-2307DA43242A}"/>
          </ac:picMkLst>
        </pc:picChg>
        <pc:picChg chg="add mod">
          <ac:chgData name="KACHOUR Maher" userId="09775c39-7739-40bf-ba04-c8ef3ab24a94" providerId="ADAL" clId="{BEAA4BC1-7FAE-4519-B624-8E6554632EBD}" dt="2021-10-14T10:53:29.505" v="19" actId="26606"/>
          <ac:picMkLst>
            <pc:docMk/>
            <pc:sldMk cId="3172704546" sldId="291"/>
            <ac:picMk id="5" creationId="{D80CFA26-EFED-4393-A9F6-85E52325821D}"/>
          </ac:picMkLst>
        </pc:picChg>
      </pc:sldChg>
      <pc:sldChg chg="modSp add mod setBg">
        <pc:chgData name="KACHOUR Maher" userId="09775c39-7739-40bf-ba04-c8ef3ab24a94" providerId="ADAL" clId="{BEAA4BC1-7FAE-4519-B624-8E6554632EBD}" dt="2021-10-14T11:10:33.028" v="45" actId="20577"/>
        <pc:sldMkLst>
          <pc:docMk/>
          <pc:sldMk cId="3707336201" sldId="292"/>
        </pc:sldMkLst>
        <pc:spChg chg="mod">
          <ac:chgData name="KACHOUR Maher" userId="09775c39-7739-40bf-ba04-c8ef3ab24a94" providerId="ADAL" clId="{BEAA4BC1-7FAE-4519-B624-8E6554632EBD}" dt="2021-10-14T11:08:16.066" v="38" actId="20577"/>
          <ac:spMkLst>
            <pc:docMk/>
            <pc:sldMk cId="3707336201" sldId="292"/>
            <ac:spMk id="2" creationId="{8411F764-5DB7-4B94-AC77-9A64DC794E06}"/>
          </ac:spMkLst>
        </pc:spChg>
        <pc:graphicFrameChg chg="mod modGraphic">
          <ac:chgData name="KACHOUR Maher" userId="09775c39-7739-40bf-ba04-c8ef3ab24a94" providerId="ADAL" clId="{BEAA4BC1-7FAE-4519-B624-8E6554632EBD}" dt="2021-10-14T11:10:33.028" v="45" actId="20577"/>
          <ac:graphicFrameMkLst>
            <pc:docMk/>
            <pc:sldMk cId="3707336201" sldId="292"/>
            <ac:graphicFrameMk id="7" creationId="{1E8665D7-E1A3-4D0B-8409-16A5912FDDBC}"/>
          </ac:graphicFrameMkLst>
        </pc:graphicFrameChg>
      </pc:sldChg>
      <pc:sldChg chg="new del">
        <pc:chgData name="KACHOUR Maher" userId="09775c39-7739-40bf-ba04-c8ef3ab24a94" providerId="ADAL" clId="{BEAA4BC1-7FAE-4519-B624-8E6554632EBD}" dt="2021-10-14T11:22:34.753" v="48" actId="47"/>
        <pc:sldMkLst>
          <pc:docMk/>
          <pc:sldMk cId="2706366947" sldId="293"/>
        </pc:sldMkLst>
      </pc:sldChg>
      <pc:sldChg chg="modSp add mod">
        <pc:chgData name="KACHOUR Maher" userId="09775c39-7739-40bf-ba04-c8ef3ab24a94" providerId="ADAL" clId="{BEAA4BC1-7FAE-4519-B624-8E6554632EBD}" dt="2021-10-14T13:25:43.265" v="226" actId="20577"/>
        <pc:sldMkLst>
          <pc:docMk/>
          <pc:sldMk cId="81781345" sldId="294"/>
        </pc:sldMkLst>
        <pc:spChg chg="mod">
          <ac:chgData name="KACHOUR Maher" userId="09775c39-7739-40bf-ba04-c8ef3ab24a94" providerId="ADAL" clId="{BEAA4BC1-7FAE-4519-B624-8E6554632EBD}" dt="2021-10-14T11:22:38.718" v="50" actId="20577"/>
          <ac:spMkLst>
            <pc:docMk/>
            <pc:sldMk cId="81781345" sldId="294"/>
            <ac:spMk id="2" creationId="{F64BF0DD-FFC4-4682-9A3D-7B4B235439A5}"/>
          </ac:spMkLst>
        </pc:spChg>
        <pc:spChg chg="mod">
          <ac:chgData name="KACHOUR Maher" userId="09775c39-7739-40bf-ba04-c8ef3ab24a94" providerId="ADAL" clId="{BEAA4BC1-7FAE-4519-B624-8E6554632EBD}" dt="2021-10-14T13:25:43.265" v="226" actId="20577"/>
          <ac:spMkLst>
            <pc:docMk/>
            <pc:sldMk cId="81781345" sldId="294"/>
            <ac:spMk id="3" creationId="{145B38BC-A63B-42B9-AB9C-772C30ACA228}"/>
          </ac:spMkLst>
        </pc:spChg>
        <pc:graphicFrameChg chg="mod modGraphic">
          <ac:chgData name="KACHOUR Maher" userId="09775c39-7739-40bf-ba04-c8ef3ab24a94" providerId="ADAL" clId="{BEAA4BC1-7FAE-4519-B624-8E6554632EBD}" dt="2021-10-14T13:24:11.357" v="209" actId="20577"/>
          <ac:graphicFrameMkLst>
            <pc:docMk/>
            <pc:sldMk cId="81781345" sldId="294"/>
            <ac:graphicFrameMk id="4" creationId="{611E66A5-294F-4D20-BCBB-2ACE900D43D4}"/>
          </ac:graphicFrameMkLst>
        </pc:graphicFrameChg>
      </pc:sldChg>
      <pc:sldChg chg="addSp delSp modSp new mod">
        <pc:chgData name="KACHOUR Maher" userId="09775c39-7739-40bf-ba04-c8ef3ab24a94" providerId="ADAL" clId="{BEAA4BC1-7FAE-4519-B624-8E6554632EBD}" dt="2021-10-14T13:24:43.134" v="217" actId="1076"/>
        <pc:sldMkLst>
          <pc:docMk/>
          <pc:sldMk cId="2124052879" sldId="295"/>
        </pc:sldMkLst>
        <pc:spChg chg="del">
          <ac:chgData name="KACHOUR Maher" userId="09775c39-7739-40bf-ba04-c8ef3ab24a94" providerId="ADAL" clId="{BEAA4BC1-7FAE-4519-B624-8E6554632EBD}" dt="2021-10-14T11:25:31.815" v="90" actId="478"/>
          <ac:spMkLst>
            <pc:docMk/>
            <pc:sldMk cId="2124052879" sldId="295"/>
            <ac:spMk id="2" creationId="{0F058FC4-7D21-493F-B1C6-22B087403FCF}"/>
          </ac:spMkLst>
        </pc:spChg>
        <pc:spChg chg="del">
          <ac:chgData name="KACHOUR Maher" userId="09775c39-7739-40bf-ba04-c8ef3ab24a94" providerId="ADAL" clId="{BEAA4BC1-7FAE-4519-B624-8E6554632EBD}" dt="2021-10-14T11:25:34.793" v="91" actId="478"/>
          <ac:spMkLst>
            <pc:docMk/>
            <pc:sldMk cId="2124052879" sldId="295"/>
            <ac:spMk id="3" creationId="{75BC1C8D-9453-4837-BEBC-FE6C1F4D78CB}"/>
          </ac:spMkLst>
        </pc:spChg>
        <pc:spChg chg="add mod">
          <ac:chgData name="KACHOUR Maher" userId="09775c39-7739-40bf-ba04-c8ef3ab24a94" providerId="ADAL" clId="{BEAA4BC1-7FAE-4519-B624-8E6554632EBD}" dt="2021-10-14T11:25:56.733" v="96" actId="1076"/>
          <ac:spMkLst>
            <pc:docMk/>
            <pc:sldMk cId="2124052879" sldId="295"/>
            <ac:spMk id="4" creationId="{7C3387F6-B0BE-4FCD-B734-C535B5AF7819}"/>
          </ac:spMkLst>
        </pc:spChg>
        <pc:spChg chg="add del mod">
          <ac:chgData name="KACHOUR Maher" userId="09775c39-7739-40bf-ba04-c8ef3ab24a94" providerId="ADAL" clId="{BEAA4BC1-7FAE-4519-B624-8E6554632EBD}" dt="2021-10-14T13:24:20.422" v="211" actId="478"/>
          <ac:spMkLst>
            <pc:docMk/>
            <pc:sldMk cId="2124052879" sldId="295"/>
            <ac:spMk id="6" creationId="{29B5047B-0190-41D8-846F-9AACAB62E14F}"/>
          </ac:spMkLst>
        </pc:spChg>
        <pc:spChg chg="add del mod">
          <ac:chgData name="KACHOUR Maher" userId="09775c39-7739-40bf-ba04-c8ef3ab24a94" providerId="ADAL" clId="{BEAA4BC1-7FAE-4519-B624-8E6554632EBD}" dt="2021-10-14T11:28:13.617" v="135" actId="478"/>
          <ac:spMkLst>
            <pc:docMk/>
            <pc:sldMk cId="2124052879" sldId="295"/>
            <ac:spMk id="7" creationId="{7FB162CA-3529-4C96-92E7-A8DB547E3FA3}"/>
          </ac:spMkLst>
        </pc:spChg>
        <pc:picChg chg="add mod">
          <ac:chgData name="KACHOUR Maher" userId="09775c39-7739-40bf-ba04-c8ef3ab24a94" providerId="ADAL" clId="{BEAA4BC1-7FAE-4519-B624-8E6554632EBD}" dt="2021-10-14T13:24:24.970" v="212" actId="1076"/>
          <ac:picMkLst>
            <pc:docMk/>
            <pc:sldMk cId="2124052879" sldId="295"/>
            <ac:picMk id="5" creationId="{74F018CD-E332-47B5-B5F1-014A51B449F1}"/>
          </ac:picMkLst>
        </pc:picChg>
        <pc:picChg chg="add mod">
          <ac:chgData name="KACHOUR Maher" userId="09775c39-7739-40bf-ba04-c8ef3ab24a94" providerId="ADAL" clId="{BEAA4BC1-7FAE-4519-B624-8E6554632EBD}" dt="2021-10-14T13:24:43.134" v="217" actId="1076"/>
          <ac:picMkLst>
            <pc:docMk/>
            <pc:sldMk cId="2124052879" sldId="295"/>
            <ac:picMk id="8" creationId="{716207A5-39BD-4DC0-9B6E-9C67B8A8DEA9}"/>
          </ac:picMkLst>
        </pc:picChg>
      </pc:sldChg>
      <pc:sldChg chg="addSp delSp modSp add mod">
        <pc:chgData name="KACHOUR Maher" userId="09775c39-7739-40bf-ba04-c8ef3ab24a94" providerId="ADAL" clId="{BEAA4BC1-7FAE-4519-B624-8E6554632EBD}" dt="2021-10-14T13:30:56.116" v="245" actId="207"/>
        <pc:sldMkLst>
          <pc:docMk/>
          <pc:sldMk cId="3573732356" sldId="296"/>
        </pc:sldMkLst>
        <pc:spChg chg="mod">
          <ac:chgData name="KACHOUR Maher" userId="09775c39-7739-40bf-ba04-c8ef3ab24a94" providerId="ADAL" clId="{BEAA4BC1-7FAE-4519-B624-8E6554632EBD}" dt="2021-10-14T13:30:56.116" v="245" actId="207"/>
          <ac:spMkLst>
            <pc:docMk/>
            <pc:sldMk cId="3573732356" sldId="296"/>
            <ac:spMk id="4" creationId="{7C3387F6-B0BE-4FCD-B734-C535B5AF7819}"/>
          </ac:spMkLst>
        </pc:spChg>
        <pc:picChg chg="add mod">
          <ac:chgData name="KACHOUR Maher" userId="09775c39-7739-40bf-ba04-c8ef3ab24a94" providerId="ADAL" clId="{BEAA4BC1-7FAE-4519-B624-8E6554632EBD}" dt="2021-10-14T13:27:18.157" v="228" actId="1076"/>
          <ac:picMkLst>
            <pc:docMk/>
            <pc:sldMk cId="3573732356" sldId="296"/>
            <ac:picMk id="3" creationId="{BA305F69-2614-4837-B72A-E4B96D23BFA2}"/>
          </ac:picMkLst>
        </pc:picChg>
        <pc:picChg chg="del">
          <ac:chgData name="KACHOUR Maher" userId="09775c39-7739-40bf-ba04-c8ef3ab24a94" providerId="ADAL" clId="{BEAA4BC1-7FAE-4519-B624-8E6554632EBD}" dt="2021-10-14T13:25:16.956" v="220" actId="478"/>
          <ac:picMkLst>
            <pc:docMk/>
            <pc:sldMk cId="3573732356" sldId="296"/>
            <ac:picMk id="5" creationId="{74F018CD-E332-47B5-B5F1-014A51B449F1}"/>
          </ac:picMkLst>
        </pc:picChg>
        <pc:picChg chg="del">
          <ac:chgData name="KACHOUR Maher" userId="09775c39-7739-40bf-ba04-c8ef3ab24a94" providerId="ADAL" clId="{BEAA4BC1-7FAE-4519-B624-8E6554632EBD}" dt="2021-10-14T13:25:19.042" v="221" actId="478"/>
          <ac:picMkLst>
            <pc:docMk/>
            <pc:sldMk cId="3573732356" sldId="296"/>
            <ac:picMk id="8" creationId="{716207A5-39BD-4DC0-9B6E-9C67B8A8DEA9}"/>
          </ac:picMkLst>
        </pc:picChg>
      </pc:sldChg>
      <pc:sldChg chg="new del">
        <pc:chgData name="KACHOUR Maher" userId="09775c39-7739-40bf-ba04-c8ef3ab24a94" providerId="ADAL" clId="{BEAA4BC1-7FAE-4519-B624-8E6554632EBD}" dt="2021-10-14T13:46:03.382" v="297" actId="47"/>
        <pc:sldMkLst>
          <pc:docMk/>
          <pc:sldMk cId="1309226118" sldId="297"/>
        </pc:sldMkLst>
      </pc:sldChg>
      <pc:sldChg chg="addSp delSp modSp new mod">
        <pc:chgData name="KACHOUR Maher" userId="09775c39-7739-40bf-ba04-c8ef3ab24a94" providerId="ADAL" clId="{BEAA4BC1-7FAE-4519-B624-8E6554632EBD}" dt="2021-10-14T13:45:49.277" v="296" actId="14100"/>
        <pc:sldMkLst>
          <pc:docMk/>
          <pc:sldMk cId="4267137901" sldId="298"/>
        </pc:sldMkLst>
        <pc:spChg chg="del">
          <ac:chgData name="KACHOUR Maher" userId="09775c39-7739-40bf-ba04-c8ef3ab24a94" providerId="ADAL" clId="{BEAA4BC1-7FAE-4519-B624-8E6554632EBD}" dt="2021-10-14T13:44:20.489" v="276" actId="478"/>
          <ac:spMkLst>
            <pc:docMk/>
            <pc:sldMk cId="4267137901" sldId="298"/>
            <ac:spMk id="2" creationId="{890787E1-E442-401A-ACEC-7E0DFDCC9A7E}"/>
          </ac:spMkLst>
        </pc:spChg>
        <pc:spChg chg="del">
          <ac:chgData name="KACHOUR Maher" userId="09775c39-7739-40bf-ba04-c8ef3ab24a94" providerId="ADAL" clId="{BEAA4BC1-7FAE-4519-B624-8E6554632EBD}" dt="2021-10-14T13:44:24.085" v="277" actId="478"/>
          <ac:spMkLst>
            <pc:docMk/>
            <pc:sldMk cId="4267137901" sldId="298"/>
            <ac:spMk id="3" creationId="{89581B14-077F-400D-8F4B-FE826C9A1D4D}"/>
          </ac:spMkLst>
        </pc:spChg>
        <pc:spChg chg="add mod">
          <ac:chgData name="KACHOUR Maher" userId="09775c39-7739-40bf-ba04-c8ef3ab24a94" providerId="ADAL" clId="{BEAA4BC1-7FAE-4519-B624-8E6554632EBD}" dt="2021-10-14T13:44:49.931" v="282" actId="790"/>
          <ac:spMkLst>
            <pc:docMk/>
            <pc:sldMk cId="4267137901" sldId="298"/>
            <ac:spMk id="4" creationId="{438FFB6A-8ED5-4CFA-A61F-9EEEEA2B8C93}"/>
          </ac:spMkLst>
        </pc:spChg>
        <pc:picChg chg="add mod">
          <ac:chgData name="KACHOUR Maher" userId="09775c39-7739-40bf-ba04-c8ef3ab24a94" providerId="ADAL" clId="{BEAA4BC1-7FAE-4519-B624-8E6554632EBD}" dt="2021-10-14T13:45:24.947" v="289" actId="1076"/>
          <ac:picMkLst>
            <pc:docMk/>
            <pc:sldMk cId="4267137901" sldId="298"/>
            <ac:picMk id="5" creationId="{F4882396-1AA4-43EB-A30D-42BCC50131A3}"/>
          </ac:picMkLst>
        </pc:picChg>
        <pc:picChg chg="add mod">
          <ac:chgData name="KACHOUR Maher" userId="09775c39-7739-40bf-ba04-c8ef3ab24a94" providerId="ADAL" clId="{BEAA4BC1-7FAE-4519-B624-8E6554632EBD}" dt="2021-10-14T13:45:49.277" v="296" actId="14100"/>
          <ac:picMkLst>
            <pc:docMk/>
            <pc:sldMk cId="4267137901" sldId="298"/>
            <ac:picMk id="6" creationId="{D9F875F3-1E8A-4E2C-871E-AB881101D362}"/>
          </ac:picMkLst>
        </pc:picChg>
      </pc:sldChg>
      <pc:sldChg chg="modSp add mod">
        <pc:chgData name="KACHOUR Maher" userId="09775c39-7739-40bf-ba04-c8ef3ab24a94" providerId="ADAL" clId="{BEAA4BC1-7FAE-4519-B624-8E6554632EBD}" dt="2021-10-14T13:49:05.350" v="368"/>
        <pc:sldMkLst>
          <pc:docMk/>
          <pc:sldMk cId="3150269305" sldId="299"/>
        </pc:sldMkLst>
        <pc:spChg chg="mod">
          <ac:chgData name="KACHOUR Maher" userId="09775c39-7739-40bf-ba04-c8ef3ab24a94" providerId="ADAL" clId="{BEAA4BC1-7FAE-4519-B624-8E6554632EBD}" dt="2021-10-14T13:47:13.463" v="302" actId="790"/>
          <ac:spMkLst>
            <pc:docMk/>
            <pc:sldMk cId="3150269305" sldId="299"/>
            <ac:spMk id="2" creationId="{FA41B47A-EB61-4D5C-864F-D1A46B853A92}"/>
          </ac:spMkLst>
        </pc:spChg>
        <pc:spChg chg="mod">
          <ac:chgData name="KACHOUR Maher" userId="09775c39-7739-40bf-ba04-c8ef3ab24a94" providerId="ADAL" clId="{BEAA4BC1-7FAE-4519-B624-8E6554632EBD}" dt="2021-10-14T13:49:05.350" v="368"/>
          <ac:spMkLst>
            <pc:docMk/>
            <pc:sldMk cId="3150269305" sldId="299"/>
            <ac:spMk id="3" creationId="{5B3F578E-58E2-4F8D-B15B-FE1473B5FFFC}"/>
          </ac:spMkLst>
        </pc:spChg>
        <pc:graphicFrameChg chg="mod modGraphic">
          <ac:chgData name="KACHOUR Maher" userId="09775c39-7739-40bf-ba04-c8ef3ab24a94" providerId="ADAL" clId="{BEAA4BC1-7FAE-4519-B624-8E6554632EBD}" dt="2021-10-14T13:47:55.533" v="314" actId="1076"/>
          <ac:graphicFrameMkLst>
            <pc:docMk/>
            <pc:sldMk cId="3150269305" sldId="299"/>
            <ac:graphicFrameMk id="4" creationId="{9BFD17B1-4CF9-46F2-8F3B-77E550FEA4BD}"/>
          </ac:graphicFrameMkLst>
        </pc:graphicFrameChg>
      </pc:sldChg>
      <pc:sldChg chg="addSp delSp modSp add mod">
        <pc:chgData name="KACHOUR Maher" userId="09775c39-7739-40bf-ba04-c8ef3ab24a94" providerId="ADAL" clId="{BEAA4BC1-7FAE-4519-B624-8E6554632EBD}" dt="2021-10-14T13:56:32.641" v="374" actId="14100"/>
        <pc:sldMkLst>
          <pc:docMk/>
          <pc:sldMk cId="4273408305" sldId="300"/>
        </pc:sldMkLst>
        <pc:spChg chg="mod">
          <ac:chgData name="KACHOUR Maher" userId="09775c39-7739-40bf-ba04-c8ef3ab24a94" providerId="ADAL" clId="{BEAA4BC1-7FAE-4519-B624-8E6554632EBD}" dt="2021-10-14T13:55:49.681" v="371"/>
          <ac:spMkLst>
            <pc:docMk/>
            <pc:sldMk cId="4273408305" sldId="300"/>
            <ac:spMk id="3" creationId="{F63BDC8B-3BBE-45AA-AA92-F1E6DF4DDD1A}"/>
          </ac:spMkLst>
        </pc:spChg>
        <pc:picChg chg="add mod">
          <ac:chgData name="KACHOUR Maher" userId="09775c39-7739-40bf-ba04-c8ef3ab24a94" providerId="ADAL" clId="{BEAA4BC1-7FAE-4519-B624-8E6554632EBD}" dt="2021-10-14T13:56:32.641" v="374" actId="14100"/>
          <ac:picMkLst>
            <pc:docMk/>
            <pc:sldMk cId="4273408305" sldId="300"/>
            <ac:picMk id="5" creationId="{FB335443-DCBE-4264-B6C4-C37BAD9C03F2}"/>
          </ac:picMkLst>
        </pc:picChg>
        <pc:picChg chg="del">
          <ac:chgData name="KACHOUR Maher" userId="09775c39-7739-40bf-ba04-c8ef3ab24a94" providerId="ADAL" clId="{BEAA4BC1-7FAE-4519-B624-8E6554632EBD}" dt="2021-10-14T13:54:58.792" v="370" actId="478"/>
          <ac:picMkLst>
            <pc:docMk/>
            <pc:sldMk cId="4273408305" sldId="300"/>
            <ac:picMk id="6" creationId="{9584B911-4480-4EFF-B420-4791E5E0EC50}"/>
          </ac:picMkLst>
        </pc:picChg>
      </pc:sldChg>
    </pc:docChg>
  </pc:docChgLst>
  <pc:docChgLst>
    <pc:chgData name="KACHOUR Maher" userId="09775c39-7739-40bf-ba04-c8ef3ab24a94" providerId="ADAL" clId="{62A78C8E-088D-42D6-A319-D2B885105629}"/>
    <pc:docChg chg="custSel addSld delSld modSld sldOrd">
      <pc:chgData name="KACHOUR Maher" userId="09775c39-7739-40bf-ba04-c8ef3ab24a94" providerId="ADAL" clId="{62A78C8E-088D-42D6-A319-D2B885105629}" dt="2021-10-14T14:06:45.985" v="48" actId="47"/>
      <pc:docMkLst>
        <pc:docMk/>
      </pc:docMkLst>
      <pc:sldChg chg="del">
        <pc:chgData name="KACHOUR Maher" userId="09775c39-7739-40bf-ba04-c8ef3ab24a94" providerId="ADAL" clId="{62A78C8E-088D-42D6-A319-D2B885105629}" dt="2021-10-14T14:06:01.938" v="30" actId="47"/>
        <pc:sldMkLst>
          <pc:docMk/>
          <pc:sldMk cId="1005798455" sldId="280"/>
        </pc:sldMkLst>
      </pc:sldChg>
      <pc:sldChg chg="del">
        <pc:chgData name="KACHOUR Maher" userId="09775c39-7739-40bf-ba04-c8ef3ab24a94" providerId="ADAL" clId="{62A78C8E-088D-42D6-A319-D2B885105629}" dt="2021-10-14T14:06:24.091" v="39" actId="47"/>
        <pc:sldMkLst>
          <pc:docMk/>
          <pc:sldMk cId="3162437538" sldId="282"/>
        </pc:sldMkLst>
      </pc:sldChg>
      <pc:sldChg chg="del">
        <pc:chgData name="KACHOUR Maher" userId="09775c39-7739-40bf-ba04-c8ef3ab24a94" providerId="ADAL" clId="{62A78C8E-088D-42D6-A319-D2B885105629}" dt="2021-10-14T14:06:26.482" v="40" actId="47"/>
        <pc:sldMkLst>
          <pc:docMk/>
          <pc:sldMk cId="34925008" sldId="283"/>
        </pc:sldMkLst>
      </pc:sldChg>
      <pc:sldChg chg="del">
        <pc:chgData name="KACHOUR Maher" userId="09775c39-7739-40bf-ba04-c8ef3ab24a94" providerId="ADAL" clId="{62A78C8E-088D-42D6-A319-D2B885105629}" dt="2021-10-14T14:06:36.057" v="44" actId="47"/>
        <pc:sldMkLst>
          <pc:docMk/>
          <pc:sldMk cId="1991513961" sldId="288"/>
        </pc:sldMkLst>
      </pc:sldChg>
      <pc:sldChg chg="del">
        <pc:chgData name="KACHOUR Maher" userId="09775c39-7739-40bf-ba04-c8ef3ab24a94" providerId="ADAL" clId="{62A78C8E-088D-42D6-A319-D2B885105629}" dt="2021-10-14T14:06:45.985" v="48" actId="47"/>
        <pc:sldMkLst>
          <pc:docMk/>
          <pc:sldMk cId="2034375299" sldId="289"/>
        </pc:sldMkLst>
      </pc:sldChg>
      <pc:sldChg chg="del">
        <pc:chgData name="KACHOUR Maher" userId="09775c39-7739-40bf-ba04-c8ef3ab24a94" providerId="ADAL" clId="{62A78C8E-088D-42D6-A319-D2B885105629}" dt="2021-10-14T14:05:11.921" v="11" actId="47"/>
        <pc:sldMkLst>
          <pc:docMk/>
          <pc:sldMk cId="3230167694" sldId="290"/>
        </pc:sldMkLst>
      </pc:sldChg>
      <pc:sldChg chg="del">
        <pc:chgData name="KACHOUR Maher" userId="09775c39-7739-40bf-ba04-c8ef3ab24a94" providerId="ADAL" clId="{62A78C8E-088D-42D6-A319-D2B885105629}" dt="2021-10-14T14:05:14.328" v="12" actId="47"/>
        <pc:sldMkLst>
          <pc:docMk/>
          <pc:sldMk cId="3172704546" sldId="291"/>
        </pc:sldMkLst>
      </pc:sldChg>
      <pc:sldChg chg="del">
        <pc:chgData name="KACHOUR Maher" userId="09775c39-7739-40bf-ba04-c8ef3ab24a94" providerId="ADAL" clId="{62A78C8E-088D-42D6-A319-D2B885105629}" dt="2021-10-14T14:05:37.405" v="20" actId="47"/>
        <pc:sldMkLst>
          <pc:docMk/>
          <pc:sldMk cId="2124052879" sldId="295"/>
        </pc:sldMkLst>
      </pc:sldChg>
      <pc:sldChg chg="del">
        <pc:chgData name="KACHOUR Maher" userId="09775c39-7739-40bf-ba04-c8ef3ab24a94" providerId="ADAL" clId="{62A78C8E-088D-42D6-A319-D2B885105629}" dt="2021-10-14T14:05:43.283" v="22" actId="47"/>
        <pc:sldMkLst>
          <pc:docMk/>
          <pc:sldMk cId="3573732356" sldId="296"/>
        </pc:sldMkLst>
      </pc:sldChg>
      <pc:sldChg chg="del">
        <pc:chgData name="KACHOUR Maher" userId="09775c39-7739-40bf-ba04-c8ef3ab24a94" providerId="ADAL" clId="{62A78C8E-088D-42D6-A319-D2B885105629}" dt="2021-10-14T14:06:01.038" v="29" actId="47"/>
        <pc:sldMkLst>
          <pc:docMk/>
          <pc:sldMk cId="4267137901" sldId="298"/>
        </pc:sldMkLst>
      </pc:sldChg>
      <pc:sldChg chg="addSp delSp modSp new mod">
        <pc:chgData name="KACHOUR Maher" userId="09775c39-7739-40bf-ba04-c8ef3ab24a94" providerId="ADAL" clId="{62A78C8E-088D-42D6-A319-D2B885105629}" dt="2021-10-14T14:05:00.262" v="7" actId="208"/>
        <pc:sldMkLst>
          <pc:docMk/>
          <pc:sldMk cId="1678193593" sldId="301"/>
        </pc:sldMkLst>
        <pc:spChg chg="mod">
          <ac:chgData name="KACHOUR Maher" userId="09775c39-7739-40bf-ba04-c8ef3ab24a94" providerId="ADAL" clId="{62A78C8E-088D-42D6-A319-D2B885105629}" dt="2021-10-14T14:04:42.100" v="4" actId="20577"/>
          <ac:spMkLst>
            <pc:docMk/>
            <pc:sldMk cId="1678193593" sldId="301"/>
            <ac:spMk id="2" creationId="{EB177E9E-3AF1-41BA-9DEF-F7C7ABBC075E}"/>
          </ac:spMkLst>
        </pc:spChg>
        <pc:spChg chg="del">
          <ac:chgData name="KACHOUR Maher" userId="09775c39-7739-40bf-ba04-c8ef3ab24a94" providerId="ADAL" clId="{62A78C8E-088D-42D6-A319-D2B885105629}" dt="2021-10-14T14:04:46.627" v="5" actId="478"/>
          <ac:spMkLst>
            <pc:docMk/>
            <pc:sldMk cId="1678193593" sldId="301"/>
            <ac:spMk id="3" creationId="{09457E34-EDF1-40E9-B369-D33A9F1A02B7}"/>
          </ac:spMkLst>
        </pc:spChg>
        <pc:spChg chg="add mod">
          <ac:chgData name="KACHOUR Maher" userId="09775c39-7739-40bf-ba04-c8ef3ab24a94" providerId="ADAL" clId="{62A78C8E-088D-42D6-A319-D2B885105629}" dt="2021-10-14T14:05:00.262" v="7" actId="208"/>
          <ac:spMkLst>
            <pc:docMk/>
            <pc:sldMk cId="1678193593" sldId="301"/>
            <ac:spMk id="4" creationId="{1371EEB3-1473-4160-BB7E-CF41C8A0B696}"/>
          </ac:spMkLst>
        </pc:spChg>
      </pc:sldChg>
      <pc:sldChg chg="add ord">
        <pc:chgData name="KACHOUR Maher" userId="09775c39-7739-40bf-ba04-c8ef3ab24a94" providerId="ADAL" clId="{62A78C8E-088D-42D6-A319-D2B885105629}" dt="2021-10-14T14:05:09.684" v="10"/>
        <pc:sldMkLst>
          <pc:docMk/>
          <pc:sldMk cId="4052938209" sldId="302"/>
        </pc:sldMkLst>
      </pc:sldChg>
      <pc:sldChg chg="add">
        <pc:chgData name="KACHOUR Maher" userId="09775c39-7739-40bf-ba04-c8ef3ab24a94" providerId="ADAL" clId="{62A78C8E-088D-42D6-A319-D2B885105629}" dt="2021-10-14T14:05:17.594" v="13" actId="2890"/>
        <pc:sldMkLst>
          <pc:docMk/>
          <pc:sldMk cId="2570732821" sldId="303"/>
        </pc:sldMkLst>
      </pc:sldChg>
      <pc:sldChg chg="add ord">
        <pc:chgData name="KACHOUR Maher" userId="09775c39-7739-40bf-ba04-c8ef3ab24a94" providerId="ADAL" clId="{62A78C8E-088D-42D6-A319-D2B885105629}" dt="2021-10-14T14:05:23.123" v="16"/>
        <pc:sldMkLst>
          <pc:docMk/>
          <pc:sldMk cId="382072036" sldId="304"/>
        </pc:sldMkLst>
      </pc:sldChg>
      <pc:sldChg chg="add ord">
        <pc:chgData name="KACHOUR Maher" userId="09775c39-7739-40bf-ba04-c8ef3ab24a94" providerId="ADAL" clId="{62A78C8E-088D-42D6-A319-D2B885105629}" dt="2021-10-14T14:05:35.744" v="19"/>
        <pc:sldMkLst>
          <pc:docMk/>
          <pc:sldMk cId="3385886869" sldId="305"/>
        </pc:sldMkLst>
      </pc:sldChg>
      <pc:sldChg chg="add">
        <pc:chgData name="KACHOUR Maher" userId="09775c39-7739-40bf-ba04-c8ef3ab24a94" providerId="ADAL" clId="{62A78C8E-088D-42D6-A319-D2B885105629}" dt="2021-10-14T14:05:41.375" v="21" actId="2890"/>
        <pc:sldMkLst>
          <pc:docMk/>
          <pc:sldMk cId="2892731072" sldId="306"/>
        </pc:sldMkLst>
      </pc:sldChg>
      <pc:sldChg chg="add ord">
        <pc:chgData name="KACHOUR Maher" userId="09775c39-7739-40bf-ba04-c8ef3ab24a94" providerId="ADAL" clId="{62A78C8E-088D-42D6-A319-D2B885105629}" dt="2021-10-14T14:05:51.207" v="25"/>
        <pc:sldMkLst>
          <pc:docMk/>
          <pc:sldMk cId="132767462" sldId="307"/>
        </pc:sldMkLst>
      </pc:sldChg>
      <pc:sldChg chg="add ord">
        <pc:chgData name="KACHOUR Maher" userId="09775c39-7739-40bf-ba04-c8ef3ab24a94" providerId="ADAL" clId="{62A78C8E-088D-42D6-A319-D2B885105629}" dt="2021-10-14T14:05:56.576" v="28"/>
        <pc:sldMkLst>
          <pc:docMk/>
          <pc:sldMk cId="1372255544" sldId="308"/>
        </pc:sldMkLst>
      </pc:sldChg>
      <pc:sldChg chg="add ord">
        <pc:chgData name="KACHOUR Maher" userId="09775c39-7739-40bf-ba04-c8ef3ab24a94" providerId="ADAL" clId="{62A78C8E-088D-42D6-A319-D2B885105629}" dt="2021-10-14T14:06:07.605" v="33"/>
        <pc:sldMkLst>
          <pc:docMk/>
          <pc:sldMk cId="2368958057" sldId="309"/>
        </pc:sldMkLst>
      </pc:sldChg>
      <pc:sldChg chg="add">
        <pc:chgData name="KACHOUR Maher" userId="09775c39-7739-40bf-ba04-c8ef3ab24a94" providerId="ADAL" clId="{62A78C8E-088D-42D6-A319-D2B885105629}" dt="2021-10-14T14:06:09.841" v="34" actId="2890"/>
        <pc:sldMkLst>
          <pc:docMk/>
          <pc:sldMk cId="1990609445" sldId="310"/>
        </pc:sldMkLst>
      </pc:sldChg>
      <pc:sldChg chg="add ord">
        <pc:chgData name="KACHOUR Maher" userId="09775c39-7739-40bf-ba04-c8ef3ab24a94" providerId="ADAL" clId="{62A78C8E-088D-42D6-A319-D2B885105629}" dt="2021-10-14T14:06:15.512" v="37"/>
        <pc:sldMkLst>
          <pc:docMk/>
          <pc:sldMk cId="1296806268" sldId="311"/>
        </pc:sldMkLst>
      </pc:sldChg>
      <pc:sldChg chg="add">
        <pc:chgData name="KACHOUR Maher" userId="09775c39-7739-40bf-ba04-c8ef3ab24a94" providerId="ADAL" clId="{62A78C8E-088D-42D6-A319-D2B885105629}" dt="2021-10-14T14:06:21.839" v="38" actId="2890"/>
        <pc:sldMkLst>
          <pc:docMk/>
          <pc:sldMk cId="377760979" sldId="312"/>
        </pc:sldMkLst>
      </pc:sldChg>
      <pc:sldChg chg="add ord">
        <pc:chgData name="KACHOUR Maher" userId="09775c39-7739-40bf-ba04-c8ef3ab24a94" providerId="ADAL" clId="{62A78C8E-088D-42D6-A319-D2B885105629}" dt="2021-10-14T14:06:33.921" v="43"/>
        <pc:sldMkLst>
          <pc:docMk/>
          <pc:sldMk cId="1810311830" sldId="313"/>
        </pc:sldMkLst>
      </pc:sldChg>
      <pc:sldChg chg="add ord">
        <pc:chgData name="KACHOUR Maher" userId="09775c39-7739-40bf-ba04-c8ef3ab24a94" providerId="ADAL" clId="{62A78C8E-088D-42D6-A319-D2B885105629}" dt="2021-10-14T14:06:43.902" v="47"/>
        <pc:sldMkLst>
          <pc:docMk/>
          <pc:sldMk cId="1971902809"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17/07/2026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58" name="Rectangle 1457">
            <a:extLst>
              <a:ext uri="{FF2B5EF4-FFF2-40B4-BE49-F238E27FC236}">
                <a16:creationId xmlns:a16="http://schemas.microsoft.com/office/drawing/2014/main" id="{D0461F72-A27E-48C5-A99A-B5EEDA745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1143000" y="2814498"/>
            <a:ext cx="6858000" cy="1748373"/>
          </a:xfrm>
        </p:spPr>
        <p:txBody>
          <a:bodyPr>
            <a:noAutofit/>
          </a:bodyPr>
          <a:lstStyle/>
          <a:p>
            <a:r>
              <a:rPr lang="en-AU" sz="8000" b="1" dirty="0">
                <a:latin typeface="Arial" panose="020B0604020202020204" pitchFamily="34" charset="0"/>
                <a:cs typeface="Arial" panose="020B0604020202020204" pitchFamily="34" charset="0"/>
              </a:rPr>
              <a:t>Data Description </a:t>
            </a:r>
          </a:p>
        </p:txBody>
      </p:sp>
      <p:sp>
        <p:nvSpPr>
          <p:cNvPr id="3" name="Sous-titre 2"/>
          <p:cNvSpPr>
            <a:spLocks noGrp="1"/>
          </p:cNvSpPr>
          <p:nvPr>
            <p:ph type="subTitle" idx="1"/>
          </p:nvPr>
        </p:nvSpPr>
        <p:spPr>
          <a:xfrm>
            <a:off x="1143000" y="5189616"/>
            <a:ext cx="6858000" cy="913864"/>
          </a:xfrm>
        </p:spPr>
        <p:txBody>
          <a:bodyPr>
            <a:noAutofit/>
          </a:bodyPr>
          <a:lstStyle/>
          <a:p>
            <a:pPr>
              <a:lnSpc>
                <a:spcPct val="90000"/>
              </a:lnSpc>
            </a:pPr>
            <a:r>
              <a:rPr lang="fr-FR" sz="2400" dirty="0">
                <a:solidFill>
                  <a:schemeClr val="tx1"/>
                </a:solidFill>
                <a:latin typeface="Arial" panose="020B0604020202020204" pitchFamily="34" charset="0"/>
                <a:cs typeface="Arial" panose="020B0604020202020204" pitchFamily="34" charset="0"/>
              </a:rPr>
              <a:t>Session 2 </a:t>
            </a:r>
          </a:p>
          <a:p>
            <a:pPr>
              <a:lnSpc>
                <a:spcPct val="90000"/>
              </a:lnSpc>
            </a:pPr>
            <a:r>
              <a:rPr lang="fr-FR" sz="2400" dirty="0">
                <a:solidFill>
                  <a:schemeClr val="tx1"/>
                </a:solidFill>
                <a:latin typeface="Arial" panose="020B0604020202020204" pitchFamily="34" charset="0"/>
                <a:cs typeface="Arial" panose="020B0604020202020204" pitchFamily="34" charset="0"/>
              </a:rPr>
              <a:t>Mercedeh ERFANIANGHASAB </a:t>
            </a:r>
          </a:p>
          <a:p>
            <a:pPr>
              <a:lnSpc>
                <a:spcPct val="90000"/>
              </a:lnSpc>
            </a:pPr>
            <a:r>
              <a:rPr lang="fr-FR" sz="2400" dirty="0">
                <a:solidFill>
                  <a:schemeClr val="tx1"/>
                </a:solidFill>
                <a:latin typeface="Arial" panose="020B0604020202020204" pitchFamily="34" charset="0"/>
                <a:cs typeface="Arial" panose="020B0604020202020204" pitchFamily="34" charset="0"/>
              </a:rPr>
              <a:t>Jérémy CELSE</a:t>
            </a:r>
          </a:p>
        </p:txBody>
      </p:sp>
      <p:pic>
        <p:nvPicPr>
          <p:cNvPr id="5" name="Picture 4">
            <a:extLst>
              <a:ext uri="{FF2B5EF4-FFF2-40B4-BE49-F238E27FC236}">
                <a16:creationId xmlns:a16="http://schemas.microsoft.com/office/drawing/2014/main" id="{B4695C25-8726-4407-EDE0-7CB69814E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99" y="1144013"/>
            <a:ext cx="8178800" cy="1451737"/>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
        <p:nvSpPr>
          <p:cNvPr id="1460" name="Oval 1459">
            <a:extLst>
              <a:ext uri="{FF2B5EF4-FFF2-40B4-BE49-F238E27FC236}">
                <a16:creationId xmlns:a16="http://schemas.microsoft.com/office/drawing/2014/main" id="{DF382E8D-312B-4792-A211-0BDE37F6F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4171" y="2623216"/>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solidFill>
                <a:schemeClr val="accent5"/>
              </a:solidFill>
              <a:effectLst/>
              <a:uLnTx/>
              <a:uFillTx/>
              <a:latin typeface="Calibri" panose="020F0502020204030204"/>
              <a:ea typeface="+mn-ea"/>
              <a:cs typeface="+mn-cs"/>
            </a:endParaRPr>
          </a:p>
        </p:txBody>
      </p:sp>
      <p:sp>
        <p:nvSpPr>
          <p:cNvPr id="1462" name="Arc 1461">
            <a:extLst>
              <a:ext uri="{FF2B5EF4-FFF2-40B4-BE49-F238E27FC236}">
                <a16:creationId xmlns:a16="http://schemas.microsoft.com/office/drawing/2014/main" id="{036F9B07-02BE-4BD5-BA9D-E91B8A456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8904" y="361268"/>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97A50-0854-4ACC-9469-1C4B787E3B1C}"/>
              </a:ext>
            </a:extLst>
          </p:cNvPr>
          <p:cNvSpPr>
            <a:spLocks noGrp="1"/>
          </p:cNvSpPr>
          <p:nvPr>
            <p:ph type="title"/>
          </p:nvPr>
        </p:nvSpPr>
        <p:spPr/>
        <p:txBody>
          <a:bodyPr>
            <a:normAutofit fontScale="90000"/>
          </a:bodyPr>
          <a:lstStyle/>
          <a:p>
            <a:r>
              <a:rPr lang="en-ZA" b="1" dirty="0">
                <a:latin typeface="Arial" panose="020B0604020202020204" pitchFamily="34" charset="0"/>
                <a:ea typeface="Cambria" panose="02040503050406030204" pitchFamily="18" charset="0"/>
                <a:cs typeface="Arial" panose="020B0604020202020204" pitchFamily="34" charset="0"/>
              </a:rPr>
              <a:t>Graphical representation of data</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C79845DC-555F-44E1-9A4C-2B31A5F11871}"/>
              </a:ext>
            </a:extLst>
          </p:cNvPr>
          <p:cNvSpPr>
            <a:spLocks noGrp="1"/>
          </p:cNvSpPr>
          <p:nvPr>
            <p:ph idx="1"/>
          </p:nvPr>
        </p:nvSpPr>
        <p:spPr/>
        <p:txBody>
          <a:bodyPr>
            <a:normAutofit/>
          </a:bodyPr>
          <a:lstStyle/>
          <a:p>
            <a:pPr marL="0" indent="0">
              <a:buNone/>
            </a:pPr>
            <a:r>
              <a:rPr lang="en-US" sz="1800" dirty="0">
                <a:latin typeface="Arial" panose="020B0604020202020204" pitchFamily="34" charset="0"/>
                <a:ea typeface="Cambria" panose="02040503050406030204" pitchFamily="18" charset="0"/>
                <a:cs typeface="Arial" panose="020B0604020202020204" pitchFamily="34" charset="0"/>
              </a:rPr>
              <a:t>The case of data from a qualitative variable </a:t>
            </a:r>
            <a:r>
              <a:rPr lang="fr-FR" sz="1800" dirty="0">
                <a:latin typeface="Arial" panose="020B0604020202020204" pitchFamily="34" charset="0"/>
                <a:ea typeface="Cambria" panose="02040503050406030204" pitchFamily="18" charset="0"/>
                <a:cs typeface="Arial" panose="020B0604020202020204" pitchFamily="34" charset="0"/>
              </a:rPr>
              <a:t>:</a:t>
            </a:r>
          </a:p>
          <a:p>
            <a:pPr>
              <a:buFont typeface="Wingdings" pitchFamily="2" charset="2"/>
              <a:buChar char="§"/>
            </a:pPr>
            <a:r>
              <a:rPr lang="fr-FR" sz="1800" dirty="0">
                <a:latin typeface="Arial" panose="020B0604020202020204" pitchFamily="34" charset="0"/>
                <a:ea typeface="Cambria" panose="02040503050406030204" pitchFamily="18" charset="0"/>
                <a:cs typeface="Arial" panose="020B0604020202020204" pitchFamily="34" charset="0"/>
              </a:rPr>
              <a:t> The bar chart </a:t>
            </a:r>
          </a:p>
          <a:p>
            <a:pPr>
              <a:buFont typeface="Wingdings" panose="05000000000000000000" pitchFamily="2" charset="2"/>
              <a:buChar char="q"/>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sz="1800" dirty="0">
              <a:latin typeface="Arial" panose="020B0604020202020204" pitchFamily="34" charset="0"/>
              <a:ea typeface="Cambria" panose="02040503050406030204" pitchFamily="18" charset="0"/>
              <a:cs typeface="Arial" panose="020B0604020202020204" pitchFamily="34" charset="0"/>
            </a:endParaRPr>
          </a:p>
          <a:p>
            <a:pPr>
              <a:buFont typeface="Wingdings" pitchFamily="2" charset="2"/>
              <a:buChar char="§"/>
            </a:pPr>
            <a:r>
              <a:rPr lang="fr-FR" sz="1800" dirty="0">
                <a:latin typeface="Arial" panose="020B0604020202020204" pitchFamily="34" charset="0"/>
                <a:ea typeface="Cambria" panose="02040503050406030204" pitchFamily="18" charset="0"/>
                <a:cs typeface="Arial" panose="020B0604020202020204" pitchFamily="34" charset="0"/>
              </a:rPr>
              <a:t>The pie chart</a:t>
            </a:r>
          </a:p>
        </p:txBody>
      </p:sp>
      <p:pic>
        <p:nvPicPr>
          <p:cNvPr id="6" name="Image 5">
            <a:extLst>
              <a:ext uri="{FF2B5EF4-FFF2-40B4-BE49-F238E27FC236}">
                <a16:creationId xmlns:a16="http://schemas.microsoft.com/office/drawing/2014/main" id="{4E82C18B-E4F9-4805-893B-AEA7099DBAAC}"/>
              </a:ext>
            </a:extLst>
          </p:cNvPr>
          <p:cNvPicPr>
            <a:picLocks noChangeAspect="1"/>
          </p:cNvPicPr>
          <p:nvPr/>
        </p:nvPicPr>
        <p:blipFill rotWithShape="1">
          <a:blip r:embed="rId2"/>
          <a:srcRect l="27237" t="30400" r="28738" b="45648"/>
          <a:stretch/>
        </p:blipFill>
        <p:spPr>
          <a:xfrm>
            <a:off x="755576" y="2390667"/>
            <a:ext cx="4025660" cy="1231963"/>
          </a:xfrm>
          <a:prstGeom prst="rect">
            <a:avLst/>
          </a:prstGeom>
        </p:spPr>
      </p:pic>
      <p:grpSp>
        <p:nvGrpSpPr>
          <p:cNvPr id="13" name="Groupe 12">
            <a:extLst>
              <a:ext uri="{FF2B5EF4-FFF2-40B4-BE49-F238E27FC236}">
                <a16:creationId xmlns:a16="http://schemas.microsoft.com/office/drawing/2014/main" id="{4C510CC2-D23D-4F71-88C1-04C065378B04}"/>
              </a:ext>
            </a:extLst>
          </p:cNvPr>
          <p:cNvGrpSpPr/>
          <p:nvPr/>
        </p:nvGrpSpPr>
        <p:grpSpPr>
          <a:xfrm>
            <a:off x="571440" y="4528637"/>
            <a:ext cx="4422539" cy="1000761"/>
            <a:chOff x="571440" y="4528637"/>
            <a:chExt cx="4422539" cy="1000761"/>
          </a:xfrm>
        </p:grpSpPr>
        <p:pic>
          <p:nvPicPr>
            <p:cNvPr id="10" name="Image 9">
              <a:extLst>
                <a:ext uri="{FF2B5EF4-FFF2-40B4-BE49-F238E27FC236}">
                  <a16:creationId xmlns:a16="http://schemas.microsoft.com/office/drawing/2014/main" id="{B35D7B94-60C5-4073-A5F2-75CDC17AE306}"/>
                </a:ext>
              </a:extLst>
            </p:cNvPr>
            <p:cNvPicPr>
              <a:picLocks noChangeAspect="1"/>
            </p:cNvPicPr>
            <p:nvPr/>
          </p:nvPicPr>
          <p:blipFill rotWithShape="1">
            <a:blip r:embed="rId2"/>
            <a:srcRect l="26450" t="69133" r="29525" b="17838"/>
            <a:stretch/>
          </p:blipFill>
          <p:spPr>
            <a:xfrm>
              <a:off x="571440" y="4528637"/>
              <a:ext cx="4380307" cy="729163"/>
            </a:xfrm>
            <a:prstGeom prst="rect">
              <a:avLst/>
            </a:prstGeom>
          </p:spPr>
        </p:pic>
        <p:sp>
          <p:nvSpPr>
            <p:cNvPr id="12" name="Rectangle 11">
              <a:extLst>
                <a:ext uri="{FF2B5EF4-FFF2-40B4-BE49-F238E27FC236}">
                  <a16:creationId xmlns:a16="http://schemas.microsoft.com/office/drawing/2014/main" id="{CF0E0C4A-772A-4C6F-8524-3B62F20513E6}"/>
                </a:ext>
              </a:extLst>
            </p:cNvPr>
            <p:cNvSpPr/>
            <p:nvPr/>
          </p:nvSpPr>
          <p:spPr>
            <a:xfrm>
              <a:off x="2555776" y="5092488"/>
              <a:ext cx="2438203" cy="4369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Arial" panose="020B0604020202020204" pitchFamily="34" charset="0"/>
                <a:cs typeface="Arial" panose="020B0604020202020204" pitchFamily="34" charset="0"/>
              </a:endParaRPr>
            </a:p>
          </p:txBody>
        </p:sp>
      </p:grpSp>
      <p:sp>
        <p:nvSpPr>
          <p:cNvPr id="4" name="Bulle narrative : ronde 3">
            <a:extLst>
              <a:ext uri="{FF2B5EF4-FFF2-40B4-BE49-F238E27FC236}">
                <a16:creationId xmlns:a16="http://schemas.microsoft.com/office/drawing/2014/main" id="{6A4A0999-DAF1-4594-95CA-B3FD48C6BA9F}"/>
              </a:ext>
            </a:extLst>
          </p:cNvPr>
          <p:cNvSpPr/>
          <p:nvPr/>
        </p:nvSpPr>
        <p:spPr>
          <a:xfrm>
            <a:off x="5724128" y="3501008"/>
            <a:ext cx="2520280" cy="1591480"/>
          </a:xfrm>
          <a:prstGeom prst="wedgeEllipseCallout">
            <a:avLst>
              <a:gd name="adj1" fmla="val -83003"/>
              <a:gd name="adj2" fmla="val 59471"/>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14" name="Image 13">
            <a:extLst>
              <a:ext uri="{FF2B5EF4-FFF2-40B4-BE49-F238E27FC236}">
                <a16:creationId xmlns:a16="http://schemas.microsoft.com/office/drawing/2014/main" id="{C2F1EF1A-C087-491A-B1A9-9455B3872CC5}"/>
              </a:ext>
            </a:extLst>
          </p:cNvPr>
          <p:cNvPicPr>
            <a:picLocks noChangeAspect="1"/>
          </p:cNvPicPr>
          <p:nvPr/>
        </p:nvPicPr>
        <p:blipFill>
          <a:blip r:embed="rId3"/>
          <a:stretch>
            <a:fillRect/>
          </a:stretch>
        </p:blipFill>
        <p:spPr>
          <a:xfrm>
            <a:off x="5971640" y="3841453"/>
            <a:ext cx="2025255" cy="910590"/>
          </a:xfrm>
          <a:prstGeom prst="rect">
            <a:avLst/>
          </a:prstGeom>
        </p:spPr>
      </p:pic>
    </p:spTree>
    <p:extLst>
      <p:ext uri="{BB962C8B-B14F-4D97-AF65-F5344CB8AC3E}">
        <p14:creationId xmlns:p14="http://schemas.microsoft.com/office/powerpoint/2010/main" val="187568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8411F764-5DB7-4B94-AC77-9A64DC794E06}"/>
              </a:ext>
            </a:extLst>
          </p:cNvPr>
          <p:cNvSpPr>
            <a:spLocks noGrp="1"/>
          </p:cNvSpPr>
          <p:nvPr>
            <p:ph type="title"/>
          </p:nvPr>
        </p:nvSpPr>
        <p:spPr>
          <a:xfrm>
            <a:off x="656111" y="798703"/>
            <a:ext cx="3915889" cy="3072015"/>
          </a:xfrm>
        </p:spPr>
        <p:txBody>
          <a:bodyPr vert="horz" lIns="91440" tIns="45720" rIns="91440" bIns="45720" rtlCol="0" anchor="b">
            <a:normAutofit/>
          </a:bodyPr>
          <a:lstStyle/>
          <a:p>
            <a:pPr>
              <a:lnSpc>
                <a:spcPct val="90000"/>
              </a:lnSpc>
            </a:pPr>
            <a:r>
              <a:rPr lang="en-US" sz="6000" b="1" kern="1200" dirty="0">
                <a:solidFill>
                  <a:schemeClr val="tx1"/>
                </a:solidFill>
                <a:latin typeface="+mj-lt"/>
                <a:ea typeface="+mj-ea"/>
                <a:cs typeface="+mj-cs"/>
              </a:rPr>
              <a:t>Example </a:t>
            </a:r>
          </a:p>
        </p:txBody>
      </p:sp>
      <p:sp>
        <p:nvSpPr>
          <p:cNvPr id="6" name="Espace réservé du contenu 5">
            <a:extLst>
              <a:ext uri="{FF2B5EF4-FFF2-40B4-BE49-F238E27FC236}">
                <a16:creationId xmlns:a16="http://schemas.microsoft.com/office/drawing/2014/main" id="{6066338B-C7F7-4DB5-978B-8C2BD6C7D5AE}"/>
              </a:ext>
            </a:extLst>
          </p:cNvPr>
          <p:cNvSpPr>
            <a:spLocks noGrp="1"/>
          </p:cNvSpPr>
          <p:nvPr>
            <p:ph idx="1"/>
          </p:nvPr>
        </p:nvSpPr>
        <p:spPr>
          <a:xfrm>
            <a:off x="652611" y="3962792"/>
            <a:ext cx="3915888" cy="2102108"/>
          </a:xfrm>
        </p:spPr>
        <p:txBody>
          <a:bodyPr vert="horz" lIns="91440" tIns="45720" rIns="91440" bIns="45720" rtlCol="0" anchor="t">
            <a:normAutofit/>
          </a:bodyPr>
          <a:lstStyle/>
          <a:p>
            <a:pPr marL="0" indent="0" algn="ctr">
              <a:lnSpc>
                <a:spcPct val="90000"/>
              </a:lnSpc>
              <a:spcBef>
                <a:spcPts val="1000"/>
              </a:spcBef>
              <a:buNone/>
            </a:pPr>
            <a:r>
              <a:rPr lang="en-US" sz="2400" kern="1200" dirty="0">
                <a:solidFill>
                  <a:schemeClr val="tx1"/>
                </a:solidFill>
                <a:latin typeface="+mn-lt"/>
                <a:ea typeface="+mn-ea"/>
                <a:cs typeface="+mn-cs"/>
              </a:rPr>
              <a:t>The table below shows a country's budget 
</a:t>
            </a:r>
          </a:p>
        </p:txBody>
      </p:sp>
      <p:sp>
        <p:nvSpPr>
          <p:cNvPr id="14"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3044" y="0"/>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502" y="1"/>
            <a:ext cx="866356"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194" y="2916245"/>
            <a:ext cx="119806"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1330" y="5717906"/>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5633" y="6258756"/>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2865" y="5835650"/>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7" name="Tableau 7">
            <a:extLst>
              <a:ext uri="{FF2B5EF4-FFF2-40B4-BE49-F238E27FC236}">
                <a16:creationId xmlns:a16="http://schemas.microsoft.com/office/drawing/2014/main" id="{1E8665D7-E1A3-4D0B-8409-16A5912FDDBC}"/>
              </a:ext>
            </a:extLst>
          </p:cNvPr>
          <p:cNvGraphicFramePr>
            <a:graphicFrameLocks noGrp="1"/>
          </p:cNvGraphicFramePr>
          <p:nvPr>
            <p:extLst>
              <p:ext uri="{D42A27DB-BD31-4B8C-83A1-F6EECF244321}">
                <p14:modId xmlns:p14="http://schemas.microsoft.com/office/powerpoint/2010/main" val="1724987695"/>
              </p:ext>
            </p:extLst>
          </p:nvPr>
        </p:nvGraphicFramePr>
        <p:xfrm>
          <a:off x="4988432" y="1766336"/>
          <a:ext cx="3704628" cy="2942385"/>
        </p:xfrm>
        <a:graphic>
          <a:graphicData uri="http://schemas.openxmlformats.org/drawingml/2006/table">
            <a:tbl>
              <a:tblPr firstRow="1" bandRow="1">
                <a:tableStyleId>{EB9631B5-78F2-41C9-869B-9F39066F8104}</a:tableStyleId>
              </a:tblPr>
              <a:tblGrid>
                <a:gridCol w="2041099">
                  <a:extLst>
                    <a:ext uri="{9D8B030D-6E8A-4147-A177-3AD203B41FA5}">
                      <a16:colId xmlns:a16="http://schemas.microsoft.com/office/drawing/2014/main" val="3657663472"/>
                    </a:ext>
                  </a:extLst>
                </a:gridCol>
                <a:gridCol w="1663529">
                  <a:extLst>
                    <a:ext uri="{9D8B030D-6E8A-4147-A177-3AD203B41FA5}">
                      <a16:colId xmlns:a16="http://schemas.microsoft.com/office/drawing/2014/main" val="3871635214"/>
                    </a:ext>
                  </a:extLst>
                </a:gridCol>
              </a:tblGrid>
              <a:tr h="591675">
                <a:tc>
                  <a:txBody>
                    <a:bodyPr/>
                    <a:lstStyle/>
                    <a:p>
                      <a:pPr algn="ctr"/>
                      <a:r>
                        <a:rPr lang="en-US" sz="1600" noProof="0">
                          <a:solidFill>
                            <a:schemeClr val="tx1">
                              <a:lumMod val="95000"/>
                              <a:lumOff val="5000"/>
                            </a:schemeClr>
                          </a:solidFill>
                        </a:rPr>
                        <a:t>Source </a:t>
                      </a:r>
                      <a:endParaRPr lang="en-US" sz="1600" noProof="0">
                        <a:solidFill>
                          <a:schemeClr val="tx1">
                            <a:lumMod val="95000"/>
                            <a:lumOff val="5000"/>
                          </a:schemeClr>
                        </a:solidFill>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dirty="0">
                          <a:solidFill>
                            <a:schemeClr val="tx1">
                              <a:lumMod val="95000"/>
                              <a:lumOff val="5000"/>
                            </a:schemeClr>
                          </a:solidFill>
                        </a:rPr>
                        <a:t>Amount (billion)
</a:t>
                      </a:r>
                      <a:endParaRPr lang="en-US" sz="1600" noProof="0" dirty="0">
                        <a:solidFill>
                          <a:schemeClr val="tx1">
                            <a:lumMod val="95000"/>
                            <a:lumOff val="5000"/>
                          </a:schemeClr>
                        </a:solidFill>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2307806059"/>
                  </a:ext>
                </a:extLst>
              </a:tr>
              <a:tr h="351807">
                <a:tc>
                  <a:txBody>
                    <a:bodyPr/>
                    <a:lstStyle/>
                    <a:p>
                      <a:pPr algn="ctr"/>
                      <a:r>
                        <a:rPr lang="en-US" sz="1600" noProof="0"/>
                        <a:t>VAT</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348</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676979014"/>
                  </a:ext>
                </a:extLst>
              </a:tr>
              <a:tr h="351807">
                <a:tc>
                  <a:txBody>
                    <a:bodyPr/>
                    <a:lstStyle/>
                    <a:p>
                      <a:pPr algn="ctr"/>
                      <a:r>
                        <a:rPr lang="en-US" sz="1600" noProof="0"/>
                        <a:t>Income taxes</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163</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1030427312"/>
                  </a:ext>
                </a:extLst>
              </a:tr>
              <a:tr h="351807">
                <a:tc>
                  <a:txBody>
                    <a:bodyPr/>
                    <a:lstStyle/>
                    <a:p>
                      <a:pPr algn="ctr"/>
                      <a:r>
                        <a:rPr lang="en-US" sz="1600" noProof="0"/>
                        <a:t>Corporate taxes</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71</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796633670"/>
                  </a:ext>
                </a:extLst>
              </a:tr>
              <a:tr h="591675">
                <a:tc>
                  <a:txBody>
                    <a:bodyPr/>
                    <a:lstStyle/>
                    <a:p>
                      <a:pPr algn="ctr"/>
                      <a:r>
                        <a:rPr lang="en-US" sz="1600" noProof="0" dirty="0"/>
                        <a:t>Taxes on petroleum products</a:t>
                      </a:r>
                      <a:endParaRPr lang="en-US" sz="1600" noProof="0" dirty="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54</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3147400882"/>
                  </a:ext>
                </a:extLst>
              </a:tr>
              <a:tr h="351807">
                <a:tc>
                  <a:txBody>
                    <a:bodyPr/>
                    <a:lstStyle/>
                    <a:p>
                      <a:pPr algn="ctr"/>
                      <a:r>
                        <a:rPr lang="en-US" sz="1600" noProof="0"/>
                        <a:t>Other taxes </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a:t>161</a:t>
                      </a:r>
                      <a:endParaRPr lang="en-US" sz="1600" noProof="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162645995"/>
                  </a:ext>
                </a:extLst>
              </a:tr>
              <a:tr h="351807">
                <a:tc>
                  <a:txBody>
                    <a:bodyPr/>
                    <a:lstStyle/>
                    <a:p>
                      <a:pPr algn="ctr"/>
                      <a:r>
                        <a:rPr lang="en-US" sz="1600" noProof="0"/>
                        <a:t>Non-tax revenue</a:t>
                      </a:r>
                      <a:endParaRPr lang="en-US" sz="1600" noProof="0">
                        <a:latin typeface="Arial" panose="020B0604020202020204" pitchFamily="34" charset="0"/>
                        <a:cs typeface="Arial" panose="020B0604020202020204" pitchFamily="34" charset="0"/>
                      </a:endParaRPr>
                    </a:p>
                  </a:txBody>
                  <a:tcPr marL="79956" marR="79956" marT="39978" marB="39978"/>
                </a:tc>
                <a:tc>
                  <a:txBody>
                    <a:bodyPr/>
                    <a:lstStyle/>
                    <a:p>
                      <a:pPr algn="ctr"/>
                      <a:r>
                        <a:rPr lang="en-US" sz="1600" noProof="0" dirty="0"/>
                        <a:t>41</a:t>
                      </a:r>
                      <a:endParaRPr lang="en-US" sz="1600" noProof="0" dirty="0">
                        <a:latin typeface="Arial" panose="020B0604020202020204" pitchFamily="34" charset="0"/>
                        <a:cs typeface="Arial" panose="020B0604020202020204" pitchFamily="34" charset="0"/>
                      </a:endParaRPr>
                    </a:p>
                  </a:txBody>
                  <a:tcPr marL="79956" marR="79956" marT="39978" marB="39978"/>
                </a:tc>
                <a:extLst>
                  <a:ext uri="{0D108BD9-81ED-4DB2-BD59-A6C34878D82A}">
                    <a16:rowId xmlns:a16="http://schemas.microsoft.com/office/drawing/2014/main" val="3251609534"/>
                  </a:ext>
                </a:extLst>
              </a:tr>
            </a:tbl>
          </a:graphicData>
        </a:graphic>
      </p:graphicFrame>
    </p:spTree>
    <p:extLst>
      <p:ext uri="{BB962C8B-B14F-4D97-AF65-F5344CB8AC3E}">
        <p14:creationId xmlns:p14="http://schemas.microsoft.com/office/powerpoint/2010/main" val="3707336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CB118A-A31E-488A-B655-E144CC01BD62}"/>
              </a:ext>
            </a:extLst>
          </p:cNvPr>
          <p:cNvSpPr>
            <a:spLocks noGrp="1"/>
          </p:cNvSpPr>
          <p:nvPr>
            <p:ph type="title"/>
          </p:nvPr>
        </p:nvSpPr>
        <p:spPr/>
        <p:txBody>
          <a:bodyPr>
            <a:normAutofit fontScale="90000"/>
          </a:bodyPr>
          <a:lstStyle/>
          <a:p>
            <a:r>
              <a:rPr lang="en-ZA" b="1" dirty="0">
                <a:latin typeface="Arial" panose="020B0604020202020204" pitchFamily="34" charset="0"/>
                <a:ea typeface="Cambria" panose="02040503050406030204" pitchFamily="18" charset="0"/>
                <a:cs typeface="Arial" panose="020B0604020202020204" pitchFamily="34" charset="0"/>
              </a:rPr>
              <a:t>Graphical representation of data</a:t>
            </a:r>
            <a:endParaRPr lang="fr-FR" b="1" dirty="0">
              <a:latin typeface="Arial" panose="020B0604020202020204" pitchFamily="34"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CD23C7A6-D9A0-4598-B56E-17701BC7DD01}"/>
              </a:ext>
            </a:extLst>
          </p:cNvPr>
          <p:cNvSpPr>
            <a:spLocks noGrp="1"/>
          </p:cNvSpPr>
          <p:nvPr>
            <p:ph idx="1"/>
          </p:nvPr>
        </p:nvSpPr>
        <p:spPr>
          <a:xfrm>
            <a:off x="899592" y="1446238"/>
            <a:ext cx="7330008" cy="4525963"/>
          </a:xfrm>
        </p:spPr>
        <p:txBody>
          <a:bodyPr>
            <a:normAutofit/>
          </a:bodyPr>
          <a:lstStyle/>
          <a:p>
            <a:pPr marL="0" indent="0">
              <a:buNone/>
            </a:pPr>
            <a:r>
              <a:rPr lang="en-US" sz="2000" dirty="0">
                <a:latin typeface="Arial" panose="020B0604020202020204" pitchFamily="34" charset="0"/>
                <a:ea typeface="Cambria" panose="02040503050406030204" pitchFamily="18" charset="0"/>
                <a:cs typeface="Arial" panose="020B0604020202020204" pitchFamily="34" charset="0"/>
              </a:rPr>
              <a:t>The case of data from a discrete variable 
</a:t>
            </a:r>
            <a:endParaRPr lang="fr-FR" sz="2000" dirty="0">
              <a:latin typeface="Arial" panose="020B0604020202020204" pitchFamily="34" charset="0"/>
              <a:ea typeface="Cambria" panose="02040503050406030204" pitchFamily="18" charset="0"/>
              <a:cs typeface="Arial" panose="020B0604020202020204" pitchFamily="34" charset="0"/>
            </a:endParaRPr>
          </a:p>
        </p:txBody>
      </p:sp>
      <p:pic>
        <p:nvPicPr>
          <p:cNvPr id="6" name="Image 5">
            <a:extLst>
              <a:ext uri="{FF2B5EF4-FFF2-40B4-BE49-F238E27FC236}">
                <a16:creationId xmlns:a16="http://schemas.microsoft.com/office/drawing/2014/main" id="{284117BE-71E2-4257-81AB-59477DE0DE5C}"/>
              </a:ext>
            </a:extLst>
          </p:cNvPr>
          <p:cNvPicPr>
            <a:picLocks noChangeAspect="1"/>
          </p:cNvPicPr>
          <p:nvPr/>
        </p:nvPicPr>
        <p:blipFill rotWithShape="1">
          <a:blip r:embed="rId2"/>
          <a:srcRect l="23613" t="28388" r="27149" b="46024"/>
          <a:stretch/>
        </p:blipFill>
        <p:spPr>
          <a:xfrm>
            <a:off x="864438" y="2132856"/>
            <a:ext cx="4032448" cy="2104325"/>
          </a:xfrm>
          <a:prstGeom prst="rect">
            <a:avLst/>
          </a:prstGeom>
        </p:spPr>
      </p:pic>
      <p:sp>
        <p:nvSpPr>
          <p:cNvPr id="4" name="Bulle narrative : ronde 3">
            <a:extLst>
              <a:ext uri="{FF2B5EF4-FFF2-40B4-BE49-F238E27FC236}">
                <a16:creationId xmlns:a16="http://schemas.microsoft.com/office/drawing/2014/main" id="{502F3BA2-C7B5-43BD-B8B0-F1B47A7D2AC5}"/>
              </a:ext>
            </a:extLst>
          </p:cNvPr>
          <p:cNvSpPr/>
          <p:nvPr/>
        </p:nvSpPr>
        <p:spPr>
          <a:xfrm>
            <a:off x="5220072" y="3381270"/>
            <a:ext cx="3923928" cy="3202092"/>
          </a:xfrm>
          <a:prstGeom prst="wedgeEllipseCallout">
            <a:avLst>
              <a:gd name="adj1" fmla="val -55115"/>
              <a:gd name="adj2" fmla="val -3343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pic>
        <p:nvPicPr>
          <p:cNvPr id="7" name="Image 6">
            <a:extLst>
              <a:ext uri="{FF2B5EF4-FFF2-40B4-BE49-F238E27FC236}">
                <a16:creationId xmlns:a16="http://schemas.microsoft.com/office/drawing/2014/main" id="{AAA2770C-5CCA-41F9-B675-1C45BD89ED06}"/>
              </a:ext>
            </a:extLst>
          </p:cNvPr>
          <p:cNvPicPr>
            <a:picLocks noChangeAspect="1"/>
          </p:cNvPicPr>
          <p:nvPr/>
        </p:nvPicPr>
        <p:blipFill>
          <a:blip r:embed="rId3"/>
          <a:stretch>
            <a:fillRect/>
          </a:stretch>
        </p:blipFill>
        <p:spPr>
          <a:xfrm>
            <a:off x="5508104" y="4365104"/>
            <a:ext cx="3303739" cy="1182437"/>
          </a:xfrm>
          <a:prstGeom prst="rect">
            <a:avLst/>
          </a:prstGeom>
        </p:spPr>
      </p:pic>
    </p:spTree>
    <p:extLst>
      <p:ext uri="{BB962C8B-B14F-4D97-AF65-F5344CB8AC3E}">
        <p14:creationId xmlns:p14="http://schemas.microsoft.com/office/powerpoint/2010/main" val="63805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9352" y="5486400"/>
            <a:ext cx="2004648"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1537" y="650160"/>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64BF0DD-FFC4-4682-9A3D-7B4B235439A5}"/>
              </a:ext>
            </a:extLst>
          </p:cNvPr>
          <p:cNvSpPr>
            <a:spLocks noGrp="1"/>
          </p:cNvSpPr>
          <p:nvPr>
            <p:ph type="title"/>
          </p:nvPr>
        </p:nvSpPr>
        <p:spPr>
          <a:xfrm>
            <a:off x="628650" y="479493"/>
            <a:ext cx="3943350" cy="1325563"/>
          </a:xfrm>
        </p:spPr>
        <p:txBody>
          <a:bodyPr>
            <a:normAutofit/>
          </a:bodyPr>
          <a:lstStyle/>
          <a:p>
            <a:r>
              <a:rPr lang="fr-FR" b="1" dirty="0">
                <a:latin typeface="Arial" panose="020B0604020202020204" pitchFamily="34" charset="0"/>
                <a:cs typeface="Arial" panose="020B0604020202020204" pitchFamily="34" charset="0"/>
              </a:rPr>
              <a:t>Example </a:t>
            </a:r>
          </a:p>
        </p:txBody>
      </p:sp>
      <p:sp>
        <p:nvSpPr>
          <p:cNvPr id="3" name="Espace réservé du contenu 2">
            <a:extLst>
              <a:ext uri="{FF2B5EF4-FFF2-40B4-BE49-F238E27FC236}">
                <a16:creationId xmlns:a16="http://schemas.microsoft.com/office/drawing/2014/main" id="{145B38BC-A63B-42B9-AB9C-772C30ACA228}"/>
              </a:ext>
            </a:extLst>
          </p:cNvPr>
          <p:cNvSpPr>
            <a:spLocks noGrp="1"/>
          </p:cNvSpPr>
          <p:nvPr>
            <p:ph idx="1"/>
          </p:nvPr>
        </p:nvSpPr>
        <p:spPr>
          <a:xfrm>
            <a:off x="628650" y="1984443"/>
            <a:ext cx="3943350" cy="4192520"/>
          </a:xfrm>
        </p:spPr>
        <p:txBody>
          <a:bodyPr>
            <a:normAutofit/>
          </a:bodyPr>
          <a:lstStyle/>
          <a:p>
            <a:pPr marL="0" indent="0">
              <a:lnSpc>
                <a:spcPct val="90000"/>
              </a:lnSpc>
              <a:buNone/>
            </a:pPr>
            <a:r>
              <a:rPr lang="en-US" sz="1800" dirty="0">
                <a:latin typeface="Arial" panose="020B0604020202020204" pitchFamily="34" charset="0"/>
                <a:cs typeface="Arial" panose="020B0604020202020204" pitchFamily="34" charset="0"/>
              </a:rPr>
              <a:t>Data  in table below represents the number of calls (observed over 396 days) received between 12.00 and 13.00, at the after sales service of a big store.</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Objectives</a:t>
            </a:r>
            <a:r>
              <a:rPr lang="en-US" sz="1800" dirty="0">
                <a:latin typeface="Arial" panose="020B0604020202020204" pitchFamily="34" charset="0"/>
                <a:cs typeface="Arial" panose="020B0604020202020204" pitchFamily="34" charset="0"/>
              </a:rPr>
              <a:t> </a:t>
            </a: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Represent graphically the data 
Plot the curve of increasing cumulative frequencies</a:t>
            </a:r>
            <a:endParaRPr lang="fr-FR" sz="1000" dirty="0">
              <a:latin typeface="Arial" panose="020B0604020202020204" pitchFamily="34" charset="0"/>
              <a:cs typeface="Arial" panose="020B0604020202020204" pitchFamily="34" charset="0"/>
            </a:endParaRPr>
          </a:p>
        </p:txBody>
      </p:sp>
      <p:graphicFrame>
        <p:nvGraphicFramePr>
          <p:cNvPr id="4" name="Tableau 4">
            <a:extLst>
              <a:ext uri="{FF2B5EF4-FFF2-40B4-BE49-F238E27FC236}">
                <a16:creationId xmlns:a16="http://schemas.microsoft.com/office/drawing/2014/main" id="{611E66A5-294F-4D20-BCBB-2ACE900D43D4}"/>
              </a:ext>
            </a:extLst>
          </p:cNvPr>
          <p:cNvGraphicFramePr>
            <a:graphicFrameLocks noGrp="1"/>
          </p:cNvGraphicFramePr>
          <p:nvPr>
            <p:extLst>
              <p:ext uri="{D42A27DB-BD31-4B8C-83A1-F6EECF244321}">
                <p14:modId xmlns:p14="http://schemas.microsoft.com/office/powerpoint/2010/main" val="854345812"/>
              </p:ext>
            </p:extLst>
          </p:nvPr>
        </p:nvGraphicFramePr>
        <p:xfrm>
          <a:off x="5027830" y="1983772"/>
          <a:ext cx="3583036" cy="3957519"/>
        </p:xfrm>
        <a:graphic>
          <a:graphicData uri="http://schemas.openxmlformats.org/drawingml/2006/table">
            <a:tbl>
              <a:tblPr firstRow="1" bandRow="1">
                <a:tableStyleId>{EB9631B5-78F2-41C9-869B-9F39066F8104}</a:tableStyleId>
              </a:tblPr>
              <a:tblGrid>
                <a:gridCol w="1791518">
                  <a:extLst>
                    <a:ext uri="{9D8B030D-6E8A-4147-A177-3AD203B41FA5}">
                      <a16:colId xmlns:a16="http://schemas.microsoft.com/office/drawing/2014/main" val="285297970"/>
                    </a:ext>
                  </a:extLst>
                </a:gridCol>
                <a:gridCol w="1791518">
                  <a:extLst>
                    <a:ext uri="{9D8B030D-6E8A-4147-A177-3AD203B41FA5}">
                      <a16:colId xmlns:a16="http://schemas.microsoft.com/office/drawing/2014/main" val="3109524422"/>
                    </a:ext>
                  </a:extLst>
                </a:gridCol>
              </a:tblGrid>
              <a:tr h="827631">
                <a:tc>
                  <a:txBody>
                    <a:bodyPr/>
                    <a:lstStyle/>
                    <a:p>
                      <a:pPr algn="ctr"/>
                      <a:r>
                        <a:rPr lang="fr-FR" sz="2300" dirty="0"/>
                        <a:t>Number of calls</a:t>
                      </a:r>
                      <a:endParaRPr lang="fr-FR" sz="2300" dirty="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dirty="0"/>
                        <a:t>Number of </a:t>
                      </a:r>
                      <a:r>
                        <a:rPr lang="fr-FR" sz="2300" dirty="0" err="1"/>
                        <a:t>days</a:t>
                      </a:r>
                      <a:endParaRPr lang="fr-FR" sz="2300" dirty="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872581459"/>
                  </a:ext>
                </a:extLst>
              </a:tr>
              <a:tr h="521648">
                <a:tc>
                  <a:txBody>
                    <a:bodyPr/>
                    <a:lstStyle/>
                    <a:p>
                      <a:pPr algn="ctr"/>
                      <a:r>
                        <a:rPr lang="fr-FR" sz="2300"/>
                        <a:t>0</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101</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2085495843"/>
                  </a:ext>
                </a:extLst>
              </a:tr>
              <a:tr h="521648">
                <a:tc>
                  <a:txBody>
                    <a:bodyPr/>
                    <a:lstStyle/>
                    <a:p>
                      <a:pPr algn="ctr"/>
                      <a:r>
                        <a:rPr lang="fr-FR" sz="2300"/>
                        <a:t>1</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140</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331080220"/>
                  </a:ext>
                </a:extLst>
              </a:tr>
              <a:tr h="521648">
                <a:tc>
                  <a:txBody>
                    <a:bodyPr/>
                    <a:lstStyle/>
                    <a:p>
                      <a:pPr algn="ctr"/>
                      <a:r>
                        <a:rPr lang="fr-FR" sz="2300"/>
                        <a:t>2</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92</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1389917586"/>
                  </a:ext>
                </a:extLst>
              </a:tr>
              <a:tr h="521648">
                <a:tc>
                  <a:txBody>
                    <a:bodyPr/>
                    <a:lstStyle/>
                    <a:p>
                      <a:pPr algn="ctr"/>
                      <a:r>
                        <a:rPr lang="fr-FR" sz="2300"/>
                        <a:t>3</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42</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3916097252"/>
                  </a:ext>
                </a:extLst>
              </a:tr>
              <a:tr h="521648">
                <a:tc>
                  <a:txBody>
                    <a:bodyPr/>
                    <a:lstStyle/>
                    <a:p>
                      <a:pPr algn="ctr"/>
                      <a:r>
                        <a:rPr lang="fr-FR" sz="2300"/>
                        <a:t>4</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a:t>18</a:t>
                      </a:r>
                      <a:endParaRPr lang="fr-FR" sz="230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1934733682"/>
                  </a:ext>
                </a:extLst>
              </a:tr>
              <a:tr h="521648">
                <a:tc>
                  <a:txBody>
                    <a:bodyPr/>
                    <a:lstStyle/>
                    <a:p>
                      <a:pPr algn="ctr"/>
                      <a:r>
                        <a:rPr lang="fr-FR" sz="2300"/>
                        <a:t>5</a:t>
                      </a:r>
                      <a:endParaRPr lang="fr-FR" sz="2300">
                        <a:latin typeface="Arial" panose="020B0604020202020204" pitchFamily="34" charset="0"/>
                        <a:cs typeface="Arial" panose="020B0604020202020204" pitchFamily="34" charset="0"/>
                      </a:endParaRPr>
                    </a:p>
                  </a:txBody>
                  <a:tcPr marL="118556" marR="118556" marT="59278" marB="59278"/>
                </a:tc>
                <a:tc>
                  <a:txBody>
                    <a:bodyPr/>
                    <a:lstStyle/>
                    <a:p>
                      <a:pPr algn="ctr"/>
                      <a:r>
                        <a:rPr lang="fr-FR" sz="2300" dirty="0"/>
                        <a:t>3</a:t>
                      </a:r>
                      <a:endParaRPr lang="fr-FR" sz="2300" dirty="0">
                        <a:latin typeface="Arial" panose="020B0604020202020204" pitchFamily="34" charset="0"/>
                        <a:cs typeface="Arial" panose="020B0604020202020204" pitchFamily="34" charset="0"/>
                      </a:endParaRPr>
                    </a:p>
                  </a:txBody>
                  <a:tcPr marL="118556" marR="118556" marT="59278" marB="59278"/>
                </a:tc>
                <a:extLst>
                  <a:ext uri="{0D108BD9-81ED-4DB2-BD59-A6C34878D82A}">
                    <a16:rowId xmlns:a16="http://schemas.microsoft.com/office/drawing/2014/main" val="586065978"/>
                  </a:ext>
                </a:extLst>
              </a:tr>
            </a:tbl>
          </a:graphicData>
        </a:graphic>
      </p:graphicFrame>
    </p:spTree>
    <p:extLst>
      <p:ext uri="{BB962C8B-B14F-4D97-AF65-F5344CB8AC3E}">
        <p14:creationId xmlns:p14="http://schemas.microsoft.com/office/powerpoint/2010/main" val="81781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a:xfrm>
            <a:off x="4421221" y="479493"/>
            <a:ext cx="4094129" cy="1325563"/>
          </a:xfrm>
        </p:spPr>
        <p:txBody>
          <a:bodyPr>
            <a:normAutofit/>
          </a:bodyPr>
          <a:lstStyle/>
          <a:p>
            <a:pPr>
              <a:lnSpc>
                <a:spcPct val="90000"/>
              </a:lnSpc>
            </a:pPr>
            <a:r>
              <a:rPr lang="en-US" sz="2800" b="1">
                <a:latin typeface="Arial" panose="020B0604020202020204" pitchFamily="34" charset="0"/>
                <a:ea typeface="Cambria" panose="02040503050406030204" pitchFamily="18" charset="0"/>
                <a:cs typeface="Arial" panose="020B0604020202020204" pitchFamily="34" charset="0"/>
              </a:rPr>
              <a:t>Graphical representation </a:t>
            </a:r>
            <a:r>
              <a:rPr lang="fr-FR" sz="2800" b="1">
                <a:latin typeface="Arial" panose="020B0604020202020204" pitchFamily="34" charset="0"/>
                <a:ea typeface="Cambria" panose="02040503050406030204" pitchFamily="18" charset="0"/>
                <a:cs typeface="Arial" panose="020B0604020202020204" pitchFamily="34" charset="0"/>
              </a:rPr>
              <a:t>of data</a:t>
            </a:r>
            <a:endParaRPr lang="fr-FR" sz="2800" b="1">
              <a:latin typeface="Arial" panose="020B0604020202020204" pitchFamily="34" charset="0"/>
              <a:cs typeface="Arial" panose="020B0604020202020204" pitchFamily="34" charset="0"/>
            </a:endParaRP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Image 5">
            <a:extLst>
              <a:ext uri="{FF2B5EF4-FFF2-40B4-BE49-F238E27FC236}">
                <a16:creationId xmlns:a16="http://schemas.microsoft.com/office/drawing/2014/main" id="{9584B911-4480-4EFF-B420-4791E5E0EC50}"/>
              </a:ext>
            </a:extLst>
          </p:cNvPr>
          <p:cNvPicPr>
            <a:picLocks noChangeAspect="1"/>
          </p:cNvPicPr>
          <p:nvPr/>
        </p:nvPicPr>
        <p:blipFill rotWithShape="1">
          <a:blip r:embed="rId2"/>
          <a:srcRect l="56902" t="58400" r="9050" b="25105"/>
          <a:stretch/>
        </p:blipFill>
        <p:spPr>
          <a:xfrm>
            <a:off x="527386" y="2855922"/>
            <a:ext cx="3583036" cy="97641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4421221" y="1984443"/>
            <a:ext cx="4094129" cy="4192520"/>
          </a:xfrm>
        </p:spPr>
        <p:txBody>
          <a:bodyPr>
            <a:normAutofit/>
          </a:bodyPr>
          <a:lstStyle/>
          <a:p>
            <a:pPr>
              <a:lnSpc>
                <a:spcPct val="90000"/>
              </a:lnSpc>
              <a:buFont typeface="Wingdings" pitchFamily="2" charset="2"/>
              <a:buChar char="§"/>
            </a:pPr>
            <a:r>
              <a:rPr lang="en-US" sz="2700">
                <a:latin typeface="Arial" panose="020B0604020202020204" pitchFamily="34" charset="0"/>
                <a:ea typeface="Cambria" panose="02040503050406030204" pitchFamily="18" charset="0"/>
                <a:cs typeface="Arial" panose="020B0604020202020204" pitchFamily="34" charset="0"/>
              </a:rPr>
              <a:t>The case of data in a continuous variable (grouped into classes)</a:t>
            </a:r>
            <a:endParaRPr lang="fr-FR" sz="2700">
              <a:latin typeface="Arial" panose="020B0604020202020204" pitchFamily="34" charset="0"/>
              <a:ea typeface="Cambria" panose="02040503050406030204" pitchFamily="18" charset="0"/>
              <a:cs typeface="Arial" panose="020B0604020202020204" pitchFamily="34" charset="0"/>
            </a:endParaRPr>
          </a:p>
          <a:p>
            <a:pPr>
              <a:lnSpc>
                <a:spcPct val="90000"/>
              </a:lnSpc>
              <a:buFont typeface="Wingdings" pitchFamily="2" charset="2"/>
              <a:buChar char="§"/>
            </a:pPr>
            <a:r>
              <a:rPr lang="en-US" sz="2700">
                <a:latin typeface="Arial" panose="020B0604020202020204" pitchFamily="34" charset="0"/>
                <a:ea typeface="Cambria" panose="02040503050406030204" pitchFamily="18" charset="0"/>
                <a:cs typeface="Arial" panose="020B0604020202020204" pitchFamily="34" charset="0"/>
              </a:rPr>
              <a:t>The histogram is a graph composed of rectangles whose area is proportional to the size of the class </a:t>
            </a:r>
            <a:endParaRPr lang="fr-FR" sz="270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289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a:xfrm>
            <a:off x="4421221" y="479493"/>
            <a:ext cx="4094129" cy="1325563"/>
          </a:xfrm>
        </p:spPr>
        <p:txBody>
          <a:bodyPr>
            <a:normAutofit fontScale="90000"/>
          </a:bodyPr>
          <a:lstStyle/>
          <a:p>
            <a:pPr>
              <a:lnSpc>
                <a:spcPct val="90000"/>
              </a:lnSpc>
            </a:pPr>
            <a:r>
              <a:rPr lang="en-US" sz="3100" b="1" dirty="0">
                <a:latin typeface="Arial" panose="020B0604020202020204" pitchFamily="34" charset="0"/>
                <a:ea typeface="Cambria" panose="02040503050406030204" pitchFamily="18" charset="0"/>
                <a:cs typeface="Arial" panose="020B0604020202020204" pitchFamily="34" charset="0"/>
              </a:rPr>
              <a:t>Graphical representation </a:t>
            </a:r>
            <a:r>
              <a:rPr lang="fr-FR" sz="3100" b="1" dirty="0">
                <a:latin typeface="Arial" panose="020B0604020202020204" pitchFamily="34" charset="0"/>
                <a:ea typeface="Cambria" panose="02040503050406030204" pitchFamily="18" charset="0"/>
                <a:cs typeface="Arial" panose="020B0604020202020204" pitchFamily="34" charset="0"/>
              </a:rPr>
              <a:t>of data</a:t>
            </a:r>
            <a:endParaRPr lang="fr-FR" sz="3100" b="1" dirty="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age 4">
            <a:extLst>
              <a:ext uri="{FF2B5EF4-FFF2-40B4-BE49-F238E27FC236}">
                <a16:creationId xmlns:a16="http://schemas.microsoft.com/office/drawing/2014/main" id="{FB335443-DCBE-4264-B6C4-C37BAD9C03F2}"/>
              </a:ext>
            </a:extLst>
          </p:cNvPr>
          <p:cNvPicPr>
            <a:picLocks noChangeAspect="1"/>
          </p:cNvPicPr>
          <p:nvPr/>
        </p:nvPicPr>
        <p:blipFill>
          <a:blip r:embed="rId2"/>
          <a:stretch>
            <a:fillRect/>
          </a:stretch>
        </p:blipFill>
        <p:spPr>
          <a:xfrm>
            <a:off x="628650" y="2708920"/>
            <a:ext cx="3583036" cy="187213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4421221" y="1984443"/>
            <a:ext cx="4094129" cy="4192520"/>
          </a:xfrm>
        </p:spPr>
        <p:txBody>
          <a:bodyPr>
            <a:normAutofit/>
          </a:bodyPr>
          <a:lstStyle/>
          <a:p>
            <a:pPr>
              <a:lnSpc>
                <a:spcPct val="90000"/>
              </a:lnSpc>
              <a:buFont typeface="Wingdings" pitchFamily="2" charset="2"/>
              <a:buChar char="§"/>
            </a:pPr>
            <a:r>
              <a:rPr lang="en-US" sz="2700" dirty="0">
                <a:latin typeface="Arial" panose="020B0604020202020204" pitchFamily="34" charset="0"/>
                <a:ea typeface="Cambria" panose="02040503050406030204" pitchFamily="18" charset="0"/>
                <a:cs typeface="Arial" panose="020B0604020202020204" pitchFamily="34" charset="0"/>
              </a:rPr>
              <a:t>The case of data in a continuous variable (grouped into classes)</a:t>
            </a:r>
            <a:endParaRPr lang="fr-FR" sz="2700" dirty="0">
              <a:latin typeface="Arial" panose="020B0604020202020204" pitchFamily="34" charset="0"/>
              <a:ea typeface="Cambria" panose="02040503050406030204" pitchFamily="18" charset="0"/>
              <a:cs typeface="Arial" panose="020B0604020202020204" pitchFamily="34" charset="0"/>
            </a:endParaRPr>
          </a:p>
          <a:p>
            <a:pPr>
              <a:lnSpc>
                <a:spcPct val="90000"/>
              </a:lnSpc>
              <a:buFont typeface="Wingdings" pitchFamily="2" charset="2"/>
              <a:buChar char="§"/>
            </a:pPr>
            <a:r>
              <a:rPr lang="en-US" sz="2700" dirty="0">
                <a:latin typeface="Arial" panose="020B0604020202020204" pitchFamily="34" charset="0"/>
                <a:ea typeface="Cambria" panose="02040503050406030204" pitchFamily="18" charset="0"/>
                <a:cs typeface="Arial" panose="020B0604020202020204" pitchFamily="34" charset="0"/>
              </a:rPr>
              <a:t>The curve of increasing cumulative frequencies is continuous (it is not in steps)</a:t>
            </a:r>
            <a:endParaRPr lang="fr-FR" sz="27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2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340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A41B47A-EB61-4D5C-864F-D1A46B853A92}"/>
              </a:ext>
            </a:extLst>
          </p:cNvPr>
          <p:cNvSpPr>
            <a:spLocks noGrp="1"/>
          </p:cNvSpPr>
          <p:nvPr>
            <p:ph type="title"/>
          </p:nvPr>
        </p:nvSpPr>
        <p:spPr>
          <a:xfrm>
            <a:off x="4421221" y="479493"/>
            <a:ext cx="4094129" cy="1325563"/>
          </a:xfrm>
        </p:spPr>
        <p:txBody>
          <a:bodyPr>
            <a:normAutofit/>
          </a:bodyPr>
          <a:lstStyle/>
          <a:p>
            <a:r>
              <a:rPr lang="en-US" b="1" dirty="0">
                <a:latin typeface="Arial" panose="020B0604020202020204" pitchFamily="34" charset="0"/>
                <a:cs typeface="Arial" panose="020B0604020202020204" pitchFamily="34" charset="0"/>
              </a:rPr>
              <a:t>Example</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5B3F578E-58E2-4F8D-B15B-FE1473B5FFFC}"/>
              </a:ext>
            </a:extLst>
          </p:cNvPr>
          <p:cNvSpPr>
            <a:spLocks noGrp="1"/>
          </p:cNvSpPr>
          <p:nvPr>
            <p:ph idx="1"/>
          </p:nvPr>
        </p:nvSpPr>
        <p:spPr>
          <a:xfrm>
            <a:off x="4421221" y="1984443"/>
            <a:ext cx="4255235" cy="4192520"/>
          </a:xfrm>
        </p:spPr>
        <p:txBody>
          <a:bodyPr>
            <a:normAutofit/>
          </a:bodyPr>
          <a:lstStyle/>
          <a:p>
            <a:pPr marL="0" indent="0">
              <a:lnSpc>
                <a:spcPct val="90000"/>
              </a:lnSpc>
              <a:buNone/>
            </a:pPr>
            <a:r>
              <a:rPr lang="en-US" sz="2000" dirty="0">
                <a:latin typeface="Arial" panose="020B0604020202020204" pitchFamily="34" charset="0"/>
                <a:cs typeface="Arial" panose="020B0604020202020204" pitchFamily="34" charset="0"/>
              </a:rPr>
              <a:t>The data below represents the weight of 50 patients.</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Objectives</a:t>
            </a:r>
            <a:r>
              <a:rPr lang="en-US" sz="2000" dirty="0">
                <a:latin typeface="Arial" panose="020B0604020202020204" pitchFamily="34" charset="0"/>
                <a:cs typeface="Arial" panose="020B0604020202020204" pitchFamily="34" charset="0"/>
              </a:rPr>
              <a:t>
</a:t>
            </a:r>
          </a:p>
          <a:p>
            <a:pPr>
              <a:lnSpc>
                <a:spcPct val="90000"/>
              </a:lnSpc>
            </a:pPr>
            <a:r>
              <a:rPr lang="en-US" sz="2000" dirty="0">
                <a:latin typeface="Arial" panose="020B0604020202020204" pitchFamily="34" charset="0"/>
                <a:cs typeface="Arial" panose="020B0604020202020204" pitchFamily="34" charset="0"/>
              </a:rPr>
              <a:t>Represent graphically the data 
Plot the curve of increasing cumulative frequencies</a:t>
            </a:r>
            <a:endParaRPr lang="fr-FR" sz="2000" dirty="0">
              <a:latin typeface="Arial" panose="020B0604020202020204" pitchFamily="34" charset="0"/>
              <a:cs typeface="Arial" panose="020B0604020202020204" pitchFamily="34" charset="0"/>
            </a:endParaRPr>
          </a:p>
        </p:txBody>
      </p:sp>
      <p:graphicFrame>
        <p:nvGraphicFramePr>
          <p:cNvPr id="4" name="Tableau 4">
            <a:extLst>
              <a:ext uri="{FF2B5EF4-FFF2-40B4-BE49-F238E27FC236}">
                <a16:creationId xmlns:a16="http://schemas.microsoft.com/office/drawing/2014/main" id="{9BFD17B1-4CF9-46F2-8F3B-77E550FEA4BD}"/>
              </a:ext>
            </a:extLst>
          </p:cNvPr>
          <p:cNvGraphicFramePr>
            <a:graphicFrameLocks noGrp="1"/>
          </p:cNvGraphicFramePr>
          <p:nvPr>
            <p:extLst>
              <p:ext uri="{D42A27DB-BD31-4B8C-83A1-F6EECF244321}">
                <p14:modId xmlns:p14="http://schemas.microsoft.com/office/powerpoint/2010/main" val="81170036"/>
              </p:ext>
            </p:extLst>
          </p:nvPr>
        </p:nvGraphicFramePr>
        <p:xfrm>
          <a:off x="527386" y="1390345"/>
          <a:ext cx="3583037" cy="3466818"/>
        </p:xfrm>
        <a:graphic>
          <a:graphicData uri="http://schemas.openxmlformats.org/drawingml/2006/table">
            <a:tbl>
              <a:tblPr firstRow="1" bandRow="1">
                <a:tableStyleId>{F5AB1C69-6EDB-4FF4-983F-18BD219EF322}</a:tableStyleId>
              </a:tblPr>
              <a:tblGrid>
                <a:gridCol w="1629253">
                  <a:extLst>
                    <a:ext uri="{9D8B030D-6E8A-4147-A177-3AD203B41FA5}">
                      <a16:colId xmlns:a16="http://schemas.microsoft.com/office/drawing/2014/main" val="2688760135"/>
                    </a:ext>
                  </a:extLst>
                </a:gridCol>
                <a:gridCol w="1953784">
                  <a:extLst>
                    <a:ext uri="{9D8B030D-6E8A-4147-A177-3AD203B41FA5}">
                      <a16:colId xmlns:a16="http://schemas.microsoft.com/office/drawing/2014/main" val="154224066"/>
                    </a:ext>
                  </a:extLst>
                </a:gridCol>
              </a:tblGrid>
              <a:tr h="886527">
                <a:tc>
                  <a:txBody>
                    <a:bodyPr/>
                    <a:lstStyle/>
                    <a:p>
                      <a:pPr algn="ctr"/>
                      <a:r>
                        <a:rPr lang="fr-FR" sz="2400" b="1" cap="none" spc="0" dirty="0">
                          <a:solidFill>
                            <a:schemeClr val="tx1"/>
                          </a:solidFill>
                          <a:latin typeface="Arial" panose="020B0604020202020204" pitchFamily="34" charset="0"/>
                          <a:cs typeface="Arial" panose="020B0604020202020204" pitchFamily="34" charset="0"/>
                        </a:rPr>
                        <a:t>Weight</a:t>
                      </a:r>
                    </a:p>
                  </a:txBody>
                  <a:tcPr marL="158415" marR="158415" marT="110890" marB="110890"/>
                </a:tc>
                <a:tc>
                  <a:txBody>
                    <a:bodyPr/>
                    <a:lstStyle/>
                    <a:p>
                      <a:pPr algn="ctr"/>
                      <a:r>
                        <a:rPr lang="fr-FR" sz="2400" b="1" cap="none" spc="0" dirty="0">
                          <a:solidFill>
                            <a:schemeClr val="tx1"/>
                          </a:solidFill>
                          <a:latin typeface="Arial" panose="020B0604020202020204" pitchFamily="34" charset="0"/>
                          <a:cs typeface="Arial" panose="020B0604020202020204" pitchFamily="34" charset="0"/>
                        </a:rPr>
                        <a:t>Number of patients </a:t>
                      </a:r>
                    </a:p>
                  </a:txBody>
                  <a:tcPr marL="158415" marR="158415" marT="110890" marB="110890"/>
                </a:tc>
                <a:extLst>
                  <a:ext uri="{0D108BD9-81ED-4DB2-BD59-A6C34878D82A}">
                    <a16:rowId xmlns:a16="http://schemas.microsoft.com/office/drawing/2014/main" val="3075134096"/>
                  </a:ext>
                </a:extLst>
              </a:tr>
              <a:tr h="654782">
                <a:tc>
                  <a:txBody>
                    <a:bodyPr/>
                    <a:lstStyle/>
                    <a:p>
                      <a:r>
                        <a:rPr lang="fr-FR" sz="2400" cap="none" spc="0" dirty="0">
                          <a:solidFill>
                            <a:schemeClr val="tx1"/>
                          </a:solidFill>
                          <a:latin typeface="Arial" panose="020B0604020202020204" pitchFamily="34" charset="0"/>
                          <a:cs typeface="Arial" panose="020B0604020202020204" pitchFamily="34" charset="0"/>
                        </a:rPr>
                        <a:t>[0 ; 50]</a:t>
                      </a:r>
                    </a:p>
                  </a:txBody>
                  <a:tcPr marL="158415" marR="158415" marT="110890" marB="110890"/>
                </a:tc>
                <a:tc>
                  <a:txBody>
                    <a:bodyPr/>
                    <a:lstStyle/>
                    <a:p>
                      <a:r>
                        <a:rPr lang="fr-FR" sz="2400" cap="none" spc="0" dirty="0">
                          <a:solidFill>
                            <a:schemeClr val="tx1"/>
                          </a:solidFill>
                          <a:latin typeface="Arial" panose="020B0604020202020204" pitchFamily="34" charset="0"/>
                          <a:cs typeface="Arial" panose="020B0604020202020204" pitchFamily="34" charset="0"/>
                        </a:rPr>
                        <a:t>20</a:t>
                      </a:r>
                    </a:p>
                  </a:txBody>
                  <a:tcPr marL="158415" marR="158415" marT="110890" marB="110890"/>
                </a:tc>
                <a:extLst>
                  <a:ext uri="{0D108BD9-81ED-4DB2-BD59-A6C34878D82A}">
                    <a16:rowId xmlns:a16="http://schemas.microsoft.com/office/drawing/2014/main" val="4000782009"/>
                  </a:ext>
                </a:extLst>
              </a:tr>
              <a:tr h="601977">
                <a:tc>
                  <a:txBody>
                    <a:bodyPr/>
                    <a:lstStyle/>
                    <a:p>
                      <a:r>
                        <a:rPr lang="fr-FR" sz="2100" cap="none" spc="0" dirty="0">
                          <a:solidFill>
                            <a:schemeClr val="tx1"/>
                          </a:solidFill>
                          <a:latin typeface="Arial" panose="020B0604020202020204" pitchFamily="34" charset="0"/>
                          <a:cs typeface="Arial" panose="020B0604020202020204" pitchFamily="34" charset="0"/>
                        </a:rPr>
                        <a:t>[50 ; 60]</a:t>
                      </a:r>
                    </a:p>
                  </a:txBody>
                  <a:tcPr marL="158415" marR="158415" marT="110890" marB="110890"/>
                </a:tc>
                <a:tc>
                  <a:txBody>
                    <a:bodyPr/>
                    <a:lstStyle/>
                    <a:p>
                      <a:r>
                        <a:rPr lang="fr-FR" sz="2100" cap="none" spc="0">
                          <a:solidFill>
                            <a:schemeClr val="tx1"/>
                          </a:solidFill>
                          <a:latin typeface="Arial" panose="020B0604020202020204" pitchFamily="34" charset="0"/>
                          <a:cs typeface="Arial" panose="020B0604020202020204" pitchFamily="34" charset="0"/>
                        </a:rPr>
                        <a:t>12</a:t>
                      </a:r>
                    </a:p>
                  </a:txBody>
                  <a:tcPr marL="158415" marR="158415" marT="110890" marB="110890"/>
                </a:tc>
                <a:extLst>
                  <a:ext uri="{0D108BD9-81ED-4DB2-BD59-A6C34878D82A}">
                    <a16:rowId xmlns:a16="http://schemas.microsoft.com/office/drawing/2014/main" val="756738756"/>
                  </a:ext>
                </a:extLst>
              </a:tr>
              <a:tr h="654782">
                <a:tc>
                  <a:txBody>
                    <a:bodyPr/>
                    <a:lstStyle/>
                    <a:p>
                      <a:r>
                        <a:rPr lang="fr-FR" sz="2400" cap="none" spc="0" dirty="0">
                          <a:solidFill>
                            <a:schemeClr val="tx1"/>
                          </a:solidFill>
                          <a:latin typeface="Arial" panose="020B0604020202020204" pitchFamily="34" charset="0"/>
                          <a:cs typeface="Arial" panose="020B0604020202020204" pitchFamily="34" charset="0"/>
                        </a:rPr>
                        <a:t>[60 ; 70]</a:t>
                      </a:r>
                    </a:p>
                  </a:txBody>
                  <a:tcPr marL="158415" marR="158415" marT="110890" marB="110890"/>
                </a:tc>
                <a:tc>
                  <a:txBody>
                    <a:bodyPr/>
                    <a:lstStyle/>
                    <a:p>
                      <a:r>
                        <a:rPr lang="fr-FR" sz="2400" cap="none" spc="0">
                          <a:solidFill>
                            <a:schemeClr val="tx1"/>
                          </a:solidFill>
                          <a:latin typeface="Arial" panose="020B0604020202020204" pitchFamily="34" charset="0"/>
                          <a:cs typeface="Arial" panose="020B0604020202020204" pitchFamily="34" charset="0"/>
                        </a:rPr>
                        <a:t>11</a:t>
                      </a:r>
                    </a:p>
                  </a:txBody>
                  <a:tcPr marL="158415" marR="158415" marT="110890" marB="110890"/>
                </a:tc>
                <a:extLst>
                  <a:ext uri="{0D108BD9-81ED-4DB2-BD59-A6C34878D82A}">
                    <a16:rowId xmlns:a16="http://schemas.microsoft.com/office/drawing/2014/main" val="1042889469"/>
                  </a:ext>
                </a:extLst>
              </a:tr>
              <a:tr h="601977">
                <a:tc>
                  <a:txBody>
                    <a:bodyPr/>
                    <a:lstStyle/>
                    <a:p>
                      <a:r>
                        <a:rPr lang="fr-FR" sz="2100" cap="none" spc="0" dirty="0">
                          <a:solidFill>
                            <a:schemeClr val="tx1"/>
                          </a:solidFill>
                          <a:latin typeface="Arial" panose="020B0604020202020204" pitchFamily="34" charset="0"/>
                          <a:cs typeface="Arial" panose="020B0604020202020204" pitchFamily="34" charset="0"/>
                        </a:rPr>
                        <a:t>[70 ; 100]</a:t>
                      </a:r>
                    </a:p>
                  </a:txBody>
                  <a:tcPr marL="158415" marR="158415" marT="110890" marB="110890"/>
                </a:tc>
                <a:tc>
                  <a:txBody>
                    <a:bodyPr/>
                    <a:lstStyle/>
                    <a:p>
                      <a:r>
                        <a:rPr lang="fr-FR" sz="2100" cap="none" spc="0" dirty="0">
                          <a:solidFill>
                            <a:schemeClr val="tx1"/>
                          </a:solidFill>
                          <a:latin typeface="Arial" panose="020B0604020202020204" pitchFamily="34" charset="0"/>
                          <a:cs typeface="Arial" panose="020B0604020202020204" pitchFamily="34" charset="0"/>
                        </a:rPr>
                        <a:t>7</a:t>
                      </a:r>
                    </a:p>
                  </a:txBody>
                  <a:tcPr marL="158415" marR="158415" marT="110890" marB="110890"/>
                </a:tc>
                <a:extLst>
                  <a:ext uri="{0D108BD9-81ED-4DB2-BD59-A6C34878D82A}">
                    <a16:rowId xmlns:a16="http://schemas.microsoft.com/office/drawing/2014/main" val="163911071"/>
                  </a:ext>
                </a:extLst>
              </a:tr>
            </a:tbl>
          </a:graphicData>
        </a:graphic>
      </p:graphicFrame>
    </p:spTree>
    <p:extLst>
      <p:ext uri="{BB962C8B-B14F-4D97-AF65-F5344CB8AC3E}">
        <p14:creationId xmlns:p14="http://schemas.microsoft.com/office/powerpoint/2010/main" val="315026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4FF83-AE94-4FD8-9B69-1BDA51CC8942}"/>
              </a:ext>
            </a:extLst>
          </p:cNvPr>
          <p:cNvSpPr>
            <a:spLocks noGrp="1"/>
          </p:cNvSpPr>
          <p:nvPr>
            <p:ph type="title"/>
          </p:nvPr>
        </p:nvSpPr>
        <p:spPr/>
        <p:txBody>
          <a:bodyPr>
            <a:normAutofit/>
          </a:bodyPr>
          <a:lstStyle/>
          <a:p>
            <a:r>
              <a:rPr lang="en-US" b="1" dirty="0">
                <a:latin typeface="Arial" panose="020B0604020202020204" pitchFamily="34" charset="0"/>
                <a:ea typeface="Cambria" panose="02040503050406030204" pitchFamily="18" charset="0"/>
                <a:cs typeface="Arial" panose="020B0604020202020204" pitchFamily="34" charset="0"/>
              </a:rPr>
              <a:t>The case of open classes</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0817E1FF-F479-4E32-A837-DEDBEA21A5E7}"/>
              </a:ext>
            </a:extLst>
          </p:cNvPr>
          <p:cNvSpPr>
            <a:spLocks noGrp="1"/>
          </p:cNvSpPr>
          <p:nvPr>
            <p:ph idx="1"/>
          </p:nvPr>
        </p:nvSpPr>
        <p:spPr>
          <a:xfrm>
            <a:off x="395536" y="1556792"/>
            <a:ext cx="4464496" cy="2592288"/>
          </a:xfrm>
        </p:spPr>
        <p:txBody>
          <a:bodyPr/>
          <a:lstStyle/>
          <a:p>
            <a:pPr>
              <a:buFont typeface="Wingdings" panose="05000000000000000000" pitchFamily="2" charset="2"/>
              <a:buChar char="q"/>
            </a:pPr>
            <a:r>
              <a:rPr lang="fr-FR" dirty="0">
                <a:latin typeface="Arial" panose="020B0604020202020204" pitchFamily="34" charset="0"/>
                <a:cs typeface="Arial" panose="020B0604020202020204" pitchFamily="34" charset="0"/>
              </a:rPr>
              <a:t> </a:t>
            </a:r>
            <a:r>
              <a:rPr lang="fr-FR" sz="2400" dirty="0">
                <a:latin typeface="Arial" panose="020B0604020202020204" pitchFamily="34" charset="0"/>
                <a:ea typeface="Cambria" panose="02040503050406030204" pitchFamily="18" charset="0"/>
                <a:cs typeface="Arial" panose="020B0604020202020204" pitchFamily="34" charset="0"/>
              </a:rPr>
              <a:t>First open class </a:t>
            </a:r>
            <a:r>
              <a:rPr lang="fr-FR" sz="24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fr-FR" sz="2400" b="1"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&lt; a »</a:t>
            </a:r>
            <a:endParaRPr lang="fr-FR" sz="2400" b="1" dirty="0">
              <a:latin typeface="Arial" panose="020B0604020202020204" pitchFamily="34" charset="0"/>
              <a:ea typeface="Cambria" panose="02040503050406030204" pitchFamily="18" charset="0"/>
              <a:cs typeface="Arial" panose="020B0604020202020204" pitchFamily="34" charset="0"/>
            </a:endParaRPr>
          </a:p>
          <a:p>
            <a:pPr>
              <a:buFont typeface="Wingdings" panose="05000000000000000000" pitchFamily="2" charset="2"/>
              <a:buChar char="q"/>
            </a:pPr>
            <a:endParaRPr lang="fr-FR" sz="2400" dirty="0">
              <a:latin typeface="Arial" panose="020B0604020202020204" pitchFamily="34" charset="0"/>
              <a:ea typeface="Cambria" panose="02040503050406030204" pitchFamily="18" charset="0"/>
              <a:cs typeface="Arial" panose="020B0604020202020204" pitchFamily="34" charset="0"/>
            </a:endParaRPr>
          </a:p>
          <a:p>
            <a:pPr marL="0" indent="0">
              <a:buNone/>
            </a:pPr>
            <a:r>
              <a:rPr lang="fr-FR" sz="2400" dirty="0">
                <a:latin typeface="Arial" panose="020B0604020202020204" pitchFamily="34" charset="0"/>
                <a:ea typeface="Cambria" panose="02040503050406030204" pitchFamily="18" charset="0"/>
                <a:cs typeface="Arial" panose="020B0604020202020204" pitchFamily="34" charset="0"/>
              </a:rPr>
              <a:t>And / Or</a:t>
            </a:r>
          </a:p>
          <a:p>
            <a:pPr marL="0" indent="0">
              <a:buNone/>
            </a:pPr>
            <a:endParaRPr lang="fr-FR" sz="2400" dirty="0">
              <a:latin typeface="Arial" panose="020B0604020202020204" pitchFamily="34" charset="0"/>
              <a:ea typeface="Cambria" panose="02040503050406030204" pitchFamily="18" charset="0"/>
              <a:cs typeface="Arial" panose="020B0604020202020204" pitchFamily="34" charset="0"/>
            </a:endParaRPr>
          </a:p>
          <a:p>
            <a:pPr>
              <a:buFont typeface="Wingdings" panose="05000000000000000000" pitchFamily="2" charset="2"/>
              <a:buChar char="q"/>
            </a:pPr>
            <a:r>
              <a:rPr lang="fr-FR" sz="2400" dirty="0">
                <a:latin typeface="Arial" panose="020B0604020202020204" pitchFamily="34" charset="0"/>
                <a:ea typeface="Cambria" panose="02040503050406030204" pitchFamily="18" charset="0"/>
                <a:cs typeface="Arial" panose="020B0604020202020204" pitchFamily="34" charset="0"/>
              </a:rPr>
              <a:t> Last open class </a:t>
            </a:r>
            <a:r>
              <a:rPr lang="fr-FR" sz="2400"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a:t>
            </a:r>
            <a:r>
              <a:rPr lang="fr-FR" sz="2400" b="1" dirty="0">
                <a:latin typeface="Arial" panose="020B0604020202020204" pitchFamily="34" charset="0"/>
                <a:ea typeface="Cambria" panose="02040503050406030204" pitchFamily="18" charset="0"/>
                <a:cs typeface="Arial" panose="020B0604020202020204" pitchFamily="34" charset="0"/>
                <a:sym typeface="Wingdings" panose="05000000000000000000" pitchFamily="2" charset="2"/>
              </a:rPr>
              <a:t>« ≥ a »</a:t>
            </a:r>
            <a:endParaRPr lang="fr-FR" sz="2400" b="1" dirty="0">
              <a:latin typeface="Arial" panose="020B0604020202020204" pitchFamily="34" charset="0"/>
              <a:ea typeface="Cambria" panose="02040503050406030204" pitchFamily="18" charset="0"/>
              <a:cs typeface="Arial" panose="020B0604020202020204" pitchFamily="34" charset="0"/>
            </a:endParaRPr>
          </a:p>
          <a:p>
            <a:pPr marL="0" indent="0">
              <a:buNone/>
            </a:pPr>
            <a:endParaRPr lang="fr-FR" dirty="0">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BDCDC93D-76C3-4D22-8AFE-C06CEF5175FA}"/>
              </a:ext>
            </a:extLst>
          </p:cNvPr>
          <p:cNvSpPr txBox="1"/>
          <p:nvPr/>
        </p:nvSpPr>
        <p:spPr>
          <a:xfrm>
            <a:off x="5436096" y="2492896"/>
            <a:ext cx="3312368" cy="2862322"/>
          </a:xfrm>
          <a:prstGeom prst="rect">
            <a:avLst/>
          </a:prstGeom>
          <a:noFill/>
        </p:spPr>
        <p:txBody>
          <a:bodyPr wrap="square" rtlCol="0">
            <a:spAutoFit/>
          </a:bodyPr>
          <a:lstStyle/>
          <a:p>
            <a:r>
              <a:rPr lang="fr-FR" dirty="0">
                <a:latin typeface="Arial" panose="020B0604020202020204" pitchFamily="34" charset="0"/>
                <a:ea typeface="Cambria" panose="02040503050406030204" pitchFamily="18" charset="0"/>
                <a:cs typeface="Arial" panose="020B0604020202020204" pitchFamily="34" charset="0"/>
              </a:rPr>
              <a:t>By convention 
</a:t>
            </a:r>
          </a:p>
          <a:p>
            <a:pPr marL="285750" indent="-285750">
              <a:buFont typeface="Wingdings" panose="05000000000000000000" pitchFamily="2" charset="2"/>
              <a:buChar char="q"/>
            </a:pPr>
            <a:r>
              <a:rPr lang="en-US" dirty="0">
                <a:latin typeface="Arial" panose="020B0604020202020204" pitchFamily="34" charset="0"/>
                <a:ea typeface="Cambria" panose="02040503050406030204" pitchFamily="18" charset="0"/>
                <a:cs typeface="Arial" panose="020B0604020202020204" pitchFamily="34" charset="0"/>
              </a:rPr>
              <a:t>The first open class is assigned the width of the second class</a:t>
            </a:r>
          </a:p>
          <a:p>
            <a:endParaRPr lang="fr-FR" dirty="0">
              <a:latin typeface="Arial" panose="020B0604020202020204" pitchFamily="34" charset="0"/>
              <a:ea typeface="Cambria" panose="02040503050406030204" pitchFamily="18" charset="0"/>
              <a:cs typeface="Arial" panose="020B0604020202020204" pitchFamily="34" charset="0"/>
            </a:endParaRPr>
          </a:p>
          <a:p>
            <a:pPr marL="285750" indent="-285750">
              <a:buFont typeface="Wingdings" panose="05000000000000000000" pitchFamily="2" charset="2"/>
              <a:buChar char="q"/>
            </a:pPr>
            <a:endParaRPr lang="fr-FR" dirty="0">
              <a:latin typeface="Arial" panose="020B0604020202020204" pitchFamily="34" charset="0"/>
              <a:ea typeface="Cambria" panose="02040503050406030204" pitchFamily="18" charset="0"/>
              <a:cs typeface="Arial" panose="020B0604020202020204" pitchFamily="34" charset="0"/>
            </a:endParaRPr>
          </a:p>
          <a:p>
            <a:pPr marL="285750" indent="-285750">
              <a:buFont typeface="Wingdings" panose="05000000000000000000" pitchFamily="2" charset="2"/>
              <a:buChar char="q"/>
            </a:pPr>
            <a:r>
              <a:rPr lang="en-US" dirty="0">
                <a:latin typeface="Arial" panose="020B0604020202020204" pitchFamily="34" charset="0"/>
                <a:ea typeface="Cambria" panose="02040503050406030204" pitchFamily="18" charset="0"/>
                <a:cs typeface="Arial" panose="020B0604020202020204" pitchFamily="34" charset="0"/>
              </a:rPr>
              <a:t>The last open class is assigned the width of the second last class</a:t>
            </a:r>
            <a:endParaRPr lang="fr-FR" dirty="0">
              <a:latin typeface="Arial" panose="020B0604020202020204" pitchFamily="34" charset="0"/>
              <a:ea typeface="Cambria" panose="02040503050406030204" pitchFamily="18" charset="0"/>
              <a:cs typeface="Arial" panose="020B0604020202020204" pitchFamily="34" charset="0"/>
            </a:endParaRPr>
          </a:p>
        </p:txBody>
      </p:sp>
      <p:sp>
        <p:nvSpPr>
          <p:cNvPr id="5" name="Flèche : bas 4">
            <a:extLst>
              <a:ext uri="{FF2B5EF4-FFF2-40B4-BE49-F238E27FC236}">
                <a16:creationId xmlns:a16="http://schemas.microsoft.com/office/drawing/2014/main" id="{3CF6EE5B-B817-443B-A293-EAFB49A4BDC1}"/>
              </a:ext>
            </a:extLst>
          </p:cNvPr>
          <p:cNvSpPr/>
          <p:nvPr/>
        </p:nvSpPr>
        <p:spPr>
          <a:xfrm rot="18801753">
            <a:off x="4671740" y="2420515"/>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6" name="Flèche : bas 5">
            <a:extLst>
              <a:ext uri="{FF2B5EF4-FFF2-40B4-BE49-F238E27FC236}">
                <a16:creationId xmlns:a16="http://schemas.microsoft.com/office/drawing/2014/main" id="{7D0F5BBE-16A5-4D9C-AE2C-08211A3C895D}"/>
              </a:ext>
            </a:extLst>
          </p:cNvPr>
          <p:cNvSpPr/>
          <p:nvPr/>
        </p:nvSpPr>
        <p:spPr>
          <a:xfrm rot="18801753">
            <a:off x="4617716" y="3659876"/>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9C09214D-5F81-44F5-8EB6-D951A6F015A3}"/>
              </a:ext>
            </a:extLst>
          </p:cNvPr>
          <p:cNvSpPr txBox="1"/>
          <p:nvPr/>
        </p:nvSpPr>
        <p:spPr>
          <a:xfrm>
            <a:off x="611585" y="5395956"/>
            <a:ext cx="8136904" cy="1200329"/>
          </a:xfrm>
          <a:prstGeom prst="rect">
            <a:avLst/>
          </a:prstGeom>
          <a:noFill/>
        </p:spPr>
        <p:txBody>
          <a:bodyPr wrap="square" rtlCol="0">
            <a:spAutoFit/>
          </a:bodyPr>
          <a:lstStyle/>
          <a:p>
            <a:r>
              <a:rPr lang="en-US" dirty="0">
                <a:highlight>
                  <a:srgbClr val="FFFF00"/>
                </a:highlight>
                <a:latin typeface="Arial" panose="020B0604020202020204" pitchFamily="34" charset="0"/>
                <a:ea typeface="Cambria" panose="02040503050406030204" pitchFamily="18" charset="0"/>
                <a:cs typeface="Arial" panose="020B0604020202020204" pitchFamily="34" charset="0"/>
              </a:rPr>
              <a:t>Remark:</a:t>
            </a:r>
          </a:p>
          <a:p>
            <a:r>
              <a:rPr lang="en-US" dirty="0">
                <a:latin typeface="Arial" panose="020B0604020202020204" pitchFamily="34" charset="0"/>
                <a:ea typeface="Cambria" panose="02040503050406030204" pitchFamily="18" charset="0"/>
                <a:cs typeface="Arial" panose="020B0604020202020204" pitchFamily="34" charset="0"/>
              </a:rPr>
              <a:t>If the "by convention" method takes us out of the variable definition domain, then we will use the definition domain to close the open classes
</a:t>
            </a:r>
            <a:endParaRPr lang="fr-FR"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82895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421221" y="479493"/>
            <a:ext cx="4094129" cy="1325563"/>
          </a:xfrm>
        </p:spPr>
        <p:txBody>
          <a:bodyPr>
            <a:normAutofit/>
          </a:bodyPr>
          <a:lstStyle/>
          <a:p>
            <a:r>
              <a:rPr lang="fr-FR" b="1" dirty="0" err="1">
                <a:latin typeface="Arial" panose="020B0604020202020204" pitchFamily="34" charset="0"/>
                <a:ea typeface="Cambria" panose="02040503050406030204" pitchFamily="18" charset="0"/>
                <a:cs typeface="Arial" panose="020B0604020202020204" pitchFamily="34" charset="0"/>
              </a:rPr>
              <a:t>Exercise</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4421221" y="1984443"/>
            <a:ext cx="4094129" cy="4192520"/>
          </a:xfrm>
        </p:spPr>
        <p:txBody>
          <a:bodyPr>
            <a:normAutofit/>
          </a:bodyPr>
          <a:lstStyle/>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The data below represents the age of visitors to a website:
Find the right proposal (among the four proposals below):
</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The variable studied is discrete quantitative 
The bar chart is the right graphical tool to represent the data 
The curve of increasing cumulative frequencies is continuous
The last class can be replaced (by convention) by [50, 70]</a:t>
            </a:r>
            <a:endParaRPr lang="fr-FR" sz="1800" dirty="0">
              <a:latin typeface="Arial" panose="020B0604020202020204" pitchFamily="34"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cs typeface="Arial" panose="020B0604020202020204" pitchFamily="34" charset="0"/>
            </a:endParaRPr>
          </a:p>
        </p:txBody>
      </p:sp>
      <p:graphicFrame>
        <p:nvGraphicFramePr>
          <p:cNvPr id="4" name="Tableau 5">
            <a:extLst>
              <a:ext uri="{FF2B5EF4-FFF2-40B4-BE49-F238E27FC236}">
                <a16:creationId xmlns:a16="http://schemas.microsoft.com/office/drawing/2014/main" id="{0F705BA6-628B-48F4-AD31-BBB7A843D82D}"/>
              </a:ext>
            </a:extLst>
          </p:cNvPr>
          <p:cNvGraphicFramePr>
            <a:graphicFrameLocks noGrp="1"/>
          </p:cNvGraphicFramePr>
          <p:nvPr>
            <p:extLst>
              <p:ext uri="{D42A27DB-BD31-4B8C-83A1-F6EECF244321}">
                <p14:modId xmlns:p14="http://schemas.microsoft.com/office/powerpoint/2010/main" val="256489971"/>
              </p:ext>
            </p:extLst>
          </p:nvPr>
        </p:nvGraphicFramePr>
        <p:xfrm>
          <a:off x="527386" y="1056700"/>
          <a:ext cx="3583036" cy="4574860"/>
        </p:xfrm>
        <a:graphic>
          <a:graphicData uri="http://schemas.openxmlformats.org/drawingml/2006/table">
            <a:tbl>
              <a:tblPr firstRow="1" bandRow="1">
                <a:tableStyleId>{EB9631B5-78F2-41C9-869B-9F39066F8104}</a:tableStyleId>
              </a:tblPr>
              <a:tblGrid>
                <a:gridCol w="1688125">
                  <a:extLst>
                    <a:ext uri="{9D8B030D-6E8A-4147-A177-3AD203B41FA5}">
                      <a16:colId xmlns:a16="http://schemas.microsoft.com/office/drawing/2014/main" val="644592904"/>
                    </a:ext>
                  </a:extLst>
                </a:gridCol>
                <a:gridCol w="1894911">
                  <a:extLst>
                    <a:ext uri="{9D8B030D-6E8A-4147-A177-3AD203B41FA5}">
                      <a16:colId xmlns:a16="http://schemas.microsoft.com/office/drawing/2014/main" val="382991047"/>
                    </a:ext>
                  </a:extLst>
                </a:gridCol>
              </a:tblGrid>
              <a:tr h="1001596">
                <a:tc>
                  <a:txBody>
                    <a:bodyPr/>
                    <a:lstStyle/>
                    <a:p>
                      <a:pPr algn="ctr"/>
                      <a:r>
                        <a:rPr lang="fr-FR" sz="2700"/>
                        <a:t>Age</a:t>
                      </a:r>
                    </a:p>
                  </a:txBody>
                  <a:tcPr marL="135351" marR="135351" marT="67675" marB="67675" anchor="ctr"/>
                </a:tc>
                <a:tc>
                  <a:txBody>
                    <a:bodyPr/>
                    <a:lstStyle/>
                    <a:p>
                      <a:pPr algn="ctr"/>
                      <a:r>
                        <a:rPr lang="fr-FR" sz="2700"/>
                        <a:t>Number of visitors</a:t>
                      </a:r>
                    </a:p>
                  </a:txBody>
                  <a:tcPr marL="135351" marR="135351" marT="67675" marB="67675" anchor="ctr"/>
                </a:tc>
                <a:extLst>
                  <a:ext uri="{0D108BD9-81ED-4DB2-BD59-A6C34878D82A}">
                    <a16:rowId xmlns:a16="http://schemas.microsoft.com/office/drawing/2014/main" val="1283284218"/>
                  </a:ext>
                </a:extLst>
              </a:tr>
              <a:tr h="595544">
                <a:tc>
                  <a:txBody>
                    <a:bodyPr/>
                    <a:lstStyle/>
                    <a:p>
                      <a:pPr algn="ctr"/>
                      <a:r>
                        <a:rPr lang="fr-FR" sz="2700"/>
                        <a:t>&lt; 18</a:t>
                      </a:r>
                    </a:p>
                  </a:txBody>
                  <a:tcPr marL="135351" marR="135351" marT="67675" marB="67675"/>
                </a:tc>
                <a:tc>
                  <a:txBody>
                    <a:bodyPr/>
                    <a:lstStyle/>
                    <a:p>
                      <a:pPr algn="ctr"/>
                      <a:r>
                        <a:rPr lang="fr-FR" sz="2700"/>
                        <a:t>5</a:t>
                      </a:r>
                    </a:p>
                  </a:txBody>
                  <a:tcPr marL="135351" marR="135351" marT="67675" marB="67675"/>
                </a:tc>
                <a:extLst>
                  <a:ext uri="{0D108BD9-81ED-4DB2-BD59-A6C34878D82A}">
                    <a16:rowId xmlns:a16="http://schemas.microsoft.com/office/drawing/2014/main" val="882198753"/>
                  </a:ext>
                </a:extLst>
              </a:tr>
              <a:tr h="595544">
                <a:tc>
                  <a:txBody>
                    <a:bodyPr/>
                    <a:lstStyle/>
                    <a:p>
                      <a:pPr algn="ctr"/>
                      <a:r>
                        <a:rPr lang="fr-FR" sz="2700" dirty="0"/>
                        <a:t>[18 ; 20]</a:t>
                      </a:r>
                    </a:p>
                  </a:txBody>
                  <a:tcPr marL="135351" marR="135351" marT="67675" marB="67675"/>
                </a:tc>
                <a:tc>
                  <a:txBody>
                    <a:bodyPr/>
                    <a:lstStyle/>
                    <a:p>
                      <a:pPr algn="ctr"/>
                      <a:r>
                        <a:rPr lang="fr-FR" sz="2700"/>
                        <a:t>15</a:t>
                      </a:r>
                    </a:p>
                  </a:txBody>
                  <a:tcPr marL="135351" marR="135351" marT="67675" marB="67675"/>
                </a:tc>
                <a:extLst>
                  <a:ext uri="{0D108BD9-81ED-4DB2-BD59-A6C34878D82A}">
                    <a16:rowId xmlns:a16="http://schemas.microsoft.com/office/drawing/2014/main" val="1755262945"/>
                  </a:ext>
                </a:extLst>
              </a:tr>
              <a:tr h="595544">
                <a:tc>
                  <a:txBody>
                    <a:bodyPr/>
                    <a:lstStyle/>
                    <a:p>
                      <a:pPr algn="ctr"/>
                      <a:r>
                        <a:rPr lang="fr-FR" sz="2700" dirty="0"/>
                        <a:t>[20 ; 30]</a:t>
                      </a:r>
                    </a:p>
                  </a:txBody>
                  <a:tcPr marL="135351" marR="135351" marT="67675" marB="67675"/>
                </a:tc>
                <a:tc>
                  <a:txBody>
                    <a:bodyPr/>
                    <a:lstStyle/>
                    <a:p>
                      <a:pPr algn="ctr"/>
                      <a:r>
                        <a:rPr lang="fr-FR" sz="2700"/>
                        <a:t>20</a:t>
                      </a:r>
                    </a:p>
                  </a:txBody>
                  <a:tcPr marL="135351" marR="135351" marT="67675" marB="67675"/>
                </a:tc>
                <a:extLst>
                  <a:ext uri="{0D108BD9-81ED-4DB2-BD59-A6C34878D82A}">
                    <a16:rowId xmlns:a16="http://schemas.microsoft.com/office/drawing/2014/main" val="3070569742"/>
                  </a:ext>
                </a:extLst>
              </a:tr>
              <a:tr h="595544">
                <a:tc>
                  <a:txBody>
                    <a:bodyPr/>
                    <a:lstStyle/>
                    <a:p>
                      <a:pPr algn="ctr"/>
                      <a:r>
                        <a:rPr lang="fr-FR" sz="2700" dirty="0"/>
                        <a:t>[30 ; 35]</a:t>
                      </a:r>
                    </a:p>
                  </a:txBody>
                  <a:tcPr marL="135351" marR="135351" marT="67675" marB="67675"/>
                </a:tc>
                <a:tc>
                  <a:txBody>
                    <a:bodyPr/>
                    <a:lstStyle/>
                    <a:p>
                      <a:pPr algn="ctr"/>
                      <a:r>
                        <a:rPr lang="fr-FR" sz="2700"/>
                        <a:t>30</a:t>
                      </a:r>
                    </a:p>
                  </a:txBody>
                  <a:tcPr marL="135351" marR="135351" marT="67675" marB="67675"/>
                </a:tc>
                <a:extLst>
                  <a:ext uri="{0D108BD9-81ED-4DB2-BD59-A6C34878D82A}">
                    <a16:rowId xmlns:a16="http://schemas.microsoft.com/office/drawing/2014/main" val="3248883628"/>
                  </a:ext>
                </a:extLst>
              </a:tr>
              <a:tr h="595544">
                <a:tc>
                  <a:txBody>
                    <a:bodyPr/>
                    <a:lstStyle/>
                    <a:p>
                      <a:pPr algn="ctr"/>
                      <a:r>
                        <a:rPr lang="fr-FR" sz="2700" dirty="0"/>
                        <a:t>[35 ; 50]</a:t>
                      </a:r>
                    </a:p>
                  </a:txBody>
                  <a:tcPr marL="135351" marR="135351" marT="67675" marB="67675"/>
                </a:tc>
                <a:tc>
                  <a:txBody>
                    <a:bodyPr/>
                    <a:lstStyle/>
                    <a:p>
                      <a:pPr algn="ctr"/>
                      <a:r>
                        <a:rPr lang="fr-FR" sz="2700"/>
                        <a:t>23</a:t>
                      </a:r>
                    </a:p>
                  </a:txBody>
                  <a:tcPr marL="135351" marR="135351" marT="67675" marB="67675"/>
                </a:tc>
                <a:extLst>
                  <a:ext uri="{0D108BD9-81ED-4DB2-BD59-A6C34878D82A}">
                    <a16:rowId xmlns:a16="http://schemas.microsoft.com/office/drawing/2014/main" val="979531004"/>
                  </a:ext>
                </a:extLst>
              </a:tr>
              <a:tr h="595544">
                <a:tc>
                  <a:txBody>
                    <a:bodyPr/>
                    <a:lstStyle/>
                    <a:p>
                      <a:pPr algn="ctr"/>
                      <a:r>
                        <a:rPr lang="fr-FR" sz="2700"/>
                        <a:t>≥ 50</a:t>
                      </a:r>
                    </a:p>
                  </a:txBody>
                  <a:tcPr marL="135351" marR="135351" marT="67675" marB="67675"/>
                </a:tc>
                <a:tc>
                  <a:txBody>
                    <a:bodyPr/>
                    <a:lstStyle/>
                    <a:p>
                      <a:pPr algn="ctr"/>
                      <a:r>
                        <a:rPr lang="fr-FR" sz="2700" dirty="0"/>
                        <a:t>7</a:t>
                      </a:r>
                    </a:p>
                  </a:txBody>
                  <a:tcPr marL="135351" marR="135351" marT="67675" marB="67675"/>
                </a:tc>
                <a:extLst>
                  <a:ext uri="{0D108BD9-81ED-4DB2-BD59-A6C34878D82A}">
                    <a16:rowId xmlns:a16="http://schemas.microsoft.com/office/drawing/2014/main" val="517406404"/>
                  </a:ext>
                </a:extLst>
              </a:tr>
            </a:tbl>
          </a:graphicData>
        </a:graphic>
      </p:graphicFrame>
    </p:spTree>
    <p:extLst>
      <p:ext uri="{BB962C8B-B14F-4D97-AF65-F5344CB8AC3E}">
        <p14:creationId xmlns:p14="http://schemas.microsoft.com/office/powerpoint/2010/main" val="1596668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9352" y="5486400"/>
            <a:ext cx="2004648"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1537" y="650160"/>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628650" y="479493"/>
            <a:ext cx="3943350" cy="1325563"/>
          </a:xfrm>
        </p:spPr>
        <p:txBody>
          <a:bodyPr>
            <a:normAutofit/>
          </a:bodyPr>
          <a:lstStyle/>
          <a:p>
            <a:r>
              <a:rPr lang="fr-FR" b="1" dirty="0" err="1">
                <a:latin typeface="Arial" panose="020B0604020202020204" pitchFamily="34" charset="0"/>
                <a:ea typeface="Cambria" panose="02040503050406030204" pitchFamily="18" charset="0"/>
                <a:cs typeface="Arial" panose="020B0604020202020204" pitchFamily="34" charset="0"/>
              </a:rPr>
              <a:t>Exercise</a:t>
            </a:r>
            <a:endParaRPr lang="fr-FR" b="1" dirty="0">
              <a:latin typeface="Arial" panose="020B0604020202020204" pitchFamily="34" charset="0"/>
              <a:ea typeface="Cambria" panose="02040503050406030204" pitchFamily="18" charset="0"/>
              <a:cs typeface="Arial" panose="020B0604020202020204" pitchFamily="34"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628650" y="1984443"/>
            <a:ext cx="3943350" cy="4192520"/>
          </a:xfrm>
        </p:spPr>
        <p:txBody>
          <a:bodyPr>
            <a:normAutofit fontScale="92500" lnSpcReduction="10000"/>
          </a:bodyPr>
          <a:lstStyle/>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The data below represents the number of products purchased during the visit of 100 visitors to a shopping center:
</a:t>
            </a:r>
            <a:endParaRPr lang="fr-FR" sz="1800" dirty="0">
              <a:latin typeface="Arial" panose="020B0604020202020204" pitchFamily="34" charset="0"/>
              <a:cs typeface="Arial" panose="020B0604020202020204" pitchFamily="34" charset="0"/>
            </a:endParaRPr>
          </a:p>
          <a:p>
            <a:pPr marL="0" indent="0">
              <a:lnSpc>
                <a:spcPct val="90000"/>
              </a:lnSpc>
              <a:buNone/>
            </a:pPr>
            <a:r>
              <a:rPr lang="en-US" sz="1800" dirty="0">
                <a:latin typeface="Arial" panose="020B0604020202020204" pitchFamily="34" charset="0"/>
                <a:cs typeface="Arial" panose="020B0604020202020204" pitchFamily="34" charset="0"/>
              </a:rPr>
              <a:t>Find the right proposal (among the four proposals below):
</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The variable studied is qualitative ordinal 
The bar chart is the right graphical tool to represent the data 
The curve of increasing cumulative frequencies is discontinuous</a:t>
            </a:r>
            <a:endParaRPr lang="fr-FR" sz="1800" dirty="0">
              <a:latin typeface="Arial" panose="020B0604020202020204" pitchFamily="34" charset="0"/>
              <a:cs typeface="Arial" panose="020B0604020202020204" pitchFamily="34" charset="0"/>
            </a:endParaRPr>
          </a:p>
          <a:p>
            <a:pPr>
              <a:lnSpc>
                <a:spcPct val="90000"/>
              </a:lnSpc>
              <a:buFont typeface="Wingdings" pitchFamily="2" charset="2"/>
              <a:buChar char="§"/>
            </a:pPr>
            <a:r>
              <a:rPr lang="en-US" sz="1800" dirty="0">
                <a:latin typeface="Arial" panose="020B0604020202020204" pitchFamily="34" charset="0"/>
                <a:cs typeface="Arial" panose="020B0604020202020204" pitchFamily="34" charset="0"/>
              </a:rPr>
              <a:t>80% of visitors have a number of products purchased less than or equal to 2</a:t>
            </a:r>
            <a:endParaRPr lang="fr-FR" sz="1800" dirty="0">
              <a:latin typeface="Arial" panose="020B0604020202020204" pitchFamily="34"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ea typeface="Cambria" panose="02040503050406030204" pitchFamily="18" charset="0"/>
              <a:cs typeface="Arial" panose="020B0604020202020204" pitchFamily="34" charset="0"/>
            </a:endParaRPr>
          </a:p>
          <a:p>
            <a:pPr marL="0" indent="0">
              <a:lnSpc>
                <a:spcPct val="90000"/>
              </a:lnSpc>
              <a:buNone/>
            </a:pPr>
            <a:endParaRPr lang="fr-FR" sz="1000" dirty="0">
              <a:latin typeface="Arial" panose="020B0604020202020204" pitchFamily="34" charset="0"/>
              <a:cs typeface="Arial" panose="020B0604020202020204" pitchFamily="34" charset="0"/>
            </a:endParaRPr>
          </a:p>
        </p:txBody>
      </p:sp>
      <p:graphicFrame>
        <p:nvGraphicFramePr>
          <p:cNvPr id="5" name="Tableau 5">
            <a:extLst>
              <a:ext uri="{FF2B5EF4-FFF2-40B4-BE49-F238E27FC236}">
                <a16:creationId xmlns:a16="http://schemas.microsoft.com/office/drawing/2014/main" id="{8BCD3DEE-DC7F-421E-840F-40D853695856}"/>
              </a:ext>
            </a:extLst>
          </p:cNvPr>
          <p:cNvGraphicFramePr>
            <a:graphicFrameLocks noGrp="1"/>
          </p:cNvGraphicFramePr>
          <p:nvPr>
            <p:extLst>
              <p:ext uri="{D42A27DB-BD31-4B8C-83A1-F6EECF244321}">
                <p14:modId xmlns:p14="http://schemas.microsoft.com/office/powerpoint/2010/main" val="2248480741"/>
              </p:ext>
            </p:extLst>
          </p:nvPr>
        </p:nvGraphicFramePr>
        <p:xfrm>
          <a:off x="4905789" y="1348727"/>
          <a:ext cx="3583037" cy="3987842"/>
        </p:xfrm>
        <a:graphic>
          <a:graphicData uri="http://schemas.openxmlformats.org/drawingml/2006/table">
            <a:tbl>
              <a:tblPr firstRow="1" bandRow="1">
                <a:tableStyleId>{2A488322-F2BA-4B5B-9748-0D474271808F}</a:tableStyleId>
              </a:tblPr>
              <a:tblGrid>
                <a:gridCol w="1859897">
                  <a:extLst>
                    <a:ext uri="{9D8B030D-6E8A-4147-A177-3AD203B41FA5}">
                      <a16:colId xmlns:a16="http://schemas.microsoft.com/office/drawing/2014/main" val="644592904"/>
                    </a:ext>
                  </a:extLst>
                </a:gridCol>
                <a:gridCol w="1723140">
                  <a:extLst>
                    <a:ext uri="{9D8B030D-6E8A-4147-A177-3AD203B41FA5}">
                      <a16:colId xmlns:a16="http://schemas.microsoft.com/office/drawing/2014/main" val="382991047"/>
                    </a:ext>
                  </a:extLst>
                </a:gridCol>
              </a:tblGrid>
              <a:tr h="1280047">
                <a:tc>
                  <a:txBody>
                    <a:bodyPr/>
                    <a:lstStyle/>
                    <a:p>
                      <a:pPr algn="ctr"/>
                      <a:r>
                        <a:rPr lang="fr-FR" sz="2400"/>
                        <a:t>Nb of products purchased</a:t>
                      </a:r>
                    </a:p>
                  </a:txBody>
                  <a:tcPr marL="123081" marR="123081" marT="61541" marB="61541" anchor="ctr"/>
                </a:tc>
                <a:tc>
                  <a:txBody>
                    <a:bodyPr/>
                    <a:lstStyle/>
                    <a:p>
                      <a:pPr algn="ctr"/>
                      <a:r>
                        <a:rPr lang="fr-FR" sz="2400"/>
                        <a:t>Number of visitors</a:t>
                      </a:r>
                    </a:p>
                  </a:txBody>
                  <a:tcPr marL="123081" marR="123081" marT="61541" marB="61541" anchor="ctr"/>
                </a:tc>
                <a:extLst>
                  <a:ext uri="{0D108BD9-81ED-4DB2-BD59-A6C34878D82A}">
                    <a16:rowId xmlns:a16="http://schemas.microsoft.com/office/drawing/2014/main" val="1283284218"/>
                  </a:ext>
                </a:extLst>
              </a:tr>
              <a:tr h="541559">
                <a:tc>
                  <a:txBody>
                    <a:bodyPr/>
                    <a:lstStyle/>
                    <a:p>
                      <a:pPr algn="ctr"/>
                      <a:r>
                        <a:rPr lang="fr-FR" sz="2400"/>
                        <a:t>0</a:t>
                      </a:r>
                    </a:p>
                  </a:txBody>
                  <a:tcPr marL="123081" marR="123081" marT="61541" marB="61541"/>
                </a:tc>
                <a:tc>
                  <a:txBody>
                    <a:bodyPr/>
                    <a:lstStyle/>
                    <a:p>
                      <a:pPr algn="ctr"/>
                      <a:r>
                        <a:rPr lang="fr-FR" sz="2400"/>
                        <a:t>20</a:t>
                      </a:r>
                    </a:p>
                  </a:txBody>
                  <a:tcPr marL="123081" marR="123081" marT="61541" marB="61541"/>
                </a:tc>
                <a:extLst>
                  <a:ext uri="{0D108BD9-81ED-4DB2-BD59-A6C34878D82A}">
                    <a16:rowId xmlns:a16="http://schemas.microsoft.com/office/drawing/2014/main" val="882198753"/>
                  </a:ext>
                </a:extLst>
              </a:tr>
              <a:tr h="541559">
                <a:tc>
                  <a:txBody>
                    <a:bodyPr/>
                    <a:lstStyle/>
                    <a:p>
                      <a:pPr algn="ctr"/>
                      <a:r>
                        <a:rPr lang="fr-FR" sz="2400"/>
                        <a:t>1</a:t>
                      </a:r>
                    </a:p>
                  </a:txBody>
                  <a:tcPr marL="123081" marR="123081" marT="61541" marB="61541"/>
                </a:tc>
                <a:tc>
                  <a:txBody>
                    <a:bodyPr/>
                    <a:lstStyle/>
                    <a:p>
                      <a:pPr algn="ctr"/>
                      <a:r>
                        <a:rPr lang="fr-FR" sz="2400"/>
                        <a:t>35</a:t>
                      </a:r>
                    </a:p>
                  </a:txBody>
                  <a:tcPr marL="123081" marR="123081" marT="61541" marB="61541"/>
                </a:tc>
                <a:extLst>
                  <a:ext uri="{0D108BD9-81ED-4DB2-BD59-A6C34878D82A}">
                    <a16:rowId xmlns:a16="http://schemas.microsoft.com/office/drawing/2014/main" val="1755262945"/>
                  </a:ext>
                </a:extLst>
              </a:tr>
              <a:tr h="541559">
                <a:tc>
                  <a:txBody>
                    <a:bodyPr/>
                    <a:lstStyle/>
                    <a:p>
                      <a:pPr algn="ctr"/>
                      <a:r>
                        <a:rPr lang="fr-FR" sz="2400"/>
                        <a:t>2</a:t>
                      </a:r>
                    </a:p>
                  </a:txBody>
                  <a:tcPr marL="123081" marR="123081" marT="61541" marB="61541"/>
                </a:tc>
                <a:tc>
                  <a:txBody>
                    <a:bodyPr/>
                    <a:lstStyle/>
                    <a:p>
                      <a:pPr algn="ctr"/>
                      <a:r>
                        <a:rPr lang="fr-FR" sz="2400"/>
                        <a:t>24</a:t>
                      </a:r>
                    </a:p>
                  </a:txBody>
                  <a:tcPr marL="123081" marR="123081" marT="61541" marB="61541"/>
                </a:tc>
                <a:extLst>
                  <a:ext uri="{0D108BD9-81ED-4DB2-BD59-A6C34878D82A}">
                    <a16:rowId xmlns:a16="http://schemas.microsoft.com/office/drawing/2014/main" val="3070569742"/>
                  </a:ext>
                </a:extLst>
              </a:tr>
              <a:tr h="541559">
                <a:tc>
                  <a:txBody>
                    <a:bodyPr/>
                    <a:lstStyle/>
                    <a:p>
                      <a:pPr algn="ctr"/>
                      <a:r>
                        <a:rPr lang="fr-FR" sz="2400"/>
                        <a:t>4</a:t>
                      </a:r>
                    </a:p>
                  </a:txBody>
                  <a:tcPr marL="123081" marR="123081" marT="61541" marB="61541"/>
                </a:tc>
                <a:tc>
                  <a:txBody>
                    <a:bodyPr/>
                    <a:lstStyle/>
                    <a:p>
                      <a:pPr algn="ctr"/>
                      <a:r>
                        <a:rPr lang="fr-FR" sz="2400"/>
                        <a:t>16</a:t>
                      </a:r>
                    </a:p>
                  </a:txBody>
                  <a:tcPr marL="123081" marR="123081" marT="61541" marB="61541"/>
                </a:tc>
                <a:extLst>
                  <a:ext uri="{0D108BD9-81ED-4DB2-BD59-A6C34878D82A}">
                    <a16:rowId xmlns:a16="http://schemas.microsoft.com/office/drawing/2014/main" val="3248883628"/>
                  </a:ext>
                </a:extLst>
              </a:tr>
              <a:tr h="541559">
                <a:tc>
                  <a:txBody>
                    <a:bodyPr/>
                    <a:lstStyle/>
                    <a:p>
                      <a:pPr algn="ctr"/>
                      <a:r>
                        <a:rPr lang="fr-FR" sz="2400"/>
                        <a:t>5</a:t>
                      </a:r>
                    </a:p>
                  </a:txBody>
                  <a:tcPr marL="123081" marR="123081" marT="61541" marB="61541"/>
                </a:tc>
                <a:tc>
                  <a:txBody>
                    <a:bodyPr/>
                    <a:lstStyle/>
                    <a:p>
                      <a:pPr algn="ctr"/>
                      <a:r>
                        <a:rPr lang="fr-FR" sz="2400" dirty="0"/>
                        <a:t>5</a:t>
                      </a:r>
                    </a:p>
                  </a:txBody>
                  <a:tcPr marL="123081" marR="123081" marT="61541" marB="61541"/>
                </a:tc>
                <a:extLst>
                  <a:ext uri="{0D108BD9-81ED-4DB2-BD59-A6C34878D82A}">
                    <a16:rowId xmlns:a16="http://schemas.microsoft.com/office/drawing/2014/main" val="979531004"/>
                  </a:ext>
                </a:extLst>
              </a:tr>
            </a:tbl>
          </a:graphicData>
        </a:graphic>
      </p:graphicFrame>
    </p:spTree>
    <p:extLst>
      <p:ext uri="{BB962C8B-B14F-4D97-AF65-F5344CB8AC3E}">
        <p14:creationId xmlns:p14="http://schemas.microsoft.com/office/powerpoint/2010/main" val="380464884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5BCDA5-BE8C-4408-8722-20FDB8CD0C94}">
  <ds:schemaRefs>
    <ds:schemaRef ds:uri="http://schemas.microsoft.com/sharepoint/v3/contenttype/forms"/>
  </ds:schemaRefs>
</ds:datastoreItem>
</file>

<file path=customXml/itemProps2.xml><?xml version="1.0" encoding="utf-8"?>
<ds:datastoreItem xmlns:ds="http://schemas.openxmlformats.org/officeDocument/2006/customXml" ds:itemID="{224DAEB6-EAD5-4579-98FF-0534BDF948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411</TotalTime>
  <Words>563</Words>
  <Application>Microsoft Macintosh PowerPoint</Application>
  <PresentationFormat>On-screen Show (4:3)</PresentationFormat>
  <Paragraphs>119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Thème Office</vt:lpstr>
      <vt:lpstr>Data Description </vt:lpstr>
      <vt:lpstr>Graphical representation of data</vt:lpstr>
      <vt:lpstr>Example </vt:lpstr>
      <vt:lpstr>Graphical representation of data</vt:lpstr>
      <vt:lpstr>Example </vt:lpstr>
      <vt:lpstr>Graphical representation of data</vt:lpstr>
      <vt:lpstr>Graphical representation of data</vt:lpstr>
      <vt:lpstr>Example</vt:lpstr>
      <vt:lpstr>The case of open classes</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Mercede Erfanianghasab</cp:lastModifiedBy>
  <cp:revision>22</cp:revision>
  <dcterms:created xsi:type="dcterms:W3CDTF">2021-02-02T16:40:54Z</dcterms:created>
  <dcterms:modified xsi:type="dcterms:W3CDTF">2026-07-17T22:19:16Z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