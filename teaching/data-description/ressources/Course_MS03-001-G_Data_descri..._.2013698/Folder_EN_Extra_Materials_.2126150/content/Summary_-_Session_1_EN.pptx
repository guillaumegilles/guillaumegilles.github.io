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356" r:id="rId5"/>
    <p:sldId id="331" r:id="rId6"/>
    <p:sldId id="333" r:id="rId7"/>
    <p:sldId id="335" r:id="rId8"/>
    <p:sldId id="336" r:id="rId9"/>
    <p:sldId id="338" r:id="rId10"/>
    <p:sldId id="340" r:id="rId11"/>
    <p:sldId id="342" r:id="rId12"/>
    <p:sldId id="344" r:id="rId13"/>
    <p:sldId id="345" r:id="rId14"/>
    <p:sldId id="346" r:id="rId15"/>
    <p:sldId id="347" r:id="rId16"/>
    <p:sldId id="271" r:id="rId17"/>
    <p:sldId id="272" r:id="rId18"/>
    <p:sldId id="273" r:id="rId19"/>
    <p:sldId id="274" r:id="rId20"/>
    <p:sldId id="278" r:id="rId21"/>
    <p:sldId id="286" r:id="rId22"/>
    <p:sldId id="287" r:id="rId23"/>
    <p:sldId id="276" r:id="rId24"/>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26A9E3-DB1D-41F5-A982-00B8D0EC1147}" v="8" dt="2021-10-14T07:47:54.328"/>
    <p1510:client id="{7DC70FC7-6341-4B33-82E1-468D359D63C2}" v="1" dt="2021-10-14T07:57:38.59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18" autoAdjust="0"/>
    <p:restoredTop sz="94660"/>
  </p:normalViewPr>
  <p:slideViewPr>
    <p:cSldViewPr>
      <p:cViewPr varScale="1">
        <p:scale>
          <a:sx n="127" d="100"/>
          <a:sy n="127" d="100"/>
        </p:scale>
        <p:origin x="1848"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7DC70FC7-6341-4B33-82E1-468D359D63C2}"/>
    <pc:docChg chg="custSel addSld delSld modSld sldOrd">
      <pc:chgData name="KACHOUR Maher" userId="09775c39-7739-40bf-ba04-c8ef3ab24a94" providerId="ADAL" clId="{7DC70FC7-6341-4B33-82E1-468D359D63C2}" dt="2021-10-14T08:00:22.682" v="55"/>
      <pc:docMkLst>
        <pc:docMk/>
      </pc:docMkLst>
      <pc:sldChg chg="del">
        <pc:chgData name="KACHOUR Maher" userId="09775c39-7739-40bf-ba04-c8ef3ab24a94" providerId="ADAL" clId="{7DC70FC7-6341-4B33-82E1-468D359D63C2}" dt="2021-10-14T07:58:51.576" v="26" actId="47"/>
        <pc:sldMkLst>
          <pc:docMk/>
          <pc:sldMk cId="904395720" sldId="268"/>
        </pc:sldMkLst>
      </pc:sldChg>
      <pc:sldChg chg="del">
        <pc:chgData name="KACHOUR Maher" userId="09775c39-7739-40bf-ba04-c8ef3ab24a94" providerId="ADAL" clId="{7DC70FC7-6341-4B33-82E1-468D359D63C2}" dt="2021-10-14T07:59:58.043" v="44" actId="47"/>
        <pc:sldMkLst>
          <pc:docMk/>
          <pc:sldMk cId="3981332052" sldId="275"/>
        </pc:sldMkLst>
      </pc:sldChg>
      <pc:sldChg chg="del">
        <pc:chgData name="KACHOUR Maher" userId="09775c39-7739-40bf-ba04-c8ef3ab24a94" providerId="ADAL" clId="{7DC70FC7-6341-4B33-82E1-468D359D63C2}" dt="2021-10-14T07:57:57.404" v="11" actId="47"/>
        <pc:sldMkLst>
          <pc:docMk/>
          <pc:sldMk cId="1304109704" sldId="279"/>
        </pc:sldMkLst>
      </pc:sldChg>
      <pc:sldChg chg="del">
        <pc:chgData name="KACHOUR Maher" userId="09775c39-7739-40bf-ba04-c8ef3ab24a94" providerId="ADAL" clId="{7DC70FC7-6341-4B33-82E1-468D359D63C2}" dt="2021-10-14T07:58:14.621" v="15" actId="47"/>
        <pc:sldMkLst>
          <pc:docMk/>
          <pc:sldMk cId="39123846" sldId="281"/>
        </pc:sldMkLst>
      </pc:sldChg>
      <pc:sldChg chg="del">
        <pc:chgData name="KACHOUR Maher" userId="09775c39-7739-40bf-ba04-c8ef3ab24a94" providerId="ADAL" clId="{7DC70FC7-6341-4B33-82E1-468D359D63C2}" dt="2021-10-14T07:58:47.900" v="25" actId="47"/>
        <pc:sldMkLst>
          <pc:docMk/>
          <pc:sldMk cId="368661801" sldId="282"/>
        </pc:sldMkLst>
      </pc:sldChg>
      <pc:sldChg chg="del">
        <pc:chgData name="KACHOUR Maher" userId="09775c39-7739-40bf-ba04-c8ef3ab24a94" providerId="ADAL" clId="{7DC70FC7-6341-4B33-82E1-468D359D63C2}" dt="2021-10-14T07:58:54.641" v="27" actId="47"/>
        <pc:sldMkLst>
          <pc:docMk/>
          <pc:sldMk cId="2566369134" sldId="284"/>
        </pc:sldMkLst>
      </pc:sldChg>
      <pc:sldChg chg="del">
        <pc:chgData name="KACHOUR Maher" userId="09775c39-7739-40bf-ba04-c8ef3ab24a94" providerId="ADAL" clId="{7DC70FC7-6341-4B33-82E1-468D359D63C2}" dt="2021-10-14T07:59:30.308" v="34" actId="47"/>
        <pc:sldMkLst>
          <pc:docMk/>
          <pc:sldMk cId="3502793993" sldId="285"/>
        </pc:sldMkLst>
      </pc:sldChg>
      <pc:sldChg chg="del">
        <pc:chgData name="KACHOUR Maher" userId="09775c39-7739-40bf-ba04-c8ef3ab24a94" providerId="ADAL" clId="{7DC70FC7-6341-4B33-82E1-468D359D63C2}" dt="2021-10-14T08:00:08.020" v="48" actId="47"/>
        <pc:sldMkLst>
          <pc:docMk/>
          <pc:sldMk cId="3149534508" sldId="288"/>
        </pc:sldMkLst>
      </pc:sldChg>
      <pc:sldChg chg="del">
        <pc:chgData name="KACHOUR Maher" userId="09775c39-7739-40bf-ba04-c8ef3ab24a94" providerId="ADAL" clId="{7DC70FC7-6341-4B33-82E1-468D359D63C2}" dt="2021-10-14T08:00:17.344" v="52" actId="47"/>
        <pc:sldMkLst>
          <pc:docMk/>
          <pc:sldMk cId="3312963330" sldId="289"/>
        </pc:sldMkLst>
      </pc:sldChg>
      <pc:sldChg chg="addSp delSp modSp new mod">
        <pc:chgData name="KACHOUR Maher" userId="09775c39-7739-40bf-ba04-c8ef3ab24a94" providerId="ADAL" clId="{7DC70FC7-6341-4B33-82E1-468D359D63C2}" dt="2021-10-14T07:57:43.749" v="7" actId="208"/>
        <pc:sldMkLst>
          <pc:docMk/>
          <pc:sldMk cId="4248554185" sldId="290"/>
        </pc:sldMkLst>
        <pc:spChg chg="mod">
          <ac:chgData name="KACHOUR Maher" userId="09775c39-7739-40bf-ba04-c8ef3ab24a94" providerId="ADAL" clId="{7DC70FC7-6341-4B33-82E1-468D359D63C2}" dt="2021-10-14T07:57:24.831" v="4" actId="20577"/>
          <ac:spMkLst>
            <pc:docMk/>
            <pc:sldMk cId="4248554185" sldId="290"/>
            <ac:spMk id="2" creationId="{608D1BBE-FCF7-4B3F-9E6D-DCC7B3B64A32}"/>
          </ac:spMkLst>
        </pc:spChg>
        <pc:spChg chg="del">
          <ac:chgData name="KACHOUR Maher" userId="09775c39-7739-40bf-ba04-c8ef3ab24a94" providerId="ADAL" clId="{7DC70FC7-6341-4B33-82E1-468D359D63C2}" dt="2021-10-14T07:57:28.608" v="5" actId="478"/>
          <ac:spMkLst>
            <pc:docMk/>
            <pc:sldMk cId="4248554185" sldId="290"/>
            <ac:spMk id="3" creationId="{84205E0B-918D-4C6F-B84C-EB917EAA9BAB}"/>
          </ac:spMkLst>
        </pc:spChg>
        <pc:spChg chg="add mod">
          <ac:chgData name="KACHOUR Maher" userId="09775c39-7739-40bf-ba04-c8ef3ab24a94" providerId="ADAL" clId="{7DC70FC7-6341-4B33-82E1-468D359D63C2}" dt="2021-10-14T07:57:43.749" v="7" actId="208"/>
          <ac:spMkLst>
            <pc:docMk/>
            <pc:sldMk cId="4248554185" sldId="290"/>
            <ac:spMk id="4" creationId="{AE181493-ACBD-4B78-8364-6ED764F3FF78}"/>
          </ac:spMkLst>
        </pc:spChg>
      </pc:sldChg>
      <pc:sldChg chg="add ord">
        <pc:chgData name="KACHOUR Maher" userId="09775c39-7739-40bf-ba04-c8ef3ab24a94" providerId="ADAL" clId="{7DC70FC7-6341-4B33-82E1-468D359D63C2}" dt="2021-10-14T07:57:52.296" v="10"/>
        <pc:sldMkLst>
          <pc:docMk/>
          <pc:sldMk cId="3479083144" sldId="291"/>
        </pc:sldMkLst>
      </pc:sldChg>
      <pc:sldChg chg="add ord">
        <pc:chgData name="KACHOUR Maher" userId="09775c39-7739-40bf-ba04-c8ef3ab24a94" providerId="ADAL" clId="{7DC70FC7-6341-4B33-82E1-468D359D63C2}" dt="2021-10-14T07:58:10.207" v="14"/>
        <pc:sldMkLst>
          <pc:docMk/>
          <pc:sldMk cId="3016599454" sldId="292"/>
        </pc:sldMkLst>
      </pc:sldChg>
      <pc:sldChg chg="add ord">
        <pc:chgData name="KACHOUR Maher" userId="09775c39-7739-40bf-ba04-c8ef3ab24a94" providerId="ADAL" clId="{7DC70FC7-6341-4B33-82E1-468D359D63C2}" dt="2021-10-14T07:58:19.805" v="18"/>
        <pc:sldMkLst>
          <pc:docMk/>
          <pc:sldMk cId="898554552" sldId="293"/>
        </pc:sldMkLst>
      </pc:sldChg>
      <pc:sldChg chg="add ord">
        <pc:chgData name="KACHOUR Maher" userId="09775c39-7739-40bf-ba04-c8ef3ab24a94" providerId="ADAL" clId="{7DC70FC7-6341-4B33-82E1-468D359D63C2}" dt="2021-10-14T07:58:27.078" v="21"/>
        <pc:sldMkLst>
          <pc:docMk/>
          <pc:sldMk cId="2615758525" sldId="294"/>
        </pc:sldMkLst>
      </pc:sldChg>
      <pc:sldChg chg="add ord">
        <pc:chgData name="KACHOUR Maher" userId="09775c39-7739-40bf-ba04-c8ef3ab24a94" providerId="ADAL" clId="{7DC70FC7-6341-4B33-82E1-468D359D63C2}" dt="2021-10-14T07:58:32.631" v="24"/>
        <pc:sldMkLst>
          <pc:docMk/>
          <pc:sldMk cId="3923244689" sldId="295"/>
        </pc:sldMkLst>
      </pc:sldChg>
      <pc:sldChg chg="add ord">
        <pc:chgData name="KACHOUR Maher" userId="09775c39-7739-40bf-ba04-c8ef3ab24a94" providerId="ADAL" clId="{7DC70FC7-6341-4B33-82E1-468D359D63C2}" dt="2021-10-14T07:59:13.844" v="30"/>
        <pc:sldMkLst>
          <pc:docMk/>
          <pc:sldMk cId="1784951327" sldId="296"/>
        </pc:sldMkLst>
      </pc:sldChg>
      <pc:sldChg chg="add ord">
        <pc:chgData name="KACHOUR Maher" userId="09775c39-7739-40bf-ba04-c8ef3ab24a94" providerId="ADAL" clId="{7DC70FC7-6341-4B33-82E1-468D359D63C2}" dt="2021-10-14T07:59:23.778" v="33"/>
        <pc:sldMkLst>
          <pc:docMk/>
          <pc:sldMk cId="2405161718" sldId="297"/>
        </pc:sldMkLst>
      </pc:sldChg>
      <pc:sldChg chg="add ord">
        <pc:chgData name="KACHOUR Maher" userId="09775c39-7739-40bf-ba04-c8ef3ab24a94" providerId="ADAL" clId="{7DC70FC7-6341-4B33-82E1-468D359D63C2}" dt="2021-10-14T07:59:38.076" v="37"/>
        <pc:sldMkLst>
          <pc:docMk/>
          <pc:sldMk cId="1916985919" sldId="298"/>
        </pc:sldMkLst>
      </pc:sldChg>
      <pc:sldChg chg="add ord">
        <pc:chgData name="KACHOUR Maher" userId="09775c39-7739-40bf-ba04-c8ef3ab24a94" providerId="ADAL" clId="{7DC70FC7-6341-4B33-82E1-468D359D63C2}" dt="2021-10-14T07:59:44.630" v="40"/>
        <pc:sldMkLst>
          <pc:docMk/>
          <pc:sldMk cId="3426715120" sldId="299"/>
        </pc:sldMkLst>
      </pc:sldChg>
      <pc:sldChg chg="add ord">
        <pc:chgData name="KACHOUR Maher" userId="09775c39-7739-40bf-ba04-c8ef3ab24a94" providerId="ADAL" clId="{7DC70FC7-6341-4B33-82E1-468D359D63C2}" dt="2021-10-14T07:59:54.313" v="43"/>
        <pc:sldMkLst>
          <pc:docMk/>
          <pc:sldMk cId="1897380408" sldId="300"/>
        </pc:sldMkLst>
      </pc:sldChg>
      <pc:sldChg chg="add ord">
        <pc:chgData name="KACHOUR Maher" userId="09775c39-7739-40bf-ba04-c8ef3ab24a94" providerId="ADAL" clId="{7DC70FC7-6341-4B33-82E1-468D359D63C2}" dt="2021-10-14T08:00:06.054" v="47"/>
        <pc:sldMkLst>
          <pc:docMk/>
          <pc:sldMk cId="32885230" sldId="301"/>
        </pc:sldMkLst>
      </pc:sldChg>
      <pc:sldChg chg="add ord">
        <pc:chgData name="KACHOUR Maher" userId="09775c39-7739-40bf-ba04-c8ef3ab24a94" providerId="ADAL" clId="{7DC70FC7-6341-4B33-82E1-468D359D63C2}" dt="2021-10-14T08:00:13.074" v="51"/>
        <pc:sldMkLst>
          <pc:docMk/>
          <pc:sldMk cId="1602397440" sldId="302"/>
        </pc:sldMkLst>
      </pc:sldChg>
      <pc:sldChg chg="add ord">
        <pc:chgData name="KACHOUR Maher" userId="09775c39-7739-40bf-ba04-c8ef3ab24a94" providerId="ADAL" clId="{7DC70FC7-6341-4B33-82E1-468D359D63C2}" dt="2021-10-14T08:00:22.682" v="55"/>
        <pc:sldMkLst>
          <pc:docMk/>
          <pc:sldMk cId="1888510774" sldId="303"/>
        </pc:sldMkLst>
      </pc:sldChg>
    </pc:docChg>
  </pc:docChgLst>
  <pc:docChgLst>
    <pc:chgData name="KACHOUR Maher" userId="09775c39-7739-40bf-ba04-c8ef3ab24a94" providerId="ADAL" clId="{6126A9E3-DB1D-41F5-A982-00B8D0EC1147}"/>
    <pc:docChg chg="custSel addSld modSld sldOrd">
      <pc:chgData name="KACHOUR Maher" userId="09775c39-7739-40bf-ba04-c8ef3ab24a94" providerId="ADAL" clId="{6126A9E3-DB1D-41F5-A982-00B8D0EC1147}" dt="2021-10-14T07:48:25.103" v="307" actId="1076"/>
      <pc:docMkLst>
        <pc:docMk/>
      </pc:docMkLst>
      <pc:sldChg chg="modSp mod">
        <pc:chgData name="KACHOUR Maher" userId="09775c39-7739-40bf-ba04-c8ef3ab24a94" providerId="ADAL" clId="{6126A9E3-DB1D-41F5-A982-00B8D0EC1147}" dt="2021-10-13T16:48:08.984" v="14" actId="790"/>
        <pc:sldMkLst>
          <pc:docMk/>
          <pc:sldMk cId="2217304767" sldId="261"/>
        </pc:sldMkLst>
        <pc:spChg chg="mod">
          <ac:chgData name="KACHOUR Maher" userId="09775c39-7739-40bf-ba04-c8ef3ab24a94" providerId="ADAL" clId="{6126A9E3-DB1D-41F5-A982-00B8D0EC1147}" dt="2021-10-13T16:47:56.039" v="13" actId="790"/>
          <ac:spMkLst>
            <pc:docMk/>
            <pc:sldMk cId="2217304767" sldId="261"/>
            <ac:spMk id="2" creationId="{00000000-0000-0000-0000-000000000000}"/>
          </ac:spMkLst>
        </pc:spChg>
        <pc:spChg chg="mod">
          <ac:chgData name="KACHOUR Maher" userId="09775c39-7739-40bf-ba04-c8ef3ab24a94" providerId="ADAL" clId="{6126A9E3-DB1D-41F5-A982-00B8D0EC1147}" dt="2021-10-13T16:48:08.984" v="14" actId="790"/>
          <ac:spMkLst>
            <pc:docMk/>
            <pc:sldMk cId="2217304767" sldId="261"/>
            <ac:spMk id="7" creationId="{00000000-0000-0000-0000-000000000000}"/>
          </ac:spMkLst>
        </pc:spChg>
      </pc:sldChg>
      <pc:sldChg chg="modSp mod">
        <pc:chgData name="KACHOUR Maher" userId="09775c39-7739-40bf-ba04-c8ef3ab24a94" providerId="ADAL" clId="{6126A9E3-DB1D-41F5-A982-00B8D0EC1147}" dt="2021-10-14T07:23:52.559" v="49" actId="207"/>
        <pc:sldMkLst>
          <pc:docMk/>
          <pc:sldMk cId="2131802041" sldId="264"/>
        </pc:sldMkLst>
        <pc:spChg chg="mod">
          <ac:chgData name="KACHOUR Maher" userId="09775c39-7739-40bf-ba04-c8ef3ab24a94" providerId="ADAL" clId="{6126A9E3-DB1D-41F5-A982-00B8D0EC1147}" dt="2021-10-14T07:19:11.365" v="42" actId="790"/>
          <ac:spMkLst>
            <pc:docMk/>
            <pc:sldMk cId="2131802041" sldId="264"/>
            <ac:spMk id="2" creationId="{0DD3DBAA-B753-4584-85E3-3991CCF40AA3}"/>
          </ac:spMkLst>
        </pc:spChg>
        <pc:spChg chg="mod">
          <ac:chgData name="KACHOUR Maher" userId="09775c39-7739-40bf-ba04-c8ef3ab24a94" providerId="ADAL" clId="{6126A9E3-DB1D-41F5-A982-00B8D0EC1147}" dt="2021-10-14T07:23:52.559" v="49" actId="207"/>
          <ac:spMkLst>
            <pc:docMk/>
            <pc:sldMk cId="2131802041" sldId="264"/>
            <ac:spMk id="3" creationId="{22942A69-CA5A-44ED-ABE0-A159469C5274}"/>
          </ac:spMkLst>
        </pc:spChg>
      </pc:sldChg>
      <pc:sldChg chg="modSp mod">
        <pc:chgData name="KACHOUR Maher" userId="09775c39-7739-40bf-ba04-c8ef3ab24a94" providerId="ADAL" clId="{6126A9E3-DB1D-41F5-A982-00B8D0EC1147}" dt="2021-10-14T07:29:21.024" v="110" actId="20577"/>
        <pc:sldMkLst>
          <pc:docMk/>
          <pc:sldMk cId="2470683761" sldId="265"/>
        </pc:sldMkLst>
        <pc:spChg chg="mod">
          <ac:chgData name="KACHOUR Maher" userId="09775c39-7739-40bf-ba04-c8ef3ab24a94" providerId="ADAL" clId="{6126A9E3-DB1D-41F5-A982-00B8D0EC1147}" dt="2021-10-14T07:22:04.767" v="48" actId="14100"/>
          <ac:spMkLst>
            <pc:docMk/>
            <pc:sldMk cId="2470683761" sldId="265"/>
            <ac:spMk id="5" creationId="{0EE741EE-5EF6-4D30-834A-ACB6DF131A1E}"/>
          </ac:spMkLst>
        </pc:spChg>
        <pc:graphicFrameChg chg="mod modGraphic">
          <ac:chgData name="KACHOUR Maher" userId="09775c39-7739-40bf-ba04-c8ef3ab24a94" providerId="ADAL" clId="{6126A9E3-DB1D-41F5-A982-00B8D0EC1147}" dt="2021-10-14T07:29:21.024" v="110" actId="20577"/>
          <ac:graphicFrameMkLst>
            <pc:docMk/>
            <pc:sldMk cId="2470683761" sldId="265"/>
            <ac:graphicFrameMk id="7" creationId="{49D4F1EC-90ED-4143-B2CB-3B7C6E8C43CB}"/>
          </ac:graphicFrameMkLst>
        </pc:graphicFrameChg>
      </pc:sldChg>
      <pc:sldChg chg="addSp delSp modSp mod">
        <pc:chgData name="KACHOUR Maher" userId="09775c39-7739-40bf-ba04-c8ef3ab24a94" providerId="ADAL" clId="{6126A9E3-DB1D-41F5-A982-00B8D0EC1147}" dt="2021-10-14T07:28:02.902" v="108" actId="1076"/>
        <pc:sldMkLst>
          <pc:docMk/>
          <pc:sldMk cId="4029125219" sldId="266"/>
        </pc:sldMkLst>
        <pc:spChg chg="del mod">
          <ac:chgData name="KACHOUR Maher" userId="09775c39-7739-40bf-ba04-c8ef3ab24a94" providerId="ADAL" clId="{6126A9E3-DB1D-41F5-A982-00B8D0EC1147}" dt="2021-10-14T07:27:50.872" v="105" actId="478"/>
          <ac:spMkLst>
            <pc:docMk/>
            <pc:sldMk cId="4029125219" sldId="266"/>
            <ac:spMk id="12" creationId="{FD04F170-1415-4063-8204-0B7DA7A0B4C4}"/>
          </ac:spMkLst>
        </pc:spChg>
        <pc:spChg chg="del mod">
          <ac:chgData name="KACHOUR Maher" userId="09775c39-7739-40bf-ba04-c8ef3ab24a94" providerId="ADAL" clId="{6126A9E3-DB1D-41F5-A982-00B8D0EC1147}" dt="2021-10-14T07:27:53.740" v="106" actId="478"/>
          <ac:spMkLst>
            <pc:docMk/>
            <pc:sldMk cId="4029125219" sldId="266"/>
            <ac:spMk id="13" creationId="{D228E0C4-2755-454A-9040-5B005A2F4BF6}"/>
          </ac:spMkLst>
        </pc:spChg>
        <pc:graphicFrameChg chg="add mod modGraphic">
          <ac:chgData name="KACHOUR Maher" userId="09775c39-7739-40bf-ba04-c8ef3ab24a94" providerId="ADAL" clId="{6126A9E3-DB1D-41F5-A982-00B8D0EC1147}" dt="2021-10-14T07:28:02.902" v="108" actId="1076"/>
          <ac:graphicFrameMkLst>
            <pc:docMk/>
            <pc:sldMk cId="4029125219" sldId="266"/>
            <ac:graphicFrameMk id="4" creationId="{0D62A07F-C272-419C-BE1A-33DCD4601154}"/>
          </ac:graphicFrameMkLst>
        </pc:graphicFrameChg>
        <pc:picChg chg="del mod">
          <ac:chgData name="KACHOUR Maher" userId="09775c39-7739-40bf-ba04-c8ef3ab24a94" providerId="ADAL" clId="{6126A9E3-DB1D-41F5-A982-00B8D0EC1147}" dt="2021-10-14T07:27:56.001" v="107" actId="478"/>
          <ac:picMkLst>
            <pc:docMk/>
            <pc:sldMk cId="4029125219" sldId="266"/>
            <ac:picMk id="8" creationId="{D313FDA7-D433-41D7-AA6D-40787F594C4E}"/>
          </ac:picMkLst>
        </pc:picChg>
      </pc:sldChg>
      <pc:sldChg chg="modSp mod">
        <pc:chgData name="KACHOUR Maher" userId="09775c39-7739-40bf-ba04-c8ef3ab24a94" providerId="ADAL" clId="{6126A9E3-DB1D-41F5-A982-00B8D0EC1147}" dt="2021-10-14T07:17:21.671" v="33" actId="20577"/>
        <pc:sldMkLst>
          <pc:docMk/>
          <pc:sldMk cId="727762592" sldId="267"/>
        </pc:sldMkLst>
        <pc:spChg chg="mod">
          <ac:chgData name="KACHOUR Maher" userId="09775c39-7739-40bf-ba04-c8ef3ab24a94" providerId="ADAL" clId="{6126A9E3-DB1D-41F5-A982-00B8D0EC1147}" dt="2021-10-14T07:17:21.671" v="33" actId="20577"/>
          <ac:spMkLst>
            <pc:docMk/>
            <pc:sldMk cId="727762592" sldId="267"/>
            <ac:spMk id="3" creationId="{922DB5E6-6035-4539-A1C7-11FB05D53725}"/>
          </ac:spMkLst>
        </pc:spChg>
      </pc:sldChg>
      <pc:sldChg chg="addSp delSp modSp mod">
        <pc:chgData name="KACHOUR Maher" userId="09775c39-7739-40bf-ba04-c8ef3ab24a94" providerId="ADAL" clId="{6126A9E3-DB1D-41F5-A982-00B8D0EC1147}" dt="2021-10-14T07:39:56.003" v="223" actId="113"/>
        <pc:sldMkLst>
          <pc:docMk/>
          <pc:sldMk cId="870743358" sldId="269"/>
        </pc:sldMkLst>
        <pc:spChg chg="del topLvl">
          <ac:chgData name="KACHOUR Maher" userId="09775c39-7739-40bf-ba04-c8ef3ab24a94" providerId="ADAL" clId="{6126A9E3-DB1D-41F5-A982-00B8D0EC1147}" dt="2021-10-14T07:39:12.611" v="179" actId="478"/>
          <ac:spMkLst>
            <pc:docMk/>
            <pc:sldMk cId="870743358" sldId="269"/>
            <ac:spMk id="7" creationId="{360401C9-621A-457D-8C3C-DDB97A9EC064}"/>
          </ac:spMkLst>
        </pc:spChg>
        <pc:spChg chg="del topLvl">
          <ac:chgData name="KACHOUR Maher" userId="09775c39-7739-40bf-ba04-c8ef3ab24a94" providerId="ADAL" clId="{6126A9E3-DB1D-41F5-A982-00B8D0EC1147}" dt="2021-10-14T07:39:08.117" v="178" actId="478"/>
          <ac:spMkLst>
            <pc:docMk/>
            <pc:sldMk cId="870743358" sldId="269"/>
            <ac:spMk id="9" creationId="{E2F38BAE-5EEA-42DA-BF98-A9A264605FE5}"/>
          </ac:spMkLst>
        </pc:spChg>
        <pc:grpChg chg="del">
          <ac:chgData name="KACHOUR Maher" userId="09775c39-7739-40bf-ba04-c8ef3ab24a94" providerId="ADAL" clId="{6126A9E3-DB1D-41F5-A982-00B8D0EC1147}" dt="2021-10-14T07:39:08.117" v="178" actId="478"/>
          <ac:grpSpMkLst>
            <pc:docMk/>
            <pc:sldMk cId="870743358" sldId="269"/>
            <ac:grpSpMk id="11" creationId="{39300D0B-A8B7-467B-94DB-ACA366BBDB2B}"/>
          </ac:grpSpMkLst>
        </pc:grpChg>
        <pc:graphicFrameChg chg="add mod modGraphic">
          <ac:chgData name="KACHOUR Maher" userId="09775c39-7739-40bf-ba04-c8ef3ab24a94" providerId="ADAL" clId="{6126A9E3-DB1D-41F5-A982-00B8D0EC1147}" dt="2021-10-14T07:39:56.003" v="223" actId="113"/>
          <ac:graphicFrameMkLst>
            <pc:docMk/>
            <pc:sldMk cId="870743358" sldId="269"/>
            <ac:graphicFrameMk id="3" creationId="{228BA124-D48D-493A-9CF4-DAD94ED15AD0}"/>
          </ac:graphicFrameMkLst>
        </pc:graphicFrameChg>
        <pc:picChg chg="del">
          <ac:chgData name="KACHOUR Maher" userId="09775c39-7739-40bf-ba04-c8ef3ab24a94" providerId="ADAL" clId="{6126A9E3-DB1D-41F5-A982-00B8D0EC1147}" dt="2021-10-14T07:39:03.235" v="177" actId="478"/>
          <ac:picMkLst>
            <pc:docMk/>
            <pc:sldMk cId="870743358" sldId="269"/>
            <ac:picMk id="8" creationId="{4548506E-2746-4256-9376-A72BA0077370}"/>
          </ac:picMkLst>
        </pc:picChg>
      </pc:sldChg>
      <pc:sldChg chg="addSp delSp modSp mod">
        <pc:chgData name="KACHOUR Maher" userId="09775c39-7739-40bf-ba04-c8ef3ab24a94" providerId="ADAL" clId="{6126A9E3-DB1D-41F5-A982-00B8D0EC1147}" dt="2021-10-14T07:41:26.355" v="271" actId="1076"/>
        <pc:sldMkLst>
          <pc:docMk/>
          <pc:sldMk cId="526900021" sldId="272"/>
        </pc:sldMkLst>
        <pc:spChg chg="mod">
          <ac:chgData name="KACHOUR Maher" userId="09775c39-7739-40bf-ba04-c8ef3ab24a94" providerId="ADAL" clId="{6126A9E3-DB1D-41F5-A982-00B8D0EC1147}" dt="2021-10-14T07:41:15.929" v="270" actId="1076"/>
          <ac:spMkLst>
            <pc:docMk/>
            <pc:sldMk cId="526900021" sldId="272"/>
            <ac:spMk id="10" creationId="{D00598FB-A56E-4973-8723-4EF8ECE9C57F}"/>
          </ac:spMkLst>
        </pc:spChg>
        <pc:spChg chg="mod">
          <ac:chgData name="KACHOUR Maher" userId="09775c39-7739-40bf-ba04-c8ef3ab24a94" providerId="ADAL" clId="{6126A9E3-DB1D-41F5-A982-00B8D0EC1147}" dt="2021-10-14T07:19:57.978" v="43" actId="790"/>
          <ac:spMkLst>
            <pc:docMk/>
            <pc:sldMk cId="526900021" sldId="272"/>
            <ac:spMk id="11" creationId="{38CED182-D357-4973-815C-FCCED4A61898}"/>
          </ac:spMkLst>
        </pc:spChg>
        <pc:graphicFrameChg chg="add mod modGraphic">
          <ac:chgData name="KACHOUR Maher" userId="09775c39-7739-40bf-ba04-c8ef3ab24a94" providerId="ADAL" clId="{6126A9E3-DB1D-41F5-A982-00B8D0EC1147}" dt="2021-10-14T07:41:26.355" v="271" actId="1076"/>
          <ac:graphicFrameMkLst>
            <pc:docMk/>
            <pc:sldMk cId="526900021" sldId="272"/>
            <ac:graphicFrameMk id="3" creationId="{CC04CAD9-D5F7-4932-9D7A-0805E4AB1817}"/>
          </ac:graphicFrameMkLst>
        </pc:graphicFrameChg>
        <pc:picChg chg="del">
          <ac:chgData name="KACHOUR Maher" userId="09775c39-7739-40bf-ba04-c8ef3ab24a94" providerId="ADAL" clId="{6126A9E3-DB1D-41F5-A982-00B8D0EC1147}" dt="2021-10-14T07:40:25.581" v="225" actId="478"/>
          <ac:picMkLst>
            <pc:docMk/>
            <pc:sldMk cId="526900021" sldId="272"/>
            <ac:picMk id="4" creationId="{904F2B5F-1B8F-4AFF-BA59-64BC51651D2D}"/>
          </ac:picMkLst>
        </pc:picChg>
      </pc:sldChg>
      <pc:sldChg chg="modSp mod">
        <pc:chgData name="KACHOUR Maher" userId="09775c39-7739-40bf-ba04-c8ef3ab24a94" providerId="ADAL" clId="{6126A9E3-DB1D-41F5-A982-00B8D0EC1147}" dt="2021-10-14T07:20:39.309" v="46" actId="2711"/>
        <pc:sldMkLst>
          <pc:docMk/>
          <pc:sldMk cId="4072213904" sldId="273"/>
        </pc:sldMkLst>
        <pc:spChg chg="mod">
          <ac:chgData name="KACHOUR Maher" userId="09775c39-7739-40bf-ba04-c8ef3ab24a94" providerId="ADAL" clId="{6126A9E3-DB1D-41F5-A982-00B8D0EC1147}" dt="2021-10-14T07:20:39.309" v="46" actId="2711"/>
          <ac:spMkLst>
            <pc:docMk/>
            <pc:sldMk cId="4072213904" sldId="273"/>
            <ac:spMk id="4" creationId="{9C8C3E54-7FE3-4F1A-AEBE-8BDF3C6B745B}"/>
          </ac:spMkLst>
        </pc:spChg>
      </pc:sldChg>
      <pc:sldChg chg="delSp modSp mod ord">
        <pc:chgData name="KACHOUR Maher" userId="09775c39-7739-40bf-ba04-c8ef3ab24a94" providerId="ADAL" clId="{6126A9E3-DB1D-41F5-A982-00B8D0EC1147}" dt="2021-10-14T07:47:11.857" v="288" actId="1076"/>
        <pc:sldMkLst>
          <pc:docMk/>
          <pc:sldMk cId="3981332052" sldId="275"/>
        </pc:sldMkLst>
        <pc:picChg chg="del">
          <ac:chgData name="KACHOUR Maher" userId="09775c39-7739-40bf-ba04-c8ef3ab24a94" providerId="ADAL" clId="{6126A9E3-DB1D-41F5-A982-00B8D0EC1147}" dt="2021-10-14T07:46:59.308" v="286" actId="478"/>
          <ac:picMkLst>
            <pc:docMk/>
            <pc:sldMk cId="3981332052" sldId="275"/>
            <ac:picMk id="4" creationId="{1E5ED45B-D319-4601-A37F-7589AE98F831}"/>
          </ac:picMkLst>
        </pc:picChg>
        <pc:picChg chg="mod">
          <ac:chgData name="KACHOUR Maher" userId="09775c39-7739-40bf-ba04-c8ef3ab24a94" providerId="ADAL" clId="{6126A9E3-DB1D-41F5-A982-00B8D0EC1147}" dt="2021-10-14T07:47:11.857" v="288" actId="1076"/>
          <ac:picMkLst>
            <pc:docMk/>
            <pc:sldMk cId="3981332052" sldId="275"/>
            <ac:picMk id="5" creationId="{205271FE-4FEC-4A7A-B0B5-4D0E2D0858A6}"/>
          </ac:picMkLst>
        </pc:picChg>
        <pc:picChg chg="del">
          <ac:chgData name="KACHOUR Maher" userId="09775c39-7739-40bf-ba04-c8ef3ab24a94" providerId="ADAL" clId="{6126A9E3-DB1D-41F5-A982-00B8D0EC1147}" dt="2021-10-14T07:47:01.344" v="287" actId="478"/>
          <ac:picMkLst>
            <pc:docMk/>
            <pc:sldMk cId="3981332052" sldId="275"/>
            <ac:picMk id="8" creationId="{2B953362-25F7-47D5-9758-6DE15CD96776}"/>
          </ac:picMkLst>
        </pc:picChg>
      </pc:sldChg>
      <pc:sldChg chg="addSp delSp modSp mod">
        <pc:chgData name="KACHOUR Maher" userId="09775c39-7739-40bf-ba04-c8ef3ab24a94" providerId="ADAL" clId="{6126A9E3-DB1D-41F5-A982-00B8D0EC1147}" dt="2021-10-13T16:47:43.071" v="12" actId="790"/>
        <pc:sldMkLst>
          <pc:docMk/>
          <pc:sldMk cId="4231536356" sldId="277"/>
        </pc:sldMkLst>
        <pc:spChg chg="mod">
          <ac:chgData name="KACHOUR Maher" userId="09775c39-7739-40bf-ba04-c8ef3ab24a94" providerId="ADAL" clId="{6126A9E3-DB1D-41F5-A982-00B8D0EC1147}" dt="2021-10-13T16:47:43.071" v="12" actId="790"/>
          <ac:spMkLst>
            <pc:docMk/>
            <pc:sldMk cId="4231536356" sldId="277"/>
            <ac:spMk id="2" creationId="{2C5B5ECA-7C18-49ED-B766-9DBA250DD5E1}"/>
          </ac:spMkLst>
        </pc:spChg>
        <pc:spChg chg="add mod">
          <ac:chgData name="KACHOUR Maher" userId="09775c39-7739-40bf-ba04-c8ef3ab24a94" providerId="ADAL" clId="{6126A9E3-DB1D-41F5-A982-00B8D0EC1147}" dt="2021-10-13T16:47:32.027" v="11" actId="2711"/>
          <ac:spMkLst>
            <pc:docMk/>
            <pc:sldMk cId="4231536356" sldId="277"/>
            <ac:spMk id="5" creationId="{892CDD47-C631-4981-AA67-4A280133F62C}"/>
          </ac:spMkLst>
        </pc:spChg>
        <pc:graphicFrameChg chg="del modGraphic">
          <ac:chgData name="KACHOUR Maher" userId="09775c39-7739-40bf-ba04-c8ef3ab24a94" providerId="ADAL" clId="{6126A9E3-DB1D-41F5-A982-00B8D0EC1147}" dt="2021-10-13T16:45:35.751" v="5" actId="478"/>
          <ac:graphicFrameMkLst>
            <pc:docMk/>
            <pc:sldMk cId="4231536356" sldId="277"/>
            <ac:graphicFrameMk id="4" creationId="{FF693F28-5001-45E2-A32B-66BDFA440517}"/>
          </ac:graphicFrameMkLst>
        </pc:graphicFrameChg>
      </pc:sldChg>
      <pc:sldChg chg="delSp modSp mod">
        <pc:chgData name="KACHOUR Maher" userId="09775c39-7739-40bf-ba04-c8ef3ab24a94" providerId="ADAL" clId="{6126A9E3-DB1D-41F5-A982-00B8D0EC1147}" dt="2021-10-14T07:46:56.427" v="285" actId="1076"/>
        <pc:sldMkLst>
          <pc:docMk/>
          <pc:sldMk cId="1979777204" sldId="278"/>
        </pc:sldMkLst>
        <pc:spChg chg="mod">
          <ac:chgData name="KACHOUR Maher" userId="09775c39-7739-40bf-ba04-c8ef3ab24a94" providerId="ADAL" clId="{6126A9E3-DB1D-41F5-A982-00B8D0EC1147}" dt="2021-10-14T07:46:48.001" v="282" actId="20577"/>
          <ac:spMkLst>
            <pc:docMk/>
            <pc:sldMk cId="1979777204" sldId="278"/>
            <ac:spMk id="3" creationId="{BCB1E9CE-2092-4731-8569-2AD3949CF473}"/>
          </ac:spMkLst>
        </pc:spChg>
        <pc:grpChg chg="mod">
          <ac:chgData name="KACHOUR Maher" userId="09775c39-7739-40bf-ba04-c8ef3ab24a94" providerId="ADAL" clId="{6126A9E3-DB1D-41F5-A982-00B8D0EC1147}" dt="2021-10-14T07:46:56.427" v="285" actId="1076"/>
          <ac:grpSpMkLst>
            <pc:docMk/>
            <pc:sldMk cId="1979777204" sldId="278"/>
            <ac:grpSpMk id="8" creationId="{EBEC6656-1FB6-4DA2-A09B-E229A94C738A}"/>
          </ac:grpSpMkLst>
        </pc:grpChg>
        <pc:picChg chg="del">
          <ac:chgData name="KACHOUR Maher" userId="09775c39-7739-40bf-ba04-c8ef3ab24a94" providerId="ADAL" clId="{6126A9E3-DB1D-41F5-A982-00B8D0EC1147}" dt="2021-10-14T07:46:51.090" v="283" actId="478"/>
          <ac:picMkLst>
            <pc:docMk/>
            <pc:sldMk cId="1979777204" sldId="278"/>
            <ac:picMk id="13" creationId="{C91156E5-F6DA-4B64-A1C7-73ED3CFE4FB7}"/>
          </ac:picMkLst>
        </pc:picChg>
        <pc:picChg chg="del">
          <ac:chgData name="KACHOUR Maher" userId="09775c39-7739-40bf-ba04-c8ef3ab24a94" providerId="ADAL" clId="{6126A9E3-DB1D-41F5-A982-00B8D0EC1147}" dt="2021-10-14T07:46:53.050" v="284" actId="478"/>
          <ac:picMkLst>
            <pc:docMk/>
            <pc:sldMk cId="1979777204" sldId="278"/>
            <ac:picMk id="14" creationId="{490E382A-1EDE-40AC-BC31-E99258CD869D}"/>
          </ac:picMkLst>
        </pc:picChg>
      </pc:sldChg>
      <pc:sldChg chg="add">
        <pc:chgData name="KACHOUR Maher" userId="09775c39-7739-40bf-ba04-c8ef3ab24a94" providerId="ADAL" clId="{6126A9E3-DB1D-41F5-A982-00B8D0EC1147}" dt="2021-10-13T16:45:02.112" v="0" actId="2890"/>
        <pc:sldMkLst>
          <pc:docMk/>
          <pc:sldMk cId="1304109704" sldId="279"/>
        </pc:sldMkLst>
      </pc:sldChg>
      <pc:sldChg chg="modSp add mod">
        <pc:chgData name="KACHOUR Maher" userId="09775c39-7739-40bf-ba04-c8ef3ab24a94" providerId="ADAL" clId="{6126A9E3-DB1D-41F5-A982-00B8D0EC1147}" dt="2021-10-13T16:47:15.606" v="10" actId="790"/>
        <pc:sldMkLst>
          <pc:docMk/>
          <pc:sldMk cId="1867429784" sldId="280"/>
        </pc:sldMkLst>
        <pc:spChg chg="mod">
          <ac:chgData name="KACHOUR Maher" userId="09775c39-7739-40bf-ba04-c8ef3ab24a94" providerId="ADAL" clId="{6126A9E3-DB1D-41F5-A982-00B8D0EC1147}" dt="2021-10-13T16:46:56.441" v="8" actId="790"/>
          <ac:spMkLst>
            <pc:docMk/>
            <pc:sldMk cId="1867429784" sldId="280"/>
            <ac:spMk id="2" creationId="{2C5B5ECA-7C18-49ED-B766-9DBA250DD5E1}"/>
          </ac:spMkLst>
        </pc:spChg>
        <pc:graphicFrameChg chg="modGraphic">
          <ac:chgData name="KACHOUR Maher" userId="09775c39-7739-40bf-ba04-c8ef3ab24a94" providerId="ADAL" clId="{6126A9E3-DB1D-41F5-A982-00B8D0EC1147}" dt="2021-10-13T16:47:15.606" v="10" actId="790"/>
          <ac:graphicFrameMkLst>
            <pc:docMk/>
            <pc:sldMk cId="1867429784" sldId="280"/>
            <ac:graphicFrameMk id="4" creationId="{FF693F28-5001-45E2-A32B-66BDFA440517}"/>
          </ac:graphicFrameMkLst>
        </pc:graphicFrameChg>
      </pc:sldChg>
      <pc:sldChg chg="modSp add mod">
        <pc:chgData name="KACHOUR Maher" userId="09775c39-7739-40bf-ba04-c8ef3ab24a94" providerId="ADAL" clId="{6126A9E3-DB1D-41F5-A982-00B8D0EC1147}" dt="2021-10-14T07:18:08.708" v="39" actId="33524"/>
        <pc:sldMkLst>
          <pc:docMk/>
          <pc:sldMk cId="39123846" sldId="281"/>
        </pc:sldMkLst>
        <pc:spChg chg="mod">
          <ac:chgData name="KACHOUR Maher" userId="09775c39-7739-40bf-ba04-c8ef3ab24a94" providerId="ADAL" clId="{6126A9E3-DB1D-41F5-A982-00B8D0EC1147}" dt="2021-10-14T07:18:08.708" v="39" actId="33524"/>
          <ac:spMkLst>
            <pc:docMk/>
            <pc:sldMk cId="39123846" sldId="281"/>
            <ac:spMk id="3" creationId="{922DB5E6-6035-4539-A1C7-11FB05D53725}"/>
          </ac:spMkLst>
        </pc:spChg>
      </pc:sldChg>
      <pc:sldChg chg="add">
        <pc:chgData name="KACHOUR Maher" userId="09775c39-7739-40bf-ba04-c8ef3ab24a94" providerId="ADAL" clId="{6126A9E3-DB1D-41F5-A982-00B8D0EC1147}" dt="2021-10-14T07:26:28.313" v="50" actId="2890"/>
        <pc:sldMkLst>
          <pc:docMk/>
          <pc:sldMk cId="368661801" sldId="282"/>
        </pc:sldMkLst>
      </pc:sldChg>
      <pc:sldChg chg="addSp delSp modSp add mod ord">
        <pc:chgData name="KACHOUR Maher" userId="09775c39-7739-40bf-ba04-c8ef3ab24a94" providerId="ADAL" clId="{6126A9E3-DB1D-41F5-A982-00B8D0EC1147}" dt="2021-10-14T07:38:25.767" v="175"/>
        <pc:sldMkLst>
          <pc:docMk/>
          <pc:sldMk cId="390872840" sldId="283"/>
        </pc:sldMkLst>
        <pc:grpChg chg="del mod">
          <ac:chgData name="KACHOUR Maher" userId="09775c39-7739-40bf-ba04-c8ef3ab24a94" providerId="ADAL" clId="{6126A9E3-DB1D-41F5-A982-00B8D0EC1147}" dt="2021-10-14T07:38:10.160" v="172" actId="478"/>
          <ac:grpSpMkLst>
            <pc:docMk/>
            <pc:sldMk cId="390872840" sldId="283"/>
            <ac:grpSpMk id="12" creationId="{F49B8B8D-BB0B-4669-88AE-8E5D41053ABE}"/>
          </ac:grpSpMkLst>
        </pc:grpChg>
        <pc:graphicFrameChg chg="add mod modGraphic">
          <ac:chgData name="KACHOUR Maher" userId="09775c39-7739-40bf-ba04-c8ef3ab24a94" providerId="ADAL" clId="{6126A9E3-DB1D-41F5-A982-00B8D0EC1147}" dt="2021-10-14T07:38:13.412" v="173" actId="1076"/>
          <ac:graphicFrameMkLst>
            <pc:docMk/>
            <pc:sldMk cId="390872840" sldId="283"/>
            <ac:graphicFrameMk id="3" creationId="{6F36D207-BF96-464A-B488-DFDAF94C913A}"/>
          </ac:graphicFrameMkLst>
        </pc:graphicFrameChg>
      </pc:sldChg>
      <pc:sldChg chg="add">
        <pc:chgData name="KACHOUR Maher" userId="09775c39-7739-40bf-ba04-c8ef3ab24a94" providerId="ADAL" clId="{6126A9E3-DB1D-41F5-A982-00B8D0EC1147}" dt="2021-10-14T07:38:39.201" v="176" actId="2890"/>
        <pc:sldMkLst>
          <pc:docMk/>
          <pc:sldMk cId="2566369134" sldId="284"/>
        </pc:sldMkLst>
      </pc:sldChg>
      <pc:sldChg chg="add">
        <pc:chgData name="KACHOUR Maher" userId="09775c39-7739-40bf-ba04-c8ef3ab24a94" providerId="ADAL" clId="{6126A9E3-DB1D-41F5-A982-00B8D0EC1147}" dt="2021-10-14T07:40:10.982" v="224" actId="2890"/>
        <pc:sldMkLst>
          <pc:docMk/>
          <pc:sldMk cId="3502793993" sldId="285"/>
        </pc:sldMkLst>
      </pc:sldChg>
      <pc:sldChg chg="delSp modSp add mod">
        <pc:chgData name="KACHOUR Maher" userId="09775c39-7739-40bf-ba04-c8ef3ab24a94" providerId="ADAL" clId="{6126A9E3-DB1D-41F5-A982-00B8D0EC1147}" dt="2021-10-14T07:47:26.237" v="292" actId="1076"/>
        <pc:sldMkLst>
          <pc:docMk/>
          <pc:sldMk cId="1592290791" sldId="286"/>
        </pc:sldMkLst>
        <pc:spChg chg="mod">
          <ac:chgData name="KACHOUR Maher" userId="09775c39-7739-40bf-ba04-c8ef3ab24a94" providerId="ADAL" clId="{6126A9E3-DB1D-41F5-A982-00B8D0EC1147}" dt="2021-10-14T07:47:19.396" v="289" actId="20577"/>
          <ac:spMkLst>
            <pc:docMk/>
            <pc:sldMk cId="1592290791" sldId="286"/>
            <ac:spMk id="3" creationId="{BCB1E9CE-2092-4731-8569-2AD3949CF473}"/>
          </ac:spMkLst>
        </pc:spChg>
        <pc:grpChg chg="del">
          <ac:chgData name="KACHOUR Maher" userId="09775c39-7739-40bf-ba04-c8ef3ab24a94" providerId="ADAL" clId="{6126A9E3-DB1D-41F5-A982-00B8D0EC1147}" dt="2021-10-14T07:47:21.171" v="290" actId="478"/>
          <ac:grpSpMkLst>
            <pc:docMk/>
            <pc:sldMk cId="1592290791" sldId="286"/>
            <ac:grpSpMk id="8" creationId="{EBEC6656-1FB6-4DA2-A09B-E229A94C738A}"/>
          </ac:grpSpMkLst>
        </pc:grpChg>
        <pc:picChg chg="mod">
          <ac:chgData name="KACHOUR Maher" userId="09775c39-7739-40bf-ba04-c8ef3ab24a94" providerId="ADAL" clId="{6126A9E3-DB1D-41F5-A982-00B8D0EC1147}" dt="2021-10-14T07:47:26.237" v="292" actId="1076"/>
          <ac:picMkLst>
            <pc:docMk/>
            <pc:sldMk cId="1592290791" sldId="286"/>
            <ac:picMk id="13" creationId="{C91156E5-F6DA-4B64-A1C7-73ED3CFE4FB7}"/>
          </ac:picMkLst>
        </pc:picChg>
        <pc:picChg chg="del">
          <ac:chgData name="KACHOUR Maher" userId="09775c39-7739-40bf-ba04-c8ef3ab24a94" providerId="ADAL" clId="{6126A9E3-DB1D-41F5-A982-00B8D0EC1147}" dt="2021-10-14T07:47:23.443" v="291" actId="478"/>
          <ac:picMkLst>
            <pc:docMk/>
            <pc:sldMk cId="1592290791" sldId="286"/>
            <ac:picMk id="14" creationId="{490E382A-1EDE-40AC-BC31-E99258CD869D}"/>
          </ac:picMkLst>
        </pc:picChg>
      </pc:sldChg>
      <pc:sldChg chg="delSp modSp add mod">
        <pc:chgData name="KACHOUR Maher" userId="09775c39-7739-40bf-ba04-c8ef3ab24a94" providerId="ADAL" clId="{6126A9E3-DB1D-41F5-A982-00B8D0EC1147}" dt="2021-10-14T07:48:02.903" v="301" actId="1076"/>
        <pc:sldMkLst>
          <pc:docMk/>
          <pc:sldMk cId="2553761799" sldId="287"/>
        </pc:sldMkLst>
        <pc:spChg chg="mod">
          <ac:chgData name="KACHOUR Maher" userId="09775c39-7739-40bf-ba04-c8ef3ab24a94" providerId="ADAL" clId="{6126A9E3-DB1D-41F5-A982-00B8D0EC1147}" dt="2021-10-14T07:47:54.328" v="298" actId="20577"/>
          <ac:spMkLst>
            <pc:docMk/>
            <pc:sldMk cId="2553761799" sldId="287"/>
            <ac:spMk id="3" creationId="{BCB1E9CE-2092-4731-8569-2AD3949CF473}"/>
          </ac:spMkLst>
        </pc:spChg>
        <pc:grpChg chg="del">
          <ac:chgData name="KACHOUR Maher" userId="09775c39-7739-40bf-ba04-c8ef3ab24a94" providerId="ADAL" clId="{6126A9E3-DB1D-41F5-A982-00B8D0EC1147}" dt="2021-10-14T07:47:56.651" v="299" actId="478"/>
          <ac:grpSpMkLst>
            <pc:docMk/>
            <pc:sldMk cId="2553761799" sldId="287"/>
            <ac:grpSpMk id="8" creationId="{EBEC6656-1FB6-4DA2-A09B-E229A94C738A}"/>
          </ac:grpSpMkLst>
        </pc:grpChg>
        <pc:picChg chg="del">
          <ac:chgData name="KACHOUR Maher" userId="09775c39-7739-40bf-ba04-c8ef3ab24a94" providerId="ADAL" clId="{6126A9E3-DB1D-41F5-A982-00B8D0EC1147}" dt="2021-10-14T07:47:58.745" v="300" actId="478"/>
          <ac:picMkLst>
            <pc:docMk/>
            <pc:sldMk cId="2553761799" sldId="287"/>
            <ac:picMk id="13" creationId="{C91156E5-F6DA-4B64-A1C7-73ED3CFE4FB7}"/>
          </ac:picMkLst>
        </pc:picChg>
        <pc:picChg chg="mod">
          <ac:chgData name="KACHOUR Maher" userId="09775c39-7739-40bf-ba04-c8ef3ab24a94" providerId="ADAL" clId="{6126A9E3-DB1D-41F5-A982-00B8D0EC1147}" dt="2021-10-14T07:48:02.903" v="301" actId="1076"/>
          <ac:picMkLst>
            <pc:docMk/>
            <pc:sldMk cId="2553761799" sldId="287"/>
            <ac:picMk id="14" creationId="{490E382A-1EDE-40AC-BC31-E99258CD869D}"/>
          </ac:picMkLst>
        </pc:picChg>
      </pc:sldChg>
      <pc:sldChg chg="addSp delSp modSp add mod ord">
        <pc:chgData name="KACHOUR Maher" userId="09775c39-7739-40bf-ba04-c8ef3ab24a94" providerId="ADAL" clId="{6126A9E3-DB1D-41F5-A982-00B8D0EC1147}" dt="2021-10-14T07:47:44.879" v="297" actId="478"/>
        <pc:sldMkLst>
          <pc:docMk/>
          <pc:sldMk cId="3149534508" sldId="288"/>
        </pc:sldMkLst>
        <pc:spChg chg="add del mod">
          <ac:chgData name="KACHOUR Maher" userId="09775c39-7739-40bf-ba04-c8ef3ab24a94" providerId="ADAL" clId="{6126A9E3-DB1D-41F5-A982-00B8D0EC1147}" dt="2021-10-14T07:47:35.442" v="294" actId="478"/>
          <ac:spMkLst>
            <pc:docMk/>
            <pc:sldMk cId="3149534508" sldId="288"/>
            <ac:spMk id="6" creationId="{9CEC7AD0-F051-4857-B7B5-C0F91715FDC5}"/>
          </ac:spMkLst>
        </pc:spChg>
        <pc:spChg chg="del">
          <ac:chgData name="KACHOUR Maher" userId="09775c39-7739-40bf-ba04-c8ef3ab24a94" providerId="ADAL" clId="{6126A9E3-DB1D-41F5-A982-00B8D0EC1147}" dt="2021-10-14T07:47:40.075" v="295" actId="478"/>
          <ac:spMkLst>
            <pc:docMk/>
            <pc:sldMk cId="3149534508" sldId="288"/>
            <ac:spMk id="11" creationId="{5B6203AB-F925-453A-A8EE-D2EA8A7B001A}"/>
          </ac:spMkLst>
        </pc:spChg>
        <pc:spChg chg="del">
          <ac:chgData name="KACHOUR Maher" userId="09775c39-7739-40bf-ba04-c8ef3ab24a94" providerId="ADAL" clId="{6126A9E3-DB1D-41F5-A982-00B8D0EC1147}" dt="2021-10-14T07:47:42.725" v="296" actId="478"/>
          <ac:spMkLst>
            <pc:docMk/>
            <pc:sldMk cId="3149534508" sldId="288"/>
            <ac:spMk id="12" creationId="{0579E1E1-9805-4D2F-82D8-B76F69556BD9}"/>
          </ac:spMkLst>
        </pc:spChg>
        <pc:picChg chg="del">
          <ac:chgData name="KACHOUR Maher" userId="09775c39-7739-40bf-ba04-c8ef3ab24a94" providerId="ADAL" clId="{6126A9E3-DB1D-41F5-A982-00B8D0EC1147}" dt="2021-10-14T07:47:32.894" v="293" actId="478"/>
          <ac:picMkLst>
            <pc:docMk/>
            <pc:sldMk cId="3149534508" sldId="288"/>
            <ac:picMk id="5" creationId="{205271FE-4FEC-4A7A-B0B5-4D0E2D0858A6}"/>
          </ac:picMkLst>
        </pc:picChg>
        <pc:picChg chg="del">
          <ac:chgData name="KACHOUR Maher" userId="09775c39-7739-40bf-ba04-c8ef3ab24a94" providerId="ADAL" clId="{6126A9E3-DB1D-41F5-A982-00B8D0EC1147}" dt="2021-10-14T07:47:44.879" v="297" actId="478"/>
          <ac:picMkLst>
            <pc:docMk/>
            <pc:sldMk cId="3149534508" sldId="288"/>
            <ac:picMk id="8" creationId="{2B953362-25F7-47D5-9758-6DE15CD96776}"/>
          </ac:picMkLst>
        </pc:picChg>
      </pc:sldChg>
      <pc:sldChg chg="addSp delSp modSp add mod ord">
        <pc:chgData name="KACHOUR Maher" userId="09775c39-7739-40bf-ba04-c8ef3ab24a94" providerId="ADAL" clId="{6126A9E3-DB1D-41F5-A982-00B8D0EC1147}" dt="2021-10-14T07:48:25.103" v="307" actId="1076"/>
        <pc:sldMkLst>
          <pc:docMk/>
          <pc:sldMk cId="3312963330" sldId="289"/>
        </pc:sldMkLst>
        <pc:spChg chg="add del mod">
          <ac:chgData name="KACHOUR Maher" userId="09775c39-7739-40bf-ba04-c8ef3ab24a94" providerId="ADAL" clId="{6126A9E3-DB1D-41F5-A982-00B8D0EC1147}" dt="2021-10-14T07:48:12.003" v="303" actId="478"/>
          <ac:spMkLst>
            <pc:docMk/>
            <pc:sldMk cId="3312963330" sldId="289"/>
            <ac:spMk id="6" creationId="{4C001F42-BFAF-454D-8556-040FBBA0857D}"/>
          </ac:spMkLst>
        </pc:spChg>
        <pc:spChg chg="del">
          <ac:chgData name="KACHOUR Maher" userId="09775c39-7739-40bf-ba04-c8ef3ab24a94" providerId="ADAL" clId="{6126A9E3-DB1D-41F5-A982-00B8D0EC1147}" dt="2021-10-14T07:48:16.436" v="304" actId="478"/>
          <ac:spMkLst>
            <pc:docMk/>
            <pc:sldMk cId="3312963330" sldId="289"/>
            <ac:spMk id="11" creationId="{5B6203AB-F925-453A-A8EE-D2EA8A7B001A}"/>
          </ac:spMkLst>
        </pc:spChg>
        <pc:spChg chg="del">
          <ac:chgData name="KACHOUR Maher" userId="09775c39-7739-40bf-ba04-c8ef3ab24a94" providerId="ADAL" clId="{6126A9E3-DB1D-41F5-A982-00B8D0EC1147}" dt="2021-10-14T07:48:19.462" v="305" actId="478"/>
          <ac:spMkLst>
            <pc:docMk/>
            <pc:sldMk cId="3312963330" sldId="289"/>
            <ac:spMk id="12" creationId="{0579E1E1-9805-4D2F-82D8-B76F69556BD9}"/>
          </ac:spMkLst>
        </pc:spChg>
        <pc:picChg chg="del">
          <ac:chgData name="KACHOUR Maher" userId="09775c39-7739-40bf-ba04-c8ef3ab24a94" providerId="ADAL" clId="{6126A9E3-DB1D-41F5-A982-00B8D0EC1147}" dt="2021-10-14T07:48:22.027" v="306" actId="478"/>
          <ac:picMkLst>
            <pc:docMk/>
            <pc:sldMk cId="3312963330" sldId="289"/>
            <ac:picMk id="4" creationId="{1E5ED45B-D319-4601-A37F-7589AE98F831}"/>
          </ac:picMkLst>
        </pc:picChg>
        <pc:picChg chg="del">
          <ac:chgData name="KACHOUR Maher" userId="09775c39-7739-40bf-ba04-c8ef3ab24a94" providerId="ADAL" clId="{6126A9E3-DB1D-41F5-A982-00B8D0EC1147}" dt="2021-10-14T07:48:08.306" v="302" actId="478"/>
          <ac:picMkLst>
            <pc:docMk/>
            <pc:sldMk cId="3312963330" sldId="289"/>
            <ac:picMk id="5" creationId="{205271FE-4FEC-4A7A-B0B5-4D0E2D0858A6}"/>
          </ac:picMkLst>
        </pc:picChg>
        <pc:picChg chg="mod">
          <ac:chgData name="KACHOUR Maher" userId="09775c39-7739-40bf-ba04-c8ef3ab24a94" providerId="ADAL" clId="{6126A9E3-DB1D-41F5-A982-00B8D0EC1147}" dt="2021-10-14T07:48:25.103" v="307" actId="1076"/>
          <ac:picMkLst>
            <pc:docMk/>
            <pc:sldMk cId="3312963330" sldId="289"/>
            <ac:picMk id="8" creationId="{2B953362-25F7-47D5-9758-6DE15CD9677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AC16FC-B4D8-194F-91F2-155BA78D945F}" type="datetimeFigureOut">
              <a:rPr lang="en-NL" smtClean="0"/>
              <a:t>21/08/2026</a:t>
            </a:fld>
            <a:endParaRPr lang="en-NL"/>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147559-ACB1-A54F-A774-950FB6554FAD}" type="slidenum">
              <a:rPr lang="en-NL" smtClean="0"/>
              <a:t>‹#›</a:t>
            </a:fld>
            <a:endParaRPr lang="en-NL"/>
          </a:p>
        </p:txBody>
      </p:sp>
    </p:spTree>
    <p:extLst>
      <p:ext uri="{BB962C8B-B14F-4D97-AF65-F5344CB8AC3E}">
        <p14:creationId xmlns:p14="http://schemas.microsoft.com/office/powerpoint/2010/main" val="1989937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F284A-18C4-799D-45D9-D2D4B4586F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CF7BA-1031-6890-D1B2-FFB7835049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0F9FC-4069-449C-4283-B78DD51A476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AD3AA68-7A7B-2861-397B-FFCE9CE85B39}"/>
              </a:ext>
            </a:extLst>
          </p:cNvPr>
          <p:cNvSpPr>
            <a:spLocks noGrp="1"/>
          </p:cNvSpPr>
          <p:nvPr>
            <p:ph type="sldNum" sz="quarter" idx="5"/>
          </p:nvPr>
        </p:nvSpPr>
        <p:spPr/>
        <p:txBody>
          <a:bodyPr/>
          <a:lstStyle/>
          <a:p>
            <a:fld id="{A0C0CC39-82DC-47DC-B7C3-D18CC4574CF1}" type="slidenum">
              <a:rPr lang="fr-FR" smtClean="0"/>
              <a:t>2</a:t>
            </a:fld>
            <a:endParaRPr lang="fr-FR"/>
          </a:p>
        </p:txBody>
      </p:sp>
    </p:spTree>
    <p:extLst>
      <p:ext uri="{BB962C8B-B14F-4D97-AF65-F5344CB8AC3E}">
        <p14:creationId xmlns:p14="http://schemas.microsoft.com/office/powerpoint/2010/main" val="2049179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B336C-3F36-771B-4021-2830AA744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51A89-A290-D55E-CB35-20B178297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246B86-C281-219C-E23A-D5DBF94C34D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BC65F4C-ADAC-839D-DEBA-0428A7103827}"/>
              </a:ext>
            </a:extLst>
          </p:cNvPr>
          <p:cNvSpPr>
            <a:spLocks noGrp="1"/>
          </p:cNvSpPr>
          <p:nvPr>
            <p:ph type="sldNum" sz="quarter" idx="5"/>
          </p:nvPr>
        </p:nvSpPr>
        <p:spPr/>
        <p:txBody>
          <a:bodyPr/>
          <a:lstStyle/>
          <a:p>
            <a:fld id="{A0C0CC39-82DC-47DC-B7C3-D18CC4574CF1}" type="slidenum">
              <a:rPr lang="fr-FR" smtClean="0"/>
              <a:t>3</a:t>
            </a:fld>
            <a:endParaRPr lang="fr-FR"/>
          </a:p>
        </p:txBody>
      </p:sp>
    </p:spTree>
    <p:extLst>
      <p:ext uri="{BB962C8B-B14F-4D97-AF65-F5344CB8AC3E}">
        <p14:creationId xmlns:p14="http://schemas.microsoft.com/office/powerpoint/2010/main" val="3066608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7D79D-9792-77B5-7A8C-77DA33A39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F71B4-1153-8A0F-0311-29A14BC76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8F8B08-691C-52B9-AAD1-ED0824E1D78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CB8089B-AF1D-6E4E-FF3F-15876E2AA8F4}"/>
              </a:ext>
            </a:extLst>
          </p:cNvPr>
          <p:cNvSpPr>
            <a:spLocks noGrp="1"/>
          </p:cNvSpPr>
          <p:nvPr>
            <p:ph type="sldNum" sz="quarter" idx="5"/>
          </p:nvPr>
        </p:nvSpPr>
        <p:spPr/>
        <p:txBody>
          <a:bodyPr/>
          <a:lstStyle/>
          <a:p>
            <a:fld id="{A0C0CC39-82DC-47DC-B7C3-D18CC4574CF1}" type="slidenum">
              <a:rPr lang="fr-FR" smtClean="0"/>
              <a:t>4</a:t>
            </a:fld>
            <a:endParaRPr lang="fr-FR"/>
          </a:p>
        </p:txBody>
      </p:sp>
    </p:spTree>
    <p:extLst>
      <p:ext uri="{BB962C8B-B14F-4D97-AF65-F5344CB8AC3E}">
        <p14:creationId xmlns:p14="http://schemas.microsoft.com/office/powerpoint/2010/main" val="3406469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56F02-C164-D339-AD31-7CC903180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5936F-4351-D472-56C5-70E924B09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B1A3D-5041-7585-15D3-AA8F1E54F4E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C585F37-5350-5B35-F6DC-46A287BE2798}"/>
              </a:ext>
            </a:extLst>
          </p:cNvPr>
          <p:cNvSpPr>
            <a:spLocks noGrp="1"/>
          </p:cNvSpPr>
          <p:nvPr>
            <p:ph type="sldNum" sz="quarter" idx="5"/>
          </p:nvPr>
        </p:nvSpPr>
        <p:spPr/>
        <p:txBody>
          <a:bodyPr/>
          <a:lstStyle/>
          <a:p>
            <a:fld id="{A0C0CC39-82DC-47DC-B7C3-D18CC4574CF1}" type="slidenum">
              <a:rPr lang="fr-FR" smtClean="0"/>
              <a:t>5</a:t>
            </a:fld>
            <a:endParaRPr lang="fr-FR"/>
          </a:p>
        </p:txBody>
      </p:sp>
    </p:spTree>
    <p:extLst>
      <p:ext uri="{BB962C8B-B14F-4D97-AF65-F5344CB8AC3E}">
        <p14:creationId xmlns:p14="http://schemas.microsoft.com/office/powerpoint/2010/main" val="1759558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B065D-A80F-2565-D24B-E9F0386CB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74347-4761-E8F1-AE08-2F09D7A25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D4D2C-8689-2786-EFC0-B1ED79E3DB0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7E619BD-698D-D462-4A15-FB9F77FF866C}"/>
              </a:ext>
            </a:extLst>
          </p:cNvPr>
          <p:cNvSpPr>
            <a:spLocks noGrp="1"/>
          </p:cNvSpPr>
          <p:nvPr>
            <p:ph type="sldNum" sz="quarter" idx="5"/>
          </p:nvPr>
        </p:nvSpPr>
        <p:spPr/>
        <p:txBody>
          <a:bodyPr/>
          <a:lstStyle/>
          <a:p>
            <a:fld id="{A0C0CC39-82DC-47DC-B7C3-D18CC4574CF1}" type="slidenum">
              <a:rPr lang="fr-FR" smtClean="0"/>
              <a:t>6</a:t>
            </a:fld>
            <a:endParaRPr lang="fr-FR"/>
          </a:p>
        </p:txBody>
      </p:sp>
    </p:spTree>
    <p:extLst>
      <p:ext uri="{BB962C8B-B14F-4D97-AF65-F5344CB8AC3E}">
        <p14:creationId xmlns:p14="http://schemas.microsoft.com/office/powerpoint/2010/main" val="1610876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C5D95-C36F-2CFE-BDDC-AF814641D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724F0-1426-3F79-AAF7-0D3BAE7C10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A2656-9D00-E8A2-5903-6FDAD2DB3A3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94324CC-9034-84CF-F64F-F96192C2BD80}"/>
              </a:ext>
            </a:extLst>
          </p:cNvPr>
          <p:cNvSpPr>
            <a:spLocks noGrp="1"/>
          </p:cNvSpPr>
          <p:nvPr>
            <p:ph type="sldNum" sz="quarter" idx="5"/>
          </p:nvPr>
        </p:nvSpPr>
        <p:spPr/>
        <p:txBody>
          <a:bodyPr/>
          <a:lstStyle/>
          <a:p>
            <a:fld id="{A0C0CC39-82DC-47DC-B7C3-D18CC4574CF1}" type="slidenum">
              <a:rPr lang="fr-FR" smtClean="0"/>
              <a:t>7</a:t>
            </a:fld>
            <a:endParaRPr lang="fr-FR"/>
          </a:p>
        </p:txBody>
      </p:sp>
    </p:spTree>
    <p:extLst>
      <p:ext uri="{BB962C8B-B14F-4D97-AF65-F5344CB8AC3E}">
        <p14:creationId xmlns:p14="http://schemas.microsoft.com/office/powerpoint/2010/main" val="3856690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A380A-DB5D-88BF-CF43-B55F9FBF8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DD316-36BC-904A-DA84-8345011CA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F5FB2-20E2-61B8-04F5-8EAF5BBD84F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76682C4-8646-E04F-426A-6F6C90E748B6}"/>
              </a:ext>
            </a:extLst>
          </p:cNvPr>
          <p:cNvSpPr>
            <a:spLocks noGrp="1"/>
          </p:cNvSpPr>
          <p:nvPr>
            <p:ph type="sldNum" sz="quarter" idx="5"/>
          </p:nvPr>
        </p:nvSpPr>
        <p:spPr/>
        <p:txBody>
          <a:bodyPr/>
          <a:lstStyle/>
          <a:p>
            <a:fld id="{A0C0CC39-82DC-47DC-B7C3-D18CC4574CF1}" type="slidenum">
              <a:rPr lang="fr-FR" smtClean="0"/>
              <a:t>8</a:t>
            </a:fld>
            <a:endParaRPr lang="fr-FR"/>
          </a:p>
        </p:txBody>
      </p:sp>
    </p:spTree>
    <p:extLst>
      <p:ext uri="{BB962C8B-B14F-4D97-AF65-F5344CB8AC3E}">
        <p14:creationId xmlns:p14="http://schemas.microsoft.com/office/powerpoint/2010/main" val="4085221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A675-9041-A66F-4C6C-5705B7D01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718ED-86A7-DBEE-410E-932F10FED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C8554-5DD4-921E-6011-F080C6D6373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03AE14A-305C-D377-2EB6-0DC224BA3C99}"/>
              </a:ext>
            </a:extLst>
          </p:cNvPr>
          <p:cNvSpPr>
            <a:spLocks noGrp="1"/>
          </p:cNvSpPr>
          <p:nvPr>
            <p:ph type="sldNum" sz="quarter" idx="5"/>
          </p:nvPr>
        </p:nvSpPr>
        <p:spPr/>
        <p:txBody>
          <a:bodyPr/>
          <a:lstStyle/>
          <a:p>
            <a:fld id="{A0C0CC39-82DC-47DC-B7C3-D18CC4574CF1}" type="slidenum">
              <a:rPr lang="fr-FR" smtClean="0"/>
              <a:t>9</a:t>
            </a:fld>
            <a:endParaRPr lang="fr-FR"/>
          </a:p>
        </p:txBody>
      </p:sp>
    </p:spTree>
    <p:extLst>
      <p:ext uri="{BB962C8B-B14F-4D97-AF65-F5344CB8AC3E}">
        <p14:creationId xmlns:p14="http://schemas.microsoft.com/office/powerpoint/2010/main" val="1083032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F8528-DF4D-E55A-D08E-DEA91AD9B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432C3-27F9-7830-3EB0-37B903A51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2ADAC-21A4-0E2C-70A4-0771F351C07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AC64D80-245A-6E58-372C-94F91164F7BA}"/>
              </a:ext>
            </a:extLst>
          </p:cNvPr>
          <p:cNvSpPr>
            <a:spLocks noGrp="1"/>
          </p:cNvSpPr>
          <p:nvPr>
            <p:ph type="sldNum" sz="quarter" idx="5"/>
          </p:nvPr>
        </p:nvSpPr>
        <p:spPr/>
        <p:txBody>
          <a:bodyPr/>
          <a:lstStyle/>
          <a:p>
            <a:fld id="{A0C0CC39-82DC-47DC-B7C3-D18CC4574CF1}" type="slidenum">
              <a:rPr lang="fr-FR" smtClean="0"/>
              <a:t>10</a:t>
            </a:fld>
            <a:endParaRPr lang="fr-FR"/>
          </a:p>
        </p:txBody>
      </p:sp>
    </p:spTree>
    <p:extLst>
      <p:ext uri="{BB962C8B-B14F-4D97-AF65-F5344CB8AC3E}">
        <p14:creationId xmlns:p14="http://schemas.microsoft.com/office/powerpoint/2010/main" val="799181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6BA30-D6C3-775A-E03F-DF3336575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CC2FA-A910-B67E-E3CB-684B7A8DF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B7383-97D4-3B41-E897-4E401CDFA54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294600D-C728-C1BC-3FFD-9CE1D18CE73F}"/>
              </a:ext>
            </a:extLst>
          </p:cNvPr>
          <p:cNvSpPr>
            <a:spLocks noGrp="1"/>
          </p:cNvSpPr>
          <p:nvPr>
            <p:ph type="sldNum" sz="quarter" idx="5"/>
          </p:nvPr>
        </p:nvSpPr>
        <p:spPr/>
        <p:txBody>
          <a:bodyPr/>
          <a:lstStyle/>
          <a:p>
            <a:fld id="{A0C0CC39-82DC-47DC-B7C3-D18CC4574CF1}" type="slidenum">
              <a:rPr lang="fr-FR" smtClean="0"/>
              <a:t>11</a:t>
            </a:fld>
            <a:endParaRPr lang="fr-FR"/>
          </a:p>
        </p:txBody>
      </p:sp>
    </p:spTree>
    <p:extLst>
      <p:ext uri="{BB962C8B-B14F-4D97-AF65-F5344CB8AC3E}">
        <p14:creationId xmlns:p14="http://schemas.microsoft.com/office/powerpoint/2010/main" val="3614816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7922D-EF4F-A0CD-EF49-BDC9C0C1F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F161CA-79C7-EB9D-745A-1A55D46ED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84E2F6-EDDF-4652-0027-2927456D473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9EF8A04-CA91-A104-D6C0-5550F54340AE}"/>
              </a:ext>
            </a:extLst>
          </p:cNvPr>
          <p:cNvSpPr>
            <a:spLocks noGrp="1"/>
          </p:cNvSpPr>
          <p:nvPr>
            <p:ph type="sldNum" sz="quarter" idx="5"/>
          </p:nvPr>
        </p:nvSpPr>
        <p:spPr/>
        <p:txBody>
          <a:bodyPr/>
          <a:lstStyle/>
          <a:p>
            <a:fld id="{A0C0CC39-82DC-47DC-B7C3-D18CC4574CF1}" type="slidenum">
              <a:rPr lang="fr-FR" smtClean="0"/>
              <a:t>12</a:t>
            </a:fld>
            <a:endParaRPr lang="fr-FR"/>
          </a:p>
        </p:txBody>
      </p:sp>
    </p:spTree>
    <p:extLst>
      <p:ext uri="{BB962C8B-B14F-4D97-AF65-F5344CB8AC3E}">
        <p14:creationId xmlns:p14="http://schemas.microsoft.com/office/powerpoint/2010/main" val="288089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21/08/2026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ibre">
    <p:bg>
      <p:bgRef idx="1001">
        <a:schemeClr val="bg1"/>
      </p:bgRef>
    </p:bg>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2727BFDD-71D5-FC11-B1B9-A4A97500099B}"/>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stStyle>
          <a:p>
            <a:endParaRPr lang="fr-FR" dirty="0"/>
          </a:p>
        </p:txBody>
      </p:sp>
      <p:sp>
        <p:nvSpPr>
          <p:cNvPr id="6" name="Espace réservé du numéro de diapositive 5">
            <a:extLst>
              <a:ext uri="{FF2B5EF4-FFF2-40B4-BE49-F238E27FC236}">
                <a16:creationId xmlns:a16="http://schemas.microsoft.com/office/drawing/2014/main" id="{F9B2DC10-8E76-1FE0-10D8-DB6EF84E2720}"/>
              </a:ext>
            </a:extLst>
          </p:cNvPr>
          <p:cNvSpPr>
            <a:spLocks noGrp="1"/>
          </p:cNvSpPr>
          <p:nvPr>
            <p:ph type="sldNum" sz="quarter" idx="12"/>
          </p:nvPr>
        </p:nvSpPr>
        <p:spPr/>
        <p:txBody>
          <a:bodyPr/>
          <a:lstStyle>
            <a:lvl1pPr>
              <a:defRPr b="0">
                <a:solidFill>
                  <a:schemeClr val="tx1"/>
                </a:solidFill>
                <a:latin typeface="Arial" panose="020B0604020202020204" pitchFamily="34" charset="0"/>
                <a:cs typeface="Arial" panose="020B0604020202020204" pitchFamily="34" charset="0"/>
              </a:defRPr>
            </a:lvl1pPr>
          </a:lstStyle>
          <a:p>
            <a:fld id="{5E4C6391-8877-4EEF-9AB4-4904965AACBF}" type="slidenum">
              <a:rPr lang="fr-FR" smtClean="0"/>
              <a:pPr/>
              <a:t>‹#›</a:t>
            </a:fld>
            <a:endParaRPr lang="fr-FR"/>
          </a:p>
        </p:txBody>
      </p:sp>
      <p:sp>
        <p:nvSpPr>
          <p:cNvPr id="3" name="Espace réservé du contenu 2">
            <a:extLst>
              <a:ext uri="{FF2B5EF4-FFF2-40B4-BE49-F238E27FC236}">
                <a16:creationId xmlns:a16="http://schemas.microsoft.com/office/drawing/2014/main" id="{5FDA9D11-7522-6318-5DF9-4314357264F8}"/>
              </a:ext>
            </a:extLst>
          </p:cNvPr>
          <p:cNvSpPr>
            <a:spLocks noGrp="1"/>
          </p:cNvSpPr>
          <p:nvPr>
            <p:ph sz="quarter" idx="13"/>
          </p:nvPr>
        </p:nvSpPr>
        <p:spPr>
          <a:xfrm>
            <a:off x="262890" y="681039"/>
            <a:ext cx="8617982" cy="4912366"/>
          </a:xfrm>
        </p:spPr>
        <p:txBody>
          <a:bodyPr/>
          <a:lstStyle>
            <a:lvl1pPr marL="0" indent="0">
              <a:buNone/>
              <a:defRPr>
                <a:latin typeface="Arial" panose="020B0604020202020204" pitchFamily="34" charset="0"/>
                <a:cs typeface="Arial" panose="020B0604020202020204" pitchFamily="34" charset="0"/>
              </a:defRPr>
            </a:lvl1pPr>
            <a:lvl2pPr marL="342900" indent="0">
              <a:buNone/>
              <a:defRPr>
                <a:latin typeface="Arial" panose="020B0604020202020204" pitchFamily="34" charset="0"/>
                <a:cs typeface="Arial" panose="020B0604020202020204" pitchFamily="34" charset="0"/>
              </a:defRPr>
            </a:lvl2pPr>
            <a:lvl3pPr marL="685800" indent="0">
              <a:buNone/>
              <a:defRPr>
                <a:latin typeface="Arial" panose="020B0604020202020204" pitchFamily="34" charset="0"/>
                <a:cs typeface="Arial" panose="020B0604020202020204" pitchFamily="34" charset="0"/>
              </a:defRPr>
            </a:lvl3pPr>
            <a:lvl4pPr marL="1028700" indent="0">
              <a:buNone/>
              <a:defRPr>
                <a:latin typeface="Arial" panose="020B0604020202020204" pitchFamily="34" charset="0"/>
                <a:cs typeface="Arial" panose="020B0604020202020204" pitchFamily="34" charset="0"/>
              </a:defRPr>
            </a:lvl4pPr>
            <a:lvl5pPr marL="1371600" indent="0">
              <a:buNone/>
              <a:defRPr>
                <a:latin typeface="Arial" panose="020B0604020202020204" pitchFamily="34" charset="0"/>
                <a:cs typeface="Arial" panose="020B060402020202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8" name="Image 7">
            <a:extLst>
              <a:ext uri="{FF2B5EF4-FFF2-40B4-BE49-F238E27FC236}">
                <a16:creationId xmlns:a16="http://schemas.microsoft.com/office/drawing/2014/main" id="{7E224024-B68F-20B7-2A94-E33722FAF34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3722" r="78041"/>
          <a:stretch/>
        </p:blipFill>
        <p:spPr>
          <a:xfrm>
            <a:off x="262890" y="6237968"/>
            <a:ext cx="251812" cy="483507"/>
          </a:xfrm>
          <a:prstGeom prst="rect">
            <a:avLst/>
          </a:prstGeom>
        </p:spPr>
      </p:pic>
    </p:spTree>
    <p:extLst>
      <p:ext uri="{BB962C8B-B14F-4D97-AF65-F5344CB8AC3E}">
        <p14:creationId xmlns:p14="http://schemas.microsoft.com/office/powerpoint/2010/main" val="34056186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21/08/2026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82" name="Rectangle 1481">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p:cNvSpPr>
            <a:spLocks noGrp="1"/>
          </p:cNvSpPr>
          <p:nvPr>
            <p:ph type="ctrTitle"/>
          </p:nvPr>
        </p:nvSpPr>
        <p:spPr>
          <a:xfrm>
            <a:off x="517313" y="1398717"/>
            <a:ext cx="6148137" cy="3072015"/>
          </a:xfrm>
        </p:spPr>
        <p:txBody>
          <a:bodyPr anchor="b">
            <a:noAutofit/>
          </a:bodyPr>
          <a:lstStyle/>
          <a:p>
            <a:r>
              <a:rPr lang="en-AU" sz="8000" b="1" dirty="0">
                <a:latin typeface="Arial" panose="020B0604020202020204" pitchFamily="34" charset="0"/>
                <a:cs typeface="Arial" panose="020B0604020202020204" pitchFamily="34" charset="0"/>
              </a:rPr>
              <a:t>Data Description </a:t>
            </a:r>
          </a:p>
        </p:txBody>
      </p:sp>
      <p:sp>
        <p:nvSpPr>
          <p:cNvPr id="3" name="Sous-titre 2"/>
          <p:cNvSpPr>
            <a:spLocks noGrp="1"/>
          </p:cNvSpPr>
          <p:nvPr>
            <p:ph type="subTitle" idx="1"/>
          </p:nvPr>
        </p:nvSpPr>
        <p:spPr>
          <a:xfrm>
            <a:off x="656111" y="4651018"/>
            <a:ext cx="7879829" cy="2102108"/>
          </a:xfrm>
        </p:spPr>
        <p:txBody>
          <a:bodyPr anchor="t">
            <a:normAutofit/>
          </a:bodyPr>
          <a:lstStyle/>
          <a:p>
            <a:pPr>
              <a:lnSpc>
                <a:spcPct val="90000"/>
              </a:lnSpc>
            </a:pPr>
            <a:r>
              <a:rPr lang="fr-FR" sz="2400" dirty="0">
                <a:solidFill>
                  <a:schemeClr val="tx1"/>
                </a:solidFill>
                <a:latin typeface="Arial" panose="020B0604020202020204" pitchFamily="34" charset="0"/>
                <a:cs typeface="Arial" panose="020B0604020202020204" pitchFamily="34" charset="0"/>
              </a:rPr>
              <a:t>Session 1 </a:t>
            </a:r>
          </a:p>
          <a:p>
            <a:pPr>
              <a:lnSpc>
                <a:spcPct val="90000"/>
              </a:lnSpc>
            </a:pPr>
            <a:r>
              <a:rPr lang="fr-FR" sz="2400" dirty="0">
                <a:solidFill>
                  <a:schemeClr val="tx1"/>
                </a:solidFill>
                <a:latin typeface="Arial" panose="020B0604020202020204" pitchFamily="34" charset="0"/>
                <a:cs typeface="Arial" panose="020B0604020202020204" pitchFamily="34" charset="0"/>
              </a:rPr>
              <a:t>Mercedeh ERFANIANGHASAB &amp; Jérémy CELSE</a:t>
            </a:r>
          </a:p>
        </p:txBody>
      </p:sp>
      <p:sp>
        <p:nvSpPr>
          <p:cNvPr id="1484" name="Freeform: Shape 1476">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3044" y="0"/>
            <a:ext cx="130305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486" name="Freeform: Shape 1478">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5502" y="1"/>
            <a:ext cx="866356"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B4695C25-8726-4407-EDE0-7CB69814E2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9566" y="1069932"/>
            <a:ext cx="3704628" cy="657571"/>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1481" name="Freeform: Shape 1480">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4194" y="2916245"/>
            <a:ext cx="119806"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83" name="Freeform: Shape 1482">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1330" y="5717906"/>
            <a:ext cx="1328706"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1485" name="Freeform: Shape 1484">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5633" y="6258756"/>
            <a:ext cx="1174455"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87" name="Freeform: Shape 1486">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2865" y="5835650"/>
            <a:ext cx="1161135"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440" name="TextBox 1439"/>
          <p:cNvSpPr txBox="1"/>
          <p:nvPr/>
        </p:nvSpPr>
        <p:spPr>
          <a:xfrm>
            <a:off x="411480" y="6291072"/>
            <a:ext cx="2852063" cy="215444"/>
          </a:xfrm>
          <a:prstGeom prst="rect">
            <a:avLst/>
          </a:prstGeom>
          <a:noFill/>
        </p:spPr>
        <p:txBody>
          <a:bodyPr wrap="none">
            <a:spAutoFit/>
          </a:bodyPr>
          <a:lstStyle/>
          <a:p>
            <a:pPr algn="l">
              <a:spcAft>
                <a:spcPts val="600"/>
              </a:spcAft>
              <a:defRPr sz="800">
                <a:solidFill>
                  <a:srgbClr val="595959"/>
                </a:solidFill>
              </a:defRPr>
            </a:pPr>
            <a:r>
              <a:rPr lang="en-GB" sz="800"/>
              <a:t>Mercedeh.ERFANIANGHASAB@essca.fr | jeremy.celse@essca.fr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7A907-7847-5D53-F262-06EC60382874}"/>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3BE947C-774A-DE78-6765-1E8658586E30}"/>
              </a:ext>
            </a:extLst>
          </p:cNvPr>
          <p:cNvCxnSpPr>
            <a:cxnSpLocks/>
          </p:cNvCxnSpPr>
          <p:nvPr/>
        </p:nvCxnSpPr>
        <p:spPr>
          <a:xfrm>
            <a:off x="3756992" y="1780032"/>
            <a:ext cx="1078396" cy="189993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5CBACB-FB0C-B529-0EA8-839529980F14}"/>
              </a:ext>
            </a:extLst>
          </p:cNvPr>
          <p:cNvCxnSpPr>
            <a:cxnSpLocks/>
          </p:cNvCxnSpPr>
          <p:nvPr/>
        </p:nvCxnSpPr>
        <p:spPr>
          <a:xfrm>
            <a:off x="3811657" y="1939059"/>
            <a:ext cx="1078396" cy="189993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C30B8D6-1AC6-6477-1E71-F6E6D1B6D479}"/>
              </a:ext>
            </a:extLst>
          </p:cNvPr>
          <p:cNvSpPr/>
          <p:nvPr/>
        </p:nvSpPr>
        <p:spPr>
          <a:xfrm>
            <a:off x="4515055" y="1231403"/>
            <a:ext cx="407505" cy="41247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sz="135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AEC7A583-718E-7D98-13E0-789DE496C400}"/>
              </a:ext>
            </a:extLst>
          </p:cNvPr>
          <p:cNvSpPr/>
          <p:nvPr/>
        </p:nvSpPr>
        <p:spPr>
          <a:xfrm>
            <a:off x="5312670" y="2821664"/>
            <a:ext cx="407505" cy="412474"/>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sz="1350">
              <a:latin typeface="Arial" panose="020B0604020202020204" pitchFamily="34" charset="0"/>
              <a:cs typeface="Arial" panose="020B0604020202020204" pitchFamily="34" charset="0"/>
            </a:endParaRPr>
          </a:p>
        </p:txBody>
      </p:sp>
      <p:sp>
        <p:nvSpPr>
          <p:cNvPr id="2" name="Titre 1">
            <a:extLst>
              <a:ext uri="{FF2B5EF4-FFF2-40B4-BE49-F238E27FC236}">
                <a16:creationId xmlns:a16="http://schemas.microsoft.com/office/drawing/2014/main" id="{AC0013C0-38FD-5DA7-389C-5810B898431C}"/>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Arial" panose="020B0604020202020204" pitchFamily="34" charset="0"/>
                <a:cs typeface="Arial" panose="020B0604020202020204" pitchFamily="34" charset="0"/>
              </a:rPr>
              <a:t>Terminology</a:t>
            </a:r>
            <a:r>
              <a:rPr lang="fr-FR" dirty="0">
                <a:latin typeface="Arial" panose="020B0604020202020204" pitchFamily="34" charset="0"/>
                <a:cs typeface="Arial" panose="020B0604020202020204" pitchFamily="34" charset="0"/>
              </a:rPr>
              <a:t> </a:t>
            </a:r>
          </a:p>
        </p:txBody>
      </p:sp>
      <p:sp>
        <p:nvSpPr>
          <p:cNvPr id="3" name="Ellipse 3">
            <a:extLst>
              <a:ext uri="{FF2B5EF4-FFF2-40B4-BE49-F238E27FC236}">
                <a16:creationId xmlns:a16="http://schemas.microsoft.com/office/drawing/2014/main" id="{5BEDC759-6B3C-E533-CE0A-039CC5223012}"/>
              </a:ext>
            </a:extLst>
          </p:cNvPr>
          <p:cNvSpPr/>
          <p:nvPr/>
        </p:nvSpPr>
        <p:spPr>
          <a:xfrm>
            <a:off x="1132707" y="1780032"/>
            <a:ext cx="4500500"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4" name="Multiplication 5">
            <a:extLst>
              <a:ext uri="{FF2B5EF4-FFF2-40B4-BE49-F238E27FC236}">
                <a16:creationId xmlns:a16="http://schemas.microsoft.com/office/drawing/2014/main" id="{DDC6F4DE-01EE-69F0-345A-2CBCFD9844E9}"/>
              </a:ext>
            </a:extLst>
          </p:cNvPr>
          <p:cNvSpPr/>
          <p:nvPr/>
        </p:nvSpPr>
        <p:spPr>
          <a:xfrm>
            <a:off x="1744775" y="3184188"/>
            <a:ext cx="288032" cy="360040"/>
          </a:xfrm>
          <a:prstGeom prst="mathMultiply">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6" name="ZoneTexte 6">
            <a:extLst>
              <a:ext uri="{FF2B5EF4-FFF2-40B4-BE49-F238E27FC236}">
                <a16:creationId xmlns:a16="http://schemas.microsoft.com/office/drawing/2014/main" id="{D4129F9E-98FF-B59B-2803-7AA15DED4937}"/>
              </a:ext>
            </a:extLst>
          </p:cNvPr>
          <p:cNvSpPr txBox="1"/>
          <p:nvPr/>
        </p:nvSpPr>
        <p:spPr>
          <a:xfrm>
            <a:off x="2007493" y="2814856"/>
            <a:ext cx="4500500" cy="369332"/>
          </a:xfrm>
          <a:prstGeom prst="rect">
            <a:avLst/>
          </a:prstGeom>
          <a:noFill/>
        </p:spPr>
        <p:txBody>
          <a:bodyPr wrap="square" rtlCol="0">
            <a:spAutoFit/>
          </a:bodyPr>
          <a:lstStyle/>
          <a:p>
            <a:r>
              <a:rPr lang="en-US" b="1" dirty="0">
                <a:latin typeface="Arial" panose="020B0604020202020204" pitchFamily="34" charset="0"/>
                <a:ea typeface="Cambria" panose="02040503050406030204" pitchFamily="18" charset="0"/>
                <a:cs typeface="Arial" panose="020B0604020202020204" pitchFamily="34" charset="0"/>
              </a:rPr>
              <a:t>Individual</a:t>
            </a:r>
            <a:r>
              <a:rPr lang="fr-FR" dirty="0">
                <a:latin typeface="Arial" panose="020B0604020202020204" pitchFamily="34" charset="0"/>
                <a:ea typeface="Cambria" panose="02040503050406030204" pitchFamily="18" charset="0"/>
                <a:cs typeface="Arial" panose="020B0604020202020204" pitchFamily="34" charset="0"/>
              </a:rPr>
              <a:t> </a:t>
            </a:r>
            <a:r>
              <a:rPr lang="fr-FR" sz="1100" dirty="0">
                <a:latin typeface="Arial" panose="020B0604020202020204" pitchFamily="34" charset="0"/>
                <a:ea typeface="Cambria" panose="02040503050406030204" pitchFamily="18" charset="0"/>
                <a:cs typeface="Arial" panose="020B0604020202020204" pitchFamily="34" charset="0"/>
              </a:rPr>
              <a:t>(</a:t>
            </a:r>
            <a:r>
              <a:rPr lang="en-US" sz="1100" dirty="0">
                <a:latin typeface="Arial" panose="020B0604020202020204" pitchFamily="34" charset="0"/>
                <a:ea typeface="Cambria" panose="02040503050406030204" pitchFamily="18" charset="0"/>
                <a:cs typeface="Arial" panose="020B0604020202020204" pitchFamily="34" charset="0"/>
              </a:rPr>
              <a:t>an element of the population</a:t>
            </a:r>
            <a:r>
              <a:rPr lang="fr-FR" sz="1100" dirty="0">
                <a:latin typeface="Arial" panose="020B0604020202020204" pitchFamily="34" charset="0"/>
                <a:ea typeface="Cambria" panose="02040503050406030204" pitchFamily="18" charset="0"/>
                <a:cs typeface="Arial" panose="020B0604020202020204" pitchFamily="34" charset="0"/>
              </a:rPr>
              <a:t>)</a:t>
            </a:r>
          </a:p>
        </p:txBody>
      </p:sp>
      <p:sp>
        <p:nvSpPr>
          <p:cNvPr id="7" name="ZoneTexte 2">
            <a:extLst>
              <a:ext uri="{FF2B5EF4-FFF2-40B4-BE49-F238E27FC236}">
                <a16:creationId xmlns:a16="http://schemas.microsoft.com/office/drawing/2014/main" id="{C91CCBD9-5819-50B4-80E7-3E44503AF21C}"/>
              </a:ext>
            </a:extLst>
          </p:cNvPr>
          <p:cNvSpPr txBox="1"/>
          <p:nvPr/>
        </p:nvSpPr>
        <p:spPr>
          <a:xfrm>
            <a:off x="2771800" y="5350291"/>
            <a:ext cx="3924436" cy="1477328"/>
          </a:xfrm>
          <a:prstGeom prst="rect">
            <a:avLst/>
          </a:prstGeom>
          <a:noFill/>
        </p:spPr>
        <p:txBody>
          <a:bodyPr wrap="square" rtlCol="0">
            <a:spAutoFit/>
          </a:bodyPr>
          <a:lstStyle/>
          <a:p>
            <a:r>
              <a:rPr lang="en-US" b="1" dirty="0">
                <a:latin typeface="Arial" panose="020B0604020202020204" pitchFamily="34" charset="0"/>
                <a:ea typeface="Cambria" panose="02040503050406030204" pitchFamily="18" charset="0"/>
                <a:cs typeface="Arial" panose="020B0604020202020204" pitchFamily="34" charset="0"/>
              </a:rPr>
              <a:t>Population: a set of elements sharing one or more characteristics that are used to group them together
</a:t>
            </a:r>
            <a:endParaRPr lang="fr-FR" dirty="0">
              <a:effectLst/>
              <a:latin typeface="Arial" panose="020B0604020202020204" pitchFamily="34" charset="0"/>
              <a:ea typeface="Cambria" panose="02040503050406030204" pitchFamily="18" charset="0"/>
              <a:cs typeface="Arial" panose="020B0604020202020204" pitchFamily="34" charset="0"/>
            </a:endParaRPr>
          </a:p>
        </p:txBody>
      </p:sp>
      <p:sp>
        <p:nvSpPr>
          <p:cNvPr id="8" name="Phylactère : pensées 8">
            <a:extLst>
              <a:ext uri="{FF2B5EF4-FFF2-40B4-BE49-F238E27FC236}">
                <a16:creationId xmlns:a16="http://schemas.microsoft.com/office/drawing/2014/main" id="{3B6A06EC-7DC1-DCA3-4924-4F4D1EAD7AD9}"/>
              </a:ext>
            </a:extLst>
          </p:cNvPr>
          <p:cNvSpPr/>
          <p:nvPr/>
        </p:nvSpPr>
        <p:spPr>
          <a:xfrm>
            <a:off x="6516216" y="609428"/>
            <a:ext cx="2325636" cy="2690589"/>
          </a:xfrm>
          <a:prstGeom prst="cloudCallout">
            <a:avLst>
              <a:gd name="adj1" fmla="val -83859"/>
              <a:gd name="adj2" fmla="val 11804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10" name="ZoneTexte 9">
            <a:extLst>
              <a:ext uri="{FF2B5EF4-FFF2-40B4-BE49-F238E27FC236}">
                <a16:creationId xmlns:a16="http://schemas.microsoft.com/office/drawing/2014/main" id="{DBA281AD-3E92-B9BC-CC71-92E8E322C787}"/>
              </a:ext>
            </a:extLst>
          </p:cNvPr>
          <p:cNvSpPr txBox="1"/>
          <p:nvPr/>
        </p:nvSpPr>
        <p:spPr>
          <a:xfrm>
            <a:off x="7020272" y="1446890"/>
            <a:ext cx="1440160" cy="1169551"/>
          </a:xfrm>
          <a:prstGeom prst="rect">
            <a:avLst/>
          </a:prstGeom>
          <a:noFill/>
        </p:spPr>
        <p:txBody>
          <a:bodyPr wrap="square" rtlCol="0">
            <a:spAutoFit/>
          </a:bodyPr>
          <a:lstStyle/>
          <a:p>
            <a:r>
              <a:rPr lang="en-US" sz="1000" dirty="0">
                <a:latin typeface="Arial" panose="020B0604020202020204" pitchFamily="34" charset="0"/>
                <a:ea typeface="Cambria" panose="02040503050406030204" pitchFamily="18" charset="0"/>
                <a:cs typeface="Arial" panose="020B0604020202020204" pitchFamily="34" charset="0"/>
              </a:rPr>
              <a:t>Population is said to be finite if we can determine the exact number of its individuals (otherwise it is said to be infinite)
</a:t>
            </a:r>
            <a:endParaRPr lang="fr-FR" sz="1000"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3628090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69E81-8870-7FE3-3A93-C003D7CC2CBF}"/>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9013641-38ED-E4DC-117C-9D6F41C57EF7}"/>
              </a:ext>
            </a:extLst>
          </p:cNvPr>
          <p:cNvCxnSpPr>
            <a:cxnSpLocks/>
          </p:cNvCxnSpPr>
          <p:nvPr/>
        </p:nvCxnSpPr>
        <p:spPr>
          <a:xfrm>
            <a:off x="3756992" y="1780032"/>
            <a:ext cx="1078396" cy="189993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B7AC73-A1FE-9C66-F47A-386C15A2C7F4}"/>
              </a:ext>
            </a:extLst>
          </p:cNvPr>
          <p:cNvCxnSpPr>
            <a:cxnSpLocks/>
          </p:cNvCxnSpPr>
          <p:nvPr/>
        </p:nvCxnSpPr>
        <p:spPr>
          <a:xfrm>
            <a:off x="3811657" y="1939059"/>
            <a:ext cx="1078396" cy="189993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4C51AD6-20CF-9F4A-42CC-673CB148BA74}"/>
              </a:ext>
            </a:extLst>
          </p:cNvPr>
          <p:cNvSpPr/>
          <p:nvPr/>
        </p:nvSpPr>
        <p:spPr>
          <a:xfrm>
            <a:off x="3453848" y="1836255"/>
            <a:ext cx="407505" cy="41247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sz="135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E7741FF1-1E50-FF85-F889-D41C427917C4}"/>
              </a:ext>
            </a:extLst>
          </p:cNvPr>
          <p:cNvSpPr/>
          <p:nvPr/>
        </p:nvSpPr>
        <p:spPr>
          <a:xfrm>
            <a:off x="3712265" y="2407755"/>
            <a:ext cx="407505" cy="41247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sz="135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D27D023D-E640-308A-8F0F-6F9D4B689846}"/>
              </a:ext>
            </a:extLst>
          </p:cNvPr>
          <p:cNvSpPr/>
          <p:nvPr/>
        </p:nvSpPr>
        <p:spPr>
          <a:xfrm>
            <a:off x="4251463" y="3426516"/>
            <a:ext cx="407505" cy="412474"/>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sz="1350">
              <a:latin typeface="Arial" panose="020B0604020202020204" pitchFamily="34" charset="0"/>
              <a:cs typeface="Arial" panose="020B0604020202020204" pitchFamily="34" charset="0"/>
            </a:endParaRPr>
          </a:p>
        </p:txBody>
      </p:sp>
      <p:sp>
        <p:nvSpPr>
          <p:cNvPr id="2" name="Titre 1">
            <a:extLst>
              <a:ext uri="{FF2B5EF4-FFF2-40B4-BE49-F238E27FC236}">
                <a16:creationId xmlns:a16="http://schemas.microsoft.com/office/drawing/2014/main" id="{6020D7D1-99AC-4CBE-D348-383FDC742B41}"/>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Arial" panose="020B0604020202020204" pitchFamily="34" charset="0"/>
                <a:ea typeface="Cambria" panose="02040503050406030204" pitchFamily="18" charset="0"/>
                <a:cs typeface="Arial" panose="020B0604020202020204" pitchFamily="34" charset="0"/>
              </a:rPr>
              <a:t>Terminology</a:t>
            </a:r>
            <a:endParaRPr lang="en-US" b="1" dirty="0">
              <a:latin typeface="Arial" panose="020B0604020202020204" pitchFamily="34" charset="0"/>
              <a:cs typeface="Arial" panose="020B0604020202020204" pitchFamily="34" charset="0"/>
            </a:endParaRPr>
          </a:p>
        </p:txBody>
      </p:sp>
      <p:sp>
        <p:nvSpPr>
          <p:cNvPr id="3" name="Espace réservé du contenu 4">
            <a:extLst>
              <a:ext uri="{FF2B5EF4-FFF2-40B4-BE49-F238E27FC236}">
                <a16:creationId xmlns:a16="http://schemas.microsoft.com/office/drawing/2014/main" id="{B70D3929-4FE2-6081-3513-ED8FA5285E5D}"/>
              </a:ext>
            </a:extLst>
          </p:cNvPr>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latin typeface="Arial" panose="020B0604020202020204" pitchFamily="34" charset="0"/>
                <a:ea typeface="Cambria" panose="02040503050406030204" pitchFamily="18" charset="0"/>
                <a:cs typeface="Arial" panose="020B0604020202020204" pitchFamily="34" charset="0"/>
              </a:rPr>
              <a:t>A population is finite if the number of its individuals is finite </a:t>
            </a:r>
          </a:p>
          <a:p>
            <a:r>
              <a:rPr lang="en-US" dirty="0">
                <a:latin typeface="Arial" panose="020B0604020202020204" pitchFamily="34" charset="0"/>
                <a:ea typeface="Cambria" panose="02040503050406030204" pitchFamily="18" charset="0"/>
                <a:cs typeface="Arial" panose="020B0604020202020204" pitchFamily="34" charset="0"/>
              </a:rPr>
              <a:t>A population is infinite if we cannot determine the "exact" number of its individuals. </a:t>
            </a:r>
            <a:endParaRPr lang="fr-FR"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443775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3799C-D4D7-DE71-697C-FF237A6DE220}"/>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DC988BB-39A0-596F-C3E0-666415C39E86}"/>
              </a:ext>
            </a:extLst>
          </p:cNvPr>
          <p:cNvCxnSpPr>
            <a:cxnSpLocks/>
          </p:cNvCxnSpPr>
          <p:nvPr/>
        </p:nvCxnSpPr>
        <p:spPr>
          <a:xfrm>
            <a:off x="3756992" y="1780032"/>
            <a:ext cx="1078396" cy="189993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10DA5F9-4B9F-740A-D8BA-050C7ECACF7B}"/>
              </a:ext>
            </a:extLst>
          </p:cNvPr>
          <p:cNvCxnSpPr>
            <a:cxnSpLocks/>
          </p:cNvCxnSpPr>
          <p:nvPr/>
        </p:nvCxnSpPr>
        <p:spPr>
          <a:xfrm>
            <a:off x="3811657" y="1939059"/>
            <a:ext cx="1078396" cy="189993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EB8EF9B-F636-AFED-C176-ED5BEE259B8A}"/>
              </a:ext>
            </a:extLst>
          </p:cNvPr>
          <p:cNvSpPr/>
          <p:nvPr/>
        </p:nvSpPr>
        <p:spPr>
          <a:xfrm>
            <a:off x="3453848" y="1836255"/>
            <a:ext cx="407505" cy="41247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sz="135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EBC2D43C-9DFC-07E7-BE3A-11F540BDEB4F}"/>
              </a:ext>
            </a:extLst>
          </p:cNvPr>
          <p:cNvSpPr/>
          <p:nvPr/>
        </p:nvSpPr>
        <p:spPr>
          <a:xfrm>
            <a:off x="3712265" y="2407755"/>
            <a:ext cx="407505" cy="41247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sz="135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D176EB38-453B-3E8B-D554-A412D1978839}"/>
              </a:ext>
            </a:extLst>
          </p:cNvPr>
          <p:cNvSpPr/>
          <p:nvPr/>
        </p:nvSpPr>
        <p:spPr>
          <a:xfrm>
            <a:off x="4251463" y="3426516"/>
            <a:ext cx="407505" cy="412474"/>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sz="1350">
              <a:latin typeface="Arial" panose="020B0604020202020204" pitchFamily="34" charset="0"/>
              <a:cs typeface="Arial" panose="020B0604020202020204" pitchFamily="34" charset="0"/>
            </a:endParaRPr>
          </a:p>
        </p:txBody>
      </p:sp>
      <p:sp>
        <p:nvSpPr>
          <p:cNvPr id="2" name="Titre 1">
            <a:extLst>
              <a:ext uri="{FF2B5EF4-FFF2-40B4-BE49-F238E27FC236}">
                <a16:creationId xmlns:a16="http://schemas.microsoft.com/office/drawing/2014/main" id="{C9174B15-4374-CF44-98E6-2400CA2EE720}"/>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Arial" panose="020B0604020202020204" pitchFamily="34" charset="0"/>
                <a:ea typeface="Cambria" panose="02040503050406030204" pitchFamily="18" charset="0"/>
                <a:cs typeface="Arial" panose="020B0604020202020204" pitchFamily="34" charset="0"/>
              </a:rPr>
              <a:t>Terminology</a:t>
            </a:r>
            <a:endParaRPr lang="en-US" b="1" dirty="0">
              <a:latin typeface="Arial" panose="020B0604020202020204" pitchFamily="34" charset="0"/>
              <a:cs typeface="Arial" panose="020B0604020202020204" pitchFamily="34" charset="0"/>
            </a:endParaRPr>
          </a:p>
        </p:txBody>
      </p:sp>
      <p:graphicFrame>
        <p:nvGraphicFramePr>
          <p:cNvPr id="3" name="Tableau 4">
            <a:extLst>
              <a:ext uri="{FF2B5EF4-FFF2-40B4-BE49-F238E27FC236}">
                <a16:creationId xmlns:a16="http://schemas.microsoft.com/office/drawing/2014/main" id="{901F7D6F-DE5D-932D-3A60-1C7EE76AA656}"/>
              </a:ext>
            </a:extLst>
          </p:cNvPr>
          <p:cNvGraphicFramePr>
            <a:graphicFrameLocks/>
          </p:cNvGraphicFramePr>
          <p:nvPr>
            <p:extLst>
              <p:ext uri="{D42A27DB-BD31-4B8C-83A1-F6EECF244321}">
                <p14:modId xmlns:p14="http://schemas.microsoft.com/office/powerpoint/2010/main" val="2064327913"/>
              </p:ext>
            </p:extLst>
          </p:nvPr>
        </p:nvGraphicFramePr>
        <p:xfrm>
          <a:off x="1749288" y="1939059"/>
          <a:ext cx="6172200" cy="2809240"/>
        </p:xfrm>
        <a:graphic>
          <a:graphicData uri="http://schemas.openxmlformats.org/drawingml/2006/table">
            <a:tbl>
              <a:tblPr firstRow="1" bandRow="1">
                <a:tableStyleId>{EB9631B5-78F2-41C9-869B-9F39066F8104}</a:tableStyleId>
              </a:tblPr>
              <a:tblGrid>
                <a:gridCol w="2057400">
                  <a:extLst>
                    <a:ext uri="{9D8B030D-6E8A-4147-A177-3AD203B41FA5}">
                      <a16:colId xmlns:a16="http://schemas.microsoft.com/office/drawing/2014/main" val="2474722971"/>
                    </a:ext>
                  </a:extLst>
                </a:gridCol>
                <a:gridCol w="2057400">
                  <a:extLst>
                    <a:ext uri="{9D8B030D-6E8A-4147-A177-3AD203B41FA5}">
                      <a16:colId xmlns:a16="http://schemas.microsoft.com/office/drawing/2014/main" val="12850362"/>
                    </a:ext>
                  </a:extLst>
                </a:gridCol>
                <a:gridCol w="2057400">
                  <a:extLst>
                    <a:ext uri="{9D8B030D-6E8A-4147-A177-3AD203B41FA5}">
                      <a16:colId xmlns:a16="http://schemas.microsoft.com/office/drawing/2014/main" val="2936298048"/>
                    </a:ext>
                  </a:extLst>
                </a:gridCol>
              </a:tblGrid>
              <a:tr h="370840">
                <a:tc>
                  <a:txBody>
                    <a:bodyPr/>
                    <a:lstStyle/>
                    <a:p>
                      <a:pPr algn="ctr"/>
                      <a:r>
                        <a:rPr lang="fr-FR" dirty="0">
                          <a:solidFill>
                            <a:schemeClr val="tx1">
                              <a:lumMod val="95000"/>
                              <a:lumOff val="5000"/>
                            </a:schemeClr>
                          </a:solidFill>
                        </a:rPr>
                        <a:t>Population </a:t>
                      </a:r>
                      <a:endParaRPr lang="fr-FR" dirty="0">
                        <a:solidFill>
                          <a:schemeClr val="tx1">
                            <a:lumMod val="95000"/>
                            <a:lumOff val="5000"/>
                          </a:schemeClr>
                        </a:solidFill>
                        <a:latin typeface="Arial" panose="020B0604020202020204" pitchFamily="34" charset="0"/>
                        <a:ea typeface="Cambria" panose="02040503050406030204" pitchFamily="18" charset="0"/>
                        <a:cs typeface="Arial" panose="020B0604020202020204" pitchFamily="34" charset="0"/>
                      </a:endParaRPr>
                    </a:p>
                  </a:txBody>
                  <a:tcPr/>
                </a:tc>
                <a:tc>
                  <a:txBody>
                    <a:bodyPr/>
                    <a:lstStyle/>
                    <a:p>
                      <a:pPr algn="ctr"/>
                      <a:r>
                        <a:rPr lang="en-US" noProof="0" dirty="0">
                          <a:solidFill>
                            <a:schemeClr val="tx1">
                              <a:lumMod val="95000"/>
                              <a:lumOff val="5000"/>
                            </a:schemeClr>
                          </a:solidFill>
                        </a:rPr>
                        <a:t>Finite </a:t>
                      </a:r>
                      <a:endParaRPr lang="en-US" noProof="0" dirty="0">
                        <a:solidFill>
                          <a:schemeClr val="tx1">
                            <a:lumMod val="95000"/>
                            <a:lumOff val="5000"/>
                          </a:schemeClr>
                        </a:solidFill>
                        <a:latin typeface="Arial" panose="020B0604020202020204" pitchFamily="34" charset="0"/>
                        <a:ea typeface="Cambria" panose="02040503050406030204" pitchFamily="18" charset="0"/>
                        <a:cs typeface="Arial" panose="020B0604020202020204" pitchFamily="34" charset="0"/>
                      </a:endParaRPr>
                    </a:p>
                  </a:txBody>
                  <a:tcPr/>
                </a:tc>
                <a:tc>
                  <a:txBody>
                    <a:bodyPr/>
                    <a:lstStyle/>
                    <a:p>
                      <a:pPr algn="ctr"/>
                      <a:r>
                        <a:rPr lang="en-US" noProof="0" dirty="0">
                          <a:solidFill>
                            <a:schemeClr val="tx1">
                              <a:lumMod val="95000"/>
                              <a:lumOff val="5000"/>
                            </a:schemeClr>
                          </a:solidFill>
                        </a:rPr>
                        <a:t>Infinite </a:t>
                      </a:r>
                      <a:endParaRPr lang="en-US" noProof="0" dirty="0">
                        <a:solidFill>
                          <a:schemeClr val="tx1">
                            <a:lumMod val="95000"/>
                            <a:lumOff val="5000"/>
                          </a:schemeClr>
                        </a:solidFill>
                        <a:latin typeface="Arial" panose="020B0604020202020204" pitchFamily="34" charset="0"/>
                        <a:ea typeface="Cambria" panose="02040503050406030204" pitchFamily="18" charset="0"/>
                        <a:cs typeface="Arial" panose="020B0604020202020204" pitchFamily="34" charset="0"/>
                      </a:endParaRPr>
                    </a:p>
                  </a:txBody>
                  <a:tcPr/>
                </a:tc>
                <a:extLst>
                  <a:ext uri="{0D108BD9-81ED-4DB2-BD59-A6C34878D82A}">
                    <a16:rowId xmlns:a16="http://schemas.microsoft.com/office/drawing/2014/main" val="2825872408"/>
                  </a:ext>
                </a:extLst>
              </a:tr>
              <a:tr h="370840">
                <a:tc>
                  <a:txBody>
                    <a:bodyPr/>
                    <a:lstStyle/>
                    <a:p>
                      <a:pPr algn="ctr"/>
                      <a:r>
                        <a:rPr lang="en-US" dirty="0"/>
                        <a:t>ESSCA students in the first year for the class of 2020
</a:t>
                      </a:r>
                      <a:endParaRPr lang="fr-FR" dirty="0">
                        <a:latin typeface="Arial" panose="020B0604020202020204" pitchFamily="34" charset="0"/>
                        <a:ea typeface="Cambria" panose="02040503050406030204" pitchFamily="18" charset="0"/>
                        <a:cs typeface="Arial" panose="020B0604020202020204" pitchFamily="34" charset="0"/>
                      </a:endParaRPr>
                    </a:p>
                  </a:txBody>
                  <a:tcPr/>
                </a:tc>
                <a:tc>
                  <a:txBody>
                    <a:bodyPr/>
                    <a:lstStyle/>
                    <a:p>
                      <a:pPr algn="ctr"/>
                      <a:endParaRPr lang="fr-FR" dirty="0"/>
                    </a:p>
                    <a:p>
                      <a:pPr algn="ctr"/>
                      <a:endParaRPr lang="fr-FR" sz="4000" dirty="0">
                        <a:latin typeface="Arial" panose="020B0604020202020204" pitchFamily="34" charset="0"/>
                        <a:ea typeface="Cambria" panose="02040503050406030204" pitchFamily="18" charset="0"/>
                        <a:cs typeface="Arial" panose="020B0604020202020204" pitchFamily="34" charset="0"/>
                      </a:endParaRPr>
                    </a:p>
                  </a:txBody>
                  <a:tcPr/>
                </a:tc>
                <a:tc>
                  <a:txBody>
                    <a:bodyPr/>
                    <a:lstStyle/>
                    <a:p>
                      <a:pPr algn="ctr"/>
                      <a:endParaRPr lang="fr-FR" dirty="0">
                        <a:latin typeface="Arial" panose="020B0604020202020204" pitchFamily="34" charset="0"/>
                        <a:ea typeface="Cambria" panose="02040503050406030204" pitchFamily="18" charset="0"/>
                        <a:cs typeface="Arial" panose="020B0604020202020204" pitchFamily="34" charset="0"/>
                      </a:endParaRPr>
                    </a:p>
                  </a:txBody>
                  <a:tcPr/>
                </a:tc>
                <a:extLst>
                  <a:ext uri="{0D108BD9-81ED-4DB2-BD59-A6C34878D82A}">
                    <a16:rowId xmlns:a16="http://schemas.microsoft.com/office/drawing/2014/main" val="2579331976"/>
                  </a:ext>
                </a:extLst>
              </a:tr>
              <a:tr h="370840">
                <a:tc>
                  <a:txBody>
                    <a:bodyPr/>
                    <a:lstStyle/>
                    <a:p>
                      <a:pPr algn="ctr"/>
                      <a:r>
                        <a:rPr lang="en-US" dirty="0"/>
                        <a:t>Cars that pass at a crossroads between 10am and 3pm
</a:t>
                      </a:r>
                      <a:endParaRPr lang="fr-FR" dirty="0">
                        <a:latin typeface="Arial" panose="020B0604020202020204" pitchFamily="34" charset="0"/>
                        <a:ea typeface="Cambria" panose="02040503050406030204" pitchFamily="18" charset="0"/>
                        <a:cs typeface="Arial" panose="020B0604020202020204" pitchFamily="34" charset="0"/>
                      </a:endParaRPr>
                    </a:p>
                  </a:txBody>
                  <a:tcPr/>
                </a:tc>
                <a:tc>
                  <a:txBody>
                    <a:bodyPr/>
                    <a:lstStyle/>
                    <a:p>
                      <a:pPr algn="ctr"/>
                      <a:endParaRPr lang="fr-FR" dirty="0">
                        <a:latin typeface="Arial" panose="020B0604020202020204" pitchFamily="34" charset="0"/>
                        <a:ea typeface="Cambria" panose="02040503050406030204" pitchFamily="18" charset="0"/>
                        <a:cs typeface="Arial" panose="020B0604020202020204" pitchFamily="34" charset="0"/>
                      </a:endParaRPr>
                    </a:p>
                  </a:txBody>
                  <a:tcPr/>
                </a:tc>
                <a:tc>
                  <a:txBody>
                    <a:bodyPr/>
                    <a:lstStyle/>
                    <a:p>
                      <a:pPr algn="ctr"/>
                      <a:endParaRPr lang="fr-FR" dirty="0"/>
                    </a:p>
                    <a:p>
                      <a:pPr algn="ctr"/>
                      <a:endParaRPr lang="fr-FR" dirty="0"/>
                    </a:p>
                    <a:p>
                      <a:pPr algn="ctr"/>
                      <a:endParaRPr lang="fr-FR" sz="4000" dirty="0">
                        <a:latin typeface="Arial" panose="020B0604020202020204" pitchFamily="34" charset="0"/>
                        <a:ea typeface="Cambria" panose="02040503050406030204" pitchFamily="18" charset="0"/>
                        <a:cs typeface="Arial" panose="020B0604020202020204" pitchFamily="34" charset="0"/>
                      </a:endParaRPr>
                    </a:p>
                  </a:txBody>
                  <a:tcPr/>
                </a:tc>
                <a:extLst>
                  <a:ext uri="{0D108BD9-81ED-4DB2-BD59-A6C34878D82A}">
                    <a16:rowId xmlns:a16="http://schemas.microsoft.com/office/drawing/2014/main" val="2681731661"/>
                  </a:ext>
                </a:extLst>
              </a:tr>
            </a:tbl>
          </a:graphicData>
        </a:graphic>
      </p:graphicFrame>
    </p:spTree>
    <p:extLst>
      <p:ext uri="{BB962C8B-B14F-4D97-AF65-F5344CB8AC3E}">
        <p14:creationId xmlns:p14="http://schemas.microsoft.com/office/powerpoint/2010/main" val="1559468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A0621-ACD7-6372-B812-A11D0076C7E5}"/>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A1C9A9E9-259A-7B7D-AF35-4B3DEB145440}"/>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b="1" dirty="0" err="1">
                <a:latin typeface="Arial" panose="020B0604020202020204" pitchFamily="34" charset="0"/>
                <a:ea typeface="Cambria" panose="02040503050406030204" pitchFamily="18" charset="0"/>
                <a:cs typeface="Arial" panose="020B0604020202020204" pitchFamily="34" charset="0"/>
              </a:rPr>
              <a:t>Terminology</a:t>
            </a:r>
            <a:r>
              <a:rPr lang="fr-FR" b="1" dirty="0">
                <a:latin typeface="Arial" panose="020B0604020202020204" pitchFamily="34" charset="0"/>
                <a:cs typeface="Arial" panose="020B0604020202020204" pitchFamily="34" charset="0"/>
              </a:rPr>
              <a:t> </a:t>
            </a:r>
          </a:p>
        </p:txBody>
      </p:sp>
      <p:pic>
        <p:nvPicPr>
          <p:cNvPr id="6" name="Image 13">
            <a:extLst>
              <a:ext uri="{FF2B5EF4-FFF2-40B4-BE49-F238E27FC236}">
                <a16:creationId xmlns:a16="http://schemas.microsoft.com/office/drawing/2014/main" id="{104011FD-988B-3CC8-0A85-E405C29B2754}"/>
              </a:ext>
            </a:extLst>
          </p:cNvPr>
          <p:cNvPicPr>
            <a:picLocks noChangeAspect="1"/>
          </p:cNvPicPr>
          <p:nvPr/>
        </p:nvPicPr>
        <p:blipFill rotWithShape="1">
          <a:blip r:embed="rId3"/>
          <a:srcRect l="41338" t="44750" r="25587" b="23050"/>
          <a:stretch/>
        </p:blipFill>
        <p:spPr>
          <a:xfrm>
            <a:off x="1547664" y="2204864"/>
            <a:ext cx="6048672" cy="3312368"/>
          </a:xfrm>
          <a:prstGeom prst="rect">
            <a:avLst/>
          </a:prstGeom>
        </p:spPr>
      </p:pic>
    </p:spTree>
    <p:extLst>
      <p:ext uri="{BB962C8B-B14F-4D97-AF65-F5344CB8AC3E}">
        <p14:creationId xmlns:p14="http://schemas.microsoft.com/office/powerpoint/2010/main" val="3792699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B8D70-0FF6-E884-3D3C-D0E8CECA2F5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9229432-70DC-A1F3-2558-7FD53C3F2E13}"/>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b="1" dirty="0" err="1">
                <a:latin typeface="Arial" panose="020B0604020202020204" pitchFamily="34" charset="0"/>
                <a:ea typeface="Cambria" panose="02040503050406030204" pitchFamily="18" charset="0"/>
                <a:cs typeface="Arial" panose="020B0604020202020204" pitchFamily="34" charset="0"/>
              </a:rPr>
              <a:t>Examples</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2B52CEC7-3218-D31A-F617-48B99E4163FD}"/>
              </a:ext>
            </a:extLst>
          </p:cNvPr>
          <p:cNvSpPr txBox="1">
            <a:spLocks/>
          </p:cNvSpPr>
          <p:nvPr/>
        </p:nvSpPr>
        <p:spPr>
          <a:xfrm>
            <a:off x="457200" y="1600200"/>
            <a:ext cx="8229600"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800" dirty="0">
                <a:latin typeface="Arial" panose="020B0604020202020204" pitchFamily="34" charset="0"/>
                <a:ea typeface="Cambria" panose="02040503050406030204" pitchFamily="18" charset="0"/>
                <a:cs typeface="Arial" panose="020B0604020202020204" pitchFamily="34" charset="0"/>
              </a:rPr>
              <a:t>Find the type / nature of the variables below: </a:t>
            </a:r>
          </a:p>
          <a:p>
            <a:pPr marL="0" indent="0">
              <a:buFont typeface="Arial" pitchFamily="34" charset="0"/>
              <a:buNone/>
            </a:pPr>
            <a:endParaRPr lang="en-US" sz="1800" dirty="0">
              <a:latin typeface="Arial" panose="020B0604020202020204" pitchFamily="34" charset="0"/>
              <a:ea typeface="Cambria" panose="02040503050406030204" pitchFamily="18" charset="0"/>
              <a:cs typeface="Arial" panose="020B0604020202020204" pitchFamily="34" charset="0"/>
            </a:endParaRPr>
          </a:p>
          <a:p>
            <a:pPr>
              <a:buFont typeface="Wingdings" pitchFamily="2" charset="2"/>
              <a:buChar char="§"/>
            </a:pPr>
            <a:r>
              <a:rPr lang="en-US" sz="1800" dirty="0">
                <a:latin typeface="Arial" panose="020B0604020202020204" pitchFamily="34" charset="0"/>
                <a:ea typeface="Cambria" panose="02040503050406030204" pitchFamily="18" charset="0"/>
                <a:cs typeface="Arial" panose="020B0604020202020204" pitchFamily="34" charset="0"/>
              </a:rPr>
              <a:t>Hair color of hair salon customers </a:t>
            </a:r>
            <a:r>
              <a:rPr lang="fr-FR" sz="18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a:t>
            </a:r>
          </a:p>
          <a:p>
            <a:pPr>
              <a:buFont typeface="Wingdings" pitchFamily="2" charset="2"/>
              <a:buChar char="§"/>
            </a:pPr>
            <a:r>
              <a:rPr lang="en-US" sz="18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The level of customer satisfaction of a telephone operator </a:t>
            </a:r>
            <a:r>
              <a:rPr lang="fr-FR" sz="18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a:t>
            </a:r>
          </a:p>
          <a:p>
            <a:pPr>
              <a:buFont typeface="Wingdings" pitchFamily="2" charset="2"/>
              <a:buChar char="§"/>
            </a:pPr>
            <a:r>
              <a:rPr lang="en-US" sz="1800" dirty="0">
                <a:latin typeface="Arial" panose="020B0604020202020204" pitchFamily="34" charset="0"/>
                <a:ea typeface="Cambria" panose="02040503050406030204" pitchFamily="18" charset="0"/>
                <a:cs typeface="Arial" panose="020B0604020202020204" pitchFamily="34" charset="0"/>
              </a:rPr>
              <a:t>The number of people in Parisian households </a:t>
            </a:r>
            <a:r>
              <a:rPr lang="fr-FR" sz="18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a:t>
            </a:r>
          </a:p>
          <a:p>
            <a:pPr>
              <a:buFont typeface="Wingdings" pitchFamily="2" charset="2"/>
              <a:buChar char="§"/>
            </a:pPr>
            <a:r>
              <a:rPr lang="en-US" sz="18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The "exact" waiting time on the phone of customers before being answered by the technical service of an internet provider </a:t>
            </a:r>
            <a:r>
              <a:rPr lang="fr-FR" sz="18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a:t>
            </a:r>
            <a:endParaRPr lang="fr-FR" sz="1800"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703982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503CC-FD05-8CEE-BA2E-D163EEBD65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016DB5F-72CE-C54D-41F1-EC434FD85379}"/>
              </a:ext>
            </a:extLst>
          </p:cNvPr>
          <p:cNvSpPr txBox="1">
            <a:spLocks/>
          </p:cNvSpPr>
          <p:nvPr/>
        </p:nvSpPr>
        <p:spPr>
          <a:xfrm>
            <a:off x="457200" y="274638"/>
            <a:ext cx="82296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ZA" b="1" dirty="0">
                <a:latin typeface="Arial" panose="020B0604020202020204" pitchFamily="34" charset="0"/>
                <a:ea typeface="Cambria" panose="02040503050406030204" pitchFamily="18" charset="0"/>
                <a:cs typeface="Arial" panose="020B0604020202020204" pitchFamily="34" charset="0"/>
              </a:rPr>
              <a:t>Data representation </a:t>
            </a:r>
            <a:endParaRPr lang="fr-FR" b="1" dirty="0">
              <a:latin typeface="Arial" panose="020B0604020202020204" pitchFamily="34"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CB1CA7EC-C556-4EFD-F9AF-214FECDA5223}"/>
                  </a:ext>
                </a:extLst>
              </p:cNvPr>
              <p:cNvSpPr txBox="1">
                <a:spLocks/>
              </p:cNvSpPr>
              <p:nvPr/>
            </p:nvSpPr>
            <p:spPr>
              <a:xfrm>
                <a:off x="611560" y="1417638"/>
                <a:ext cx="8229600" cy="4525963"/>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AU" dirty="0">
                    <a:latin typeface="Arial" panose="020B0604020202020204" pitchFamily="34" charset="0"/>
                    <a:ea typeface="Cambria" panose="02040503050406030204" pitchFamily="18" charset="0"/>
                    <a:cs typeface="Arial" panose="020B0604020202020204" pitchFamily="34" charset="0"/>
                  </a:rPr>
                  <a:t>Univariate data = Statistical series </a:t>
                </a:r>
              </a:p>
              <a:p>
                <a:pPr marL="0" indent="0">
                  <a:buFont typeface="Arial" pitchFamily="34" charset="0"/>
                  <a:buNone/>
                </a:pPr>
                <a:r>
                  <a:rPr lang="en-US" sz="2000" dirty="0">
                    <a:latin typeface="Arial" panose="020B0604020202020204" pitchFamily="34" charset="0"/>
                    <a:ea typeface="Cambria" panose="02040503050406030204" pitchFamily="18" charset="0"/>
                    <a:cs typeface="Arial" panose="020B0604020202020204" pitchFamily="34" charset="0"/>
                  </a:rPr>
                  <a:t>A sequence of observations of a variable studied for all individuals in a population </a:t>
                </a:r>
                <a:r>
                  <a:rPr lang="fr-FR" sz="2000" dirty="0">
                    <a:latin typeface="Arial" panose="020B0604020202020204" pitchFamily="34" charset="0"/>
                    <a:ea typeface="Cambria" panose="02040503050406030204" pitchFamily="18" charset="0"/>
                    <a:cs typeface="Arial" panose="020B0604020202020204" pitchFamily="34" charset="0"/>
                  </a:rPr>
                  <a:t>or a part of the population</a:t>
                </a:r>
                <a:r>
                  <a:rPr lang="en-US" sz="2000" dirty="0">
                    <a:latin typeface="Arial" panose="020B0604020202020204" pitchFamily="34" charset="0"/>
                    <a:ea typeface="Cambria" panose="02040503050406030204" pitchFamily="18" charset="0"/>
                    <a:cs typeface="Arial" panose="020B0604020202020204" pitchFamily="34" charset="0"/>
                  </a:rPr>
                  <a:t>
</a:t>
                </a:r>
                <a:endParaRPr lang="fr-FR" sz="2000" dirty="0">
                  <a:latin typeface="Arial" panose="020B0604020202020204" pitchFamily="34" charset="0"/>
                  <a:ea typeface="Cambria" panose="02040503050406030204" pitchFamily="18" charset="0"/>
                  <a:cs typeface="Arial" panose="020B0604020202020204" pitchFamily="34" charset="0"/>
                </a:endParaRPr>
              </a:p>
              <a:p>
                <a:pPr marL="0" indent="0">
                  <a:buFont typeface="Arial" pitchFamily="34" charset="0"/>
                  <a:buNone/>
                </a:pPr>
                <a:r>
                  <a:rPr lang="en-ZA" dirty="0">
                    <a:latin typeface="Arial" panose="020B0604020202020204" pitchFamily="34" charset="0"/>
                    <a:ea typeface="Cambria" panose="02040503050406030204" pitchFamily="18" charset="0"/>
                    <a:cs typeface="Arial" panose="020B0604020202020204" pitchFamily="34" charset="0"/>
                  </a:rPr>
                  <a:t>Total number </a:t>
                </a:r>
                <a:r>
                  <a:rPr lang="fr-FR" dirty="0">
                    <a:latin typeface="Arial" panose="020B0604020202020204" pitchFamily="34" charset="0"/>
                    <a:ea typeface="Cambria" panose="02040503050406030204" pitchFamily="18" charset="0"/>
                    <a:cs typeface="Arial" panose="020B0604020202020204" pitchFamily="34" charset="0"/>
                  </a:rPr>
                  <a:t>of observations = n</a:t>
                </a:r>
              </a:p>
              <a:p>
                <a:pPr marL="0" indent="0">
                  <a:buFont typeface="Arial" pitchFamily="34" charset="0"/>
                  <a:buNone/>
                </a:pPr>
                <a:r>
                  <a:rPr lang="en-US" sz="2000" dirty="0">
                    <a:latin typeface="Arial" panose="020B0604020202020204" pitchFamily="34" charset="0"/>
                    <a:ea typeface="Cambria" panose="02040503050406030204" pitchFamily="18" charset="0"/>
                    <a:cs typeface="Arial" panose="020B0604020202020204" pitchFamily="34" charset="0"/>
                  </a:rPr>
                  <a:t>Number of individuals involved in the study 
</a:t>
                </a:r>
                <a:endParaRPr lang="fr-FR" sz="2000" dirty="0">
                  <a:latin typeface="Arial" panose="020B0604020202020204" pitchFamily="34" charset="0"/>
                  <a:ea typeface="Cambria" panose="02040503050406030204" pitchFamily="18" charset="0"/>
                  <a:cs typeface="Arial" panose="020B0604020202020204" pitchFamily="34" charset="0"/>
                </a:endParaRPr>
              </a:p>
              <a:p>
                <a:pPr marL="0" indent="0">
                  <a:buFont typeface="Arial" pitchFamily="34" charset="0"/>
                  <a:buNone/>
                </a:pPr>
                <a:r>
                  <a:rPr lang="en-US" sz="2800" dirty="0">
                    <a:latin typeface="Arial" panose="020B0604020202020204" pitchFamily="34" charset="0"/>
                    <a:ea typeface="Cambria" panose="02040503050406030204" pitchFamily="18" charset="0"/>
                    <a:cs typeface="Arial" panose="020B0604020202020204" pitchFamily="34" charset="0"/>
                  </a:rPr>
                  <a:t>The data is usually collected in its </a:t>
                </a:r>
                <a:r>
                  <a:rPr lang="en-US" sz="2800" dirty="0">
                    <a:solidFill>
                      <a:srgbClr val="FF0000"/>
                    </a:solidFill>
                    <a:latin typeface="Arial" panose="020B0604020202020204" pitchFamily="34" charset="0"/>
                    <a:ea typeface="Cambria" panose="02040503050406030204" pitchFamily="18" charset="0"/>
                    <a:cs typeface="Arial" panose="020B0604020202020204" pitchFamily="34" charset="0"/>
                  </a:rPr>
                  <a:t>raw state </a:t>
                </a:r>
                <a:r>
                  <a:rPr lang="en-US" sz="2800" dirty="0">
                    <a:latin typeface="Arial" panose="020B0604020202020204" pitchFamily="34" charset="0"/>
                    <a:ea typeface="Cambria" panose="02040503050406030204" pitchFamily="18" charset="0"/>
                    <a:cs typeface="Arial" panose="020B0604020202020204" pitchFamily="34" charset="0"/>
                  </a:rPr>
                  <a:t>(without any particular organization / as a column in an Excel file), i.e. in the following form </a:t>
                </a:r>
                <a:r>
                  <a:rPr lang="fr-FR" sz="2800" dirty="0">
                    <a:latin typeface="Arial" panose="020B0604020202020204" pitchFamily="34" charset="0"/>
                    <a:ea typeface="Cambria" panose="02040503050406030204" pitchFamily="18" charset="0"/>
                    <a:cs typeface="Arial" panose="020B0604020202020204" pitchFamily="34" charset="0"/>
                  </a:rPr>
                  <a:t>:</a:t>
                </a:r>
              </a:p>
              <a:p>
                <a:pPr marL="0" indent="0" algn="ctr">
                  <a:buFont typeface="Arial" pitchFamily="34" charset="0"/>
                  <a:buNone/>
                </a:pPr>
                <a14:m>
                  <m:oMathPara xmlns:m="http://schemas.openxmlformats.org/officeDocument/2006/math">
                    <m:oMath>
                      <m:sSub>
                        <m:sSubPr>
                          <m:ctrlPr>
                            <a:rPr lang="fr-FR" sz="2800" i="1" smtClean="0">
                              <a:latin typeface="Cambria Math" panose="02040503050406030204" pitchFamily="18" charset="0"/>
                              <a:ea typeface="Cambria" panose="02040503050406030204" pitchFamily="18" charset="0"/>
                            </a:rPr>
                          </m:ctrlPr>
                        </m:sSubPr>
                        <m:e>
                          <m:r>
                            <a:rPr lang="fr-FR" sz="2800" i="1" smtClean="0">
                              <a:latin typeface="Cambria Math" panose="02040503050406030204" pitchFamily="18" charset="0"/>
                              <a:ea typeface="Cambria" panose="02040503050406030204" pitchFamily="18" charset="0"/>
                            </a:rPr>
                            <m:t>𝑥</m:t>
                          </m:r>
                        </m:e>
                        <m:sub>
                          <m:r>
                            <a:rPr lang="fr-FR" sz="2800" i="1" smtClean="0">
                              <a:latin typeface="Cambria Math" panose="02040503050406030204" pitchFamily="18" charset="0"/>
                              <a:ea typeface="Cambria" panose="02040503050406030204" pitchFamily="18" charset="0"/>
                            </a:rPr>
                            <m:t>1</m:t>
                          </m:r>
                        </m:sub>
                      </m:sSub>
                      <m:r>
                        <a:rPr lang="fr-FR" sz="2800" i="1" smtClean="0">
                          <a:latin typeface="Cambria Math" panose="02040503050406030204" pitchFamily="18" charset="0"/>
                          <a:ea typeface="Cambria" panose="02040503050406030204" pitchFamily="18" charset="0"/>
                        </a:rPr>
                        <m:t>, </m:t>
                      </m:r>
                      <m:sSub>
                        <m:sSubPr>
                          <m:ctrlPr>
                            <a:rPr lang="fr-FR" sz="2800" i="1" smtClean="0">
                              <a:latin typeface="Cambria Math" panose="02040503050406030204" pitchFamily="18" charset="0"/>
                              <a:ea typeface="Cambria" panose="02040503050406030204" pitchFamily="18" charset="0"/>
                            </a:rPr>
                          </m:ctrlPr>
                        </m:sSubPr>
                        <m:e>
                          <m:r>
                            <a:rPr lang="fr-FR" sz="2800" i="1" smtClean="0">
                              <a:latin typeface="Cambria Math" panose="02040503050406030204" pitchFamily="18" charset="0"/>
                              <a:ea typeface="Cambria" panose="02040503050406030204" pitchFamily="18" charset="0"/>
                            </a:rPr>
                            <m:t>𝑥</m:t>
                          </m:r>
                        </m:e>
                        <m:sub>
                          <m:r>
                            <a:rPr lang="fr-FR" sz="2800" i="1" smtClean="0">
                              <a:latin typeface="Cambria Math" panose="02040503050406030204" pitchFamily="18" charset="0"/>
                              <a:ea typeface="Cambria" panose="02040503050406030204" pitchFamily="18" charset="0"/>
                            </a:rPr>
                            <m:t>2</m:t>
                          </m:r>
                        </m:sub>
                      </m:sSub>
                      <m:r>
                        <a:rPr lang="fr-FR" sz="2800" i="1" smtClean="0">
                          <a:latin typeface="Cambria Math" panose="02040503050406030204" pitchFamily="18" charset="0"/>
                          <a:ea typeface="Cambria" panose="02040503050406030204" pitchFamily="18" charset="0"/>
                        </a:rPr>
                        <m:t>, …, </m:t>
                      </m:r>
                      <m:sSub>
                        <m:sSubPr>
                          <m:ctrlPr>
                            <a:rPr lang="fr-FR" sz="2800" i="1" smtClean="0">
                              <a:latin typeface="Cambria Math" panose="02040503050406030204" pitchFamily="18" charset="0"/>
                              <a:ea typeface="Cambria" panose="02040503050406030204" pitchFamily="18" charset="0"/>
                            </a:rPr>
                          </m:ctrlPr>
                        </m:sSubPr>
                        <m:e>
                          <m:r>
                            <a:rPr lang="fr-FR" sz="2800" i="1" smtClean="0">
                              <a:latin typeface="Cambria Math" panose="02040503050406030204" pitchFamily="18" charset="0"/>
                              <a:ea typeface="Cambria" panose="02040503050406030204" pitchFamily="18" charset="0"/>
                            </a:rPr>
                            <m:t>𝑥</m:t>
                          </m:r>
                        </m:e>
                        <m:sub>
                          <m:r>
                            <a:rPr lang="fr-FR" sz="2800" i="1" smtClean="0">
                              <a:latin typeface="Cambria Math" panose="02040503050406030204" pitchFamily="18" charset="0"/>
                              <a:ea typeface="Cambria" panose="02040503050406030204" pitchFamily="18" charset="0"/>
                            </a:rPr>
                            <m:t>𝑛</m:t>
                          </m:r>
                        </m:sub>
                      </m:sSub>
                    </m:oMath>
                  </m:oMathPara>
                </a14:m>
                <a:endParaRPr lang="fr-FR" sz="2800" dirty="0">
                  <a:latin typeface="Arial" panose="020B0604020202020204" pitchFamily="34" charset="0"/>
                  <a:ea typeface="Cambria" panose="02040503050406030204" pitchFamily="18" charset="0"/>
                  <a:cs typeface="Arial" panose="020B0604020202020204" pitchFamily="34" charset="0"/>
                </a:endParaRPr>
              </a:p>
              <a:p>
                <a:pPr marL="0" indent="0">
                  <a:buFont typeface="Arial" pitchFamily="34" charset="0"/>
                  <a:buNone/>
                </a:pPr>
                <a:r>
                  <a:rPr lang="en-ZA" sz="2800" dirty="0">
                    <a:latin typeface="Arial" panose="020B0604020202020204" pitchFamily="34" charset="0"/>
                    <a:ea typeface="Cambria" panose="02040503050406030204" pitchFamily="18" charset="0"/>
                    <a:cs typeface="Arial" panose="020B0604020202020204" pitchFamily="34" charset="0"/>
                  </a:rPr>
                  <a:t>Where</a:t>
                </a:r>
                <a:r>
                  <a:rPr lang="fr-FR" sz="2800" dirty="0">
                    <a:latin typeface="Arial" panose="020B0604020202020204" pitchFamily="34" charset="0"/>
                    <a:ea typeface="Cambria" panose="02040503050406030204" pitchFamily="18" charset="0"/>
                    <a:cs typeface="Arial" panose="020B0604020202020204" pitchFamily="34" charset="0"/>
                  </a:rPr>
                  <a:t> </a:t>
                </a:r>
                <a14:m>
                  <m:oMath xmlns:m="http://schemas.openxmlformats.org/officeDocument/2006/math">
                    <m:sSub>
                      <m:sSubPr>
                        <m:ctrlPr>
                          <a:rPr lang="fr-FR" sz="2800" i="1" smtClean="0">
                            <a:latin typeface="Cambria Math" panose="02040503050406030204" pitchFamily="18" charset="0"/>
                            <a:ea typeface="Cambria" panose="02040503050406030204" pitchFamily="18" charset="0"/>
                          </a:rPr>
                        </m:ctrlPr>
                      </m:sSubPr>
                      <m:e>
                        <m:r>
                          <a:rPr lang="fr-FR" sz="2800" i="1" smtClean="0">
                            <a:latin typeface="Cambria Math" panose="02040503050406030204" pitchFamily="18" charset="0"/>
                            <a:ea typeface="Cambria" panose="02040503050406030204" pitchFamily="18" charset="0"/>
                          </a:rPr>
                          <m:t>𝑥</m:t>
                        </m:r>
                      </m:e>
                      <m:sub>
                        <m:r>
                          <a:rPr lang="fr-FR" sz="2800" i="1" smtClean="0">
                            <a:latin typeface="Cambria Math" panose="02040503050406030204" pitchFamily="18" charset="0"/>
                            <a:ea typeface="Cambria" panose="02040503050406030204" pitchFamily="18" charset="0"/>
                          </a:rPr>
                          <m:t>𝑖</m:t>
                        </m:r>
                      </m:sub>
                    </m:sSub>
                  </m:oMath>
                </a14:m>
                <a:r>
                  <a:rPr lang="fr-FR" sz="2800" dirty="0">
                    <a:latin typeface="Arial" panose="020B0604020202020204" pitchFamily="34" charset="0"/>
                    <a:ea typeface="Cambria" panose="02040503050406030204" pitchFamily="18" charset="0"/>
                    <a:cs typeface="Arial" panose="020B0604020202020204" pitchFamily="34" charset="0"/>
                  </a:rPr>
                  <a:t> </a:t>
                </a:r>
                <a:r>
                  <a:rPr lang="en-US" sz="2800" dirty="0">
                    <a:latin typeface="Arial" panose="020B0604020202020204" pitchFamily="34" charset="0"/>
                    <a:ea typeface="Cambria" panose="02040503050406030204" pitchFamily="18" charset="0"/>
                    <a:cs typeface="Arial" panose="020B0604020202020204" pitchFamily="34" charset="0"/>
                  </a:rPr>
                  <a:t>is the "answer" of the i-th individual </a:t>
                </a:r>
                <a:endParaRPr lang="fr-FR" sz="2800" dirty="0">
                  <a:latin typeface="Arial" panose="020B0604020202020204" pitchFamily="34" charset="0"/>
                  <a:ea typeface="Cambria" panose="02040503050406030204" pitchFamily="18" charset="0"/>
                  <a:cs typeface="Arial" panose="020B0604020202020204" pitchFamily="34" charset="0"/>
                </a:endParaRPr>
              </a:p>
            </p:txBody>
          </p:sp>
        </mc:Choice>
        <mc:Fallback xmlns="">
          <p:sp>
            <p:nvSpPr>
              <p:cNvPr id="3" name="Espace réservé du contenu 2">
                <a:extLst>
                  <a:ext uri="{FF2B5EF4-FFF2-40B4-BE49-F238E27FC236}">
                    <a16:creationId xmlns:a16="http://schemas.microsoft.com/office/drawing/2014/main" id="{CB1CA7EC-C556-4EFD-F9AF-214FECDA5223}"/>
                  </a:ext>
                </a:extLst>
              </p:cNvPr>
              <p:cNvSpPr txBox="1">
                <a:spLocks noRot="1" noChangeAspect="1" noMove="1" noResize="1" noEditPoints="1" noAdjustHandles="1" noChangeArrowheads="1" noChangeShapeType="1" noTextEdit="1"/>
              </p:cNvSpPr>
              <p:nvPr/>
            </p:nvSpPr>
            <p:spPr>
              <a:xfrm>
                <a:off x="611560" y="1417638"/>
                <a:ext cx="8229600" cy="4525963"/>
              </a:xfrm>
              <a:prstGeom prst="rect">
                <a:avLst/>
              </a:prstGeom>
              <a:blipFill>
                <a:blip r:embed="rId3"/>
                <a:stretch>
                  <a:fillRect l="-1852" t="-2235" b="-3352"/>
                </a:stretch>
              </a:blipFill>
            </p:spPr>
            <p:txBody>
              <a:bodyPr/>
              <a:lstStyle/>
              <a:p>
                <a:r>
                  <a:rPr lang="en-NL">
                    <a:noFill/>
                  </a:rPr>
                  <a:t> </a:t>
                </a:r>
              </a:p>
            </p:txBody>
          </p:sp>
        </mc:Fallback>
      </mc:AlternateContent>
    </p:spTree>
    <p:extLst>
      <p:ext uri="{BB962C8B-B14F-4D97-AF65-F5344CB8AC3E}">
        <p14:creationId xmlns:p14="http://schemas.microsoft.com/office/powerpoint/2010/main" val="788584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DE436-EFE9-D246-96B8-B28AFE4779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F1D452E-0BD9-5BFB-90C4-21E3F731AB48}"/>
              </a:ext>
            </a:extLst>
          </p:cNvPr>
          <p:cNvSpPr txBox="1">
            <a:spLocks/>
          </p:cNvSpPr>
          <p:nvPr/>
        </p:nvSpPr>
        <p:spPr>
          <a:xfrm>
            <a:off x="457200" y="274638"/>
            <a:ext cx="82296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b="1" dirty="0">
                <a:latin typeface="Arial" panose="020B0604020202020204" pitchFamily="34" charset="0"/>
                <a:ea typeface="Cambria" panose="02040503050406030204" pitchFamily="18" charset="0"/>
                <a:cs typeface="Arial" panose="020B0604020202020204" pitchFamily="34" charset="0"/>
              </a:rPr>
              <a:t>Table </a:t>
            </a:r>
            <a:r>
              <a:rPr lang="fr-FR" b="1" dirty="0" err="1">
                <a:latin typeface="Arial" panose="020B0604020202020204" pitchFamily="34" charset="0"/>
                <a:ea typeface="Cambria" panose="02040503050406030204" pitchFamily="18" charset="0"/>
                <a:cs typeface="Arial" panose="020B0604020202020204" pitchFamily="34" charset="0"/>
              </a:rPr>
              <a:t>summary</a:t>
            </a:r>
            <a:r>
              <a:rPr lang="fr-FR" b="1" dirty="0">
                <a:latin typeface="Arial" panose="020B0604020202020204" pitchFamily="34" charset="0"/>
                <a:ea typeface="Cambria" panose="02040503050406030204" pitchFamily="18" charset="0"/>
                <a:cs typeface="Arial" panose="020B0604020202020204" pitchFamily="34" charset="0"/>
              </a:rPr>
              <a:t> </a:t>
            </a:r>
          </a:p>
        </p:txBody>
      </p:sp>
      <p:sp>
        <p:nvSpPr>
          <p:cNvPr id="3" name="Espace réservé du contenu 2">
            <a:extLst>
              <a:ext uri="{FF2B5EF4-FFF2-40B4-BE49-F238E27FC236}">
                <a16:creationId xmlns:a16="http://schemas.microsoft.com/office/drawing/2014/main" id="{114D4F3A-A820-C204-3BBE-36E8B4485815}"/>
              </a:ext>
            </a:extLst>
          </p:cNvPr>
          <p:cNvSpPr txBox="1">
            <a:spLocks/>
          </p:cNvSpPr>
          <p:nvPr/>
        </p:nvSpPr>
        <p:spPr>
          <a:xfrm>
            <a:off x="593164" y="1417638"/>
            <a:ext cx="8947388"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dirty="0">
                <a:latin typeface="Arial" panose="020B0604020202020204" pitchFamily="34" charset="0"/>
                <a:ea typeface="Cambria" panose="02040503050406030204" pitchFamily="18" charset="0"/>
                <a:cs typeface="Arial" panose="020B0604020202020204" pitchFamily="34" charset="0"/>
              </a:rPr>
              <a:t>A modality is a category of answers obtained/observed
</a:t>
            </a:r>
            <a:r>
              <a:rPr lang="fr-FR" sz="2400" dirty="0">
                <a:latin typeface="Arial" panose="020B0604020202020204" pitchFamily="34" charset="0"/>
                <a:ea typeface="Cambria" panose="02040503050406030204" pitchFamily="18" charset="0"/>
                <a:cs typeface="Arial" panose="020B0604020202020204" pitchFamily="34" charset="0"/>
              </a:rPr>
              <a:t> </a:t>
            </a:r>
          </a:p>
        </p:txBody>
      </p:sp>
      <p:sp>
        <p:nvSpPr>
          <p:cNvPr id="4" name="Flèche : angle droit 3">
            <a:extLst>
              <a:ext uri="{FF2B5EF4-FFF2-40B4-BE49-F238E27FC236}">
                <a16:creationId xmlns:a16="http://schemas.microsoft.com/office/drawing/2014/main" id="{68534161-75E5-3A60-F124-F277D09DA827}"/>
              </a:ext>
            </a:extLst>
          </p:cNvPr>
          <p:cNvSpPr/>
          <p:nvPr/>
        </p:nvSpPr>
        <p:spPr>
          <a:xfrm rot="5400000">
            <a:off x="397764" y="2120284"/>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5" name="ZoneTexte 4">
            <a:extLst>
              <a:ext uri="{FF2B5EF4-FFF2-40B4-BE49-F238E27FC236}">
                <a16:creationId xmlns:a16="http://schemas.microsoft.com/office/drawing/2014/main" id="{42EBC9C9-D8D9-B2BC-871F-A9E904994BA3}"/>
              </a:ext>
            </a:extLst>
          </p:cNvPr>
          <p:cNvSpPr txBox="1"/>
          <p:nvPr/>
        </p:nvSpPr>
        <p:spPr>
          <a:xfrm>
            <a:off x="1979711" y="2636912"/>
            <a:ext cx="6716919" cy="646331"/>
          </a:xfrm>
          <a:prstGeom prst="rect">
            <a:avLst/>
          </a:prstGeom>
          <a:noFill/>
        </p:spPr>
        <p:txBody>
          <a:bodyPr wrap="square" rtlCol="0">
            <a:spAutoFit/>
          </a:bodyPr>
          <a:lstStyle/>
          <a:p>
            <a:r>
              <a:rPr lang="en-US" dirty="0">
                <a:highlight>
                  <a:srgbClr val="FFFF00"/>
                </a:highlight>
                <a:latin typeface="Arial" panose="020B0604020202020204" pitchFamily="34" charset="0"/>
                <a:ea typeface="Cambria" panose="02040503050406030204" pitchFamily="18" charset="0"/>
                <a:cs typeface="Arial" panose="020B0604020202020204" pitchFamily="34" charset="0"/>
              </a:rPr>
              <a:t>There are k modalities, where k is an integer between 1 and n
</a:t>
            </a:r>
            <a:endParaRPr lang="fr-FR" dirty="0">
              <a:highlight>
                <a:srgbClr val="FFFF00"/>
              </a:highlight>
              <a:latin typeface="Arial" panose="020B0604020202020204" pitchFamily="34"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6" name="Tableau 7">
                <a:extLst>
                  <a:ext uri="{FF2B5EF4-FFF2-40B4-BE49-F238E27FC236}">
                    <a16:creationId xmlns:a16="http://schemas.microsoft.com/office/drawing/2014/main" id="{77A2EDCD-CAD9-EF4D-1B67-7E123FE2C4BC}"/>
                  </a:ext>
                </a:extLst>
              </p:cNvPr>
              <p:cNvGraphicFramePr>
                <a:graphicFrameLocks noGrp="1"/>
              </p:cNvGraphicFramePr>
              <p:nvPr>
                <p:extLst>
                  <p:ext uri="{D42A27DB-BD31-4B8C-83A1-F6EECF244321}">
                    <p14:modId xmlns:p14="http://schemas.microsoft.com/office/powerpoint/2010/main" val="1547982501"/>
                  </p:ext>
                </p:extLst>
              </p:nvPr>
            </p:nvGraphicFramePr>
            <p:xfrm>
              <a:off x="2555776" y="3657377"/>
              <a:ext cx="4572000" cy="2758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71110681"/>
                        </a:ext>
                      </a:extLst>
                    </a:gridCol>
                    <a:gridCol w="1524000">
                      <a:extLst>
                        <a:ext uri="{9D8B030D-6E8A-4147-A177-3AD203B41FA5}">
                          <a16:colId xmlns:a16="http://schemas.microsoft.com/office/drawing/2014/main" val="1710144086"/>
                        </a:ext>
                      </a:extLst>
                    </a:gridCol>
                    <a:gridCol w="1524000">
                      <a:extLst>
                        <a:ext uri="{9D8B030D-6E8A-4147-A177-3AD203B41FA5}">
                          <a16:colId xmlns:a16="http://schemas.microsoft.com/office/drawing/2014/main" val="1685914369"/>
                        </a:ext>
                      </a:extLst>
                    </a:gridCol>
                  </a:tblGrid>
                  <a:tr h="370840">
                    <a:tc>
                      <a:txBody>
                        <a:bodyPr/>
                        <a:lstStyle/>
                        <a:p>
                          <a:r>
                            <a:rPr lang="en-ZA" noProof="0" dirty="0">
                              <a:latin typeface="Cambria" panose="02040503050406030204" pitchFamily="18" charset="0"/>
                              <a:ea typeface="Cambria" panose="02040503050406030204" pitchFamily="18" charset="0"/>
                            </a:rPr>
                            <a:t>Modalities</a:t>
                          </a:r>
                        </a:p>
                      </a:txBody>
                      <a:tcPr/>
                    </a:tc>
                    <a:tc>
                      <a:txBody>
                        <a:bodyPr/>
                        <a:lstStyle/>
                        <a:p>
                          <a14:m>
                            <m:oMath xmlns:m="http://schemas.openxmlformats.org/officeDocument/2006/math">
                              <m:sSub>
                                <m:sSubPr>
                                  <m:ctrlPr>
                                    <a:rPr lang="fr-FR" b="1" i="1" smtClean="0">
                                      <a:latin typeface="Cambria Math" panose="02040503050406030204" pitchFamily="18" charset="0"/>
                                    </a:rPr>
                                  </m:ctrlPr>
                                </m:sSubPr>
                                <m:e>
                                  <m:r>
                                    <a:rPr lang="fr-FR" b="1" i="1" smtClean="0">
                                      <a:latin typeface="Cambria Math" panose="02040503050406030204" pitchFamily="18" charset="0"/>
                                    </a:rPr>
                                    <m:t>𝒏</m:t>
                                  </m:r>
                                </m:e>
                                <m:sub>
                                  <m:r>
                                    <a:rPr lang="fr-FR" b="1" i="1" smtClean="0">
                                      <a:latin typeface="Cambria Math" panose="02040503050406030204" pitchFamily="18" charset="0"/>
                                    </a:rPr>
                                    <m:t>𝒊</m:t>
                                  </m:r>
                                </m:sub>
                              </m:sSub>
                            </m:oMath>
                          </a14:m>
                          <a:r>
                            <a:rPr lang="fr-FR" dirty="0">
                              <a:latin typeface="Cambria" panose="02040503050406030204" pitchFamily="18" charset="0"/>
                              <a:ea typeface="Cambria" panose="02040503050406030204" pitchFamily="18" charset="0"/>
                            </a:rPr>
                            <a:t> </a:t>
                          </a:r>
                          <a:r>
                            <a:rPr lang="en-ZA" noProof="0" dirty="0">
                              <a:latin typeface="Cambria" panose="02040503050406030204" pitchFamily="18" charset="0"/>
                              <a:ea typeface="Cambria" panose="02040503050406030204" pitchFamily="18" charset="0"/>
                            </a:rPr>
                            <a:t>absolute frequencies</a:t>
                          </a:r>
                        </a:p>
                      </a:txBody>
                      <a:tcPr/>
                    </a:tc>
                    <a:tc>
                      <a:txBody>
                        <a:bodyPr/>
                        <a:lstStyle/>
                        <a:p>
                          <a14:m>
                            <m:oMath xmlns:m="http://schemas.openxmlformats.org/officeDocument/2006/math">
                              <m:sSub>
                                <m:sSubPr>
                                  <m:ctrlPr>
                                    <a:rPr lang="fr-FR" b="1" i="1" smtClean="0">
                                      <a:latin typeface="Cambria Math" panose="02040503050406030204" pitchFamily="18" charset="0"/>
                                    </a:rPr>
                                  </m:ctrlPr>
                                </m:sSubPr>
                                <m:e>
                                  <m:r>
                                    <a:rPr lang="fr-FR" b="1" i="1" smtClean="0">
                                      <a:latin typeface="Cambria Math" panose="02040503050406030204" pitchFamily="18" charset="0"/>
                                    </a:rPr>
                                    <m:t>𝒇</m:t>
                                  </m:r>
                                </m:e>
                                <m:sub>
                                  <m:r>
                                    <a:rPr lang="fr-FR" b="1" i="1" smtClean="0">
                                      <a:latin typeface="Cambria Math" panose="02040503050406030204" pitchFamily="18" charset="0"/>
                                    </a:rPr>
                                    <m:t>𝒊</m:t>
                                  </m:r>
                                </m:sub>
                              </m:sSub>
                            </m:oMath>
                          </a14:m>
                          <a:r>
                            <a:rPr lang="fr-FR" dirty="0">
                              <a:latin typeface="Cambria" panose="02040503050406030204" pitchFamily="18" charset="0"/>
                              <a:ea typeface="Cambria" panose="02040503050406030204" pitchFamily="18" charset="0"/>
                            </a:rPr>
                            <a:t> </a:t>
                          </a:r>
                          <a:r>
                            <a:rPr lang="en-ZA" noProof="0" dirty="0">
                              <a:latin typeface="Cambria" panose="02040503050406030204" pitchFamily="18" charset="0"/>
                              <a:ea typeface="Cambria" panose="02040503050406030204" pitchFamily="18" charset="0"/>
                            </a:rPr>
                            <a:t>relative frequencies</a:t>
                          </a:r>
                        </a:p>
                      </a:txBody>
                      <a:tcPr/>
                    </a:tc>
                    <a:extLst>
                      <a:ext uri="{0D108BD9-81ED-4DB2-BD59-A6C34878D82A}">
                        <a16:rowId xmlns:a16="http://schemas.microsoft.com/office/drawing/2014/main" val="4211700389"/>
                      </a:ext>
                    </a:extLst>
                  </a:tr>
                  <a:tr h="370840">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𝑚</m:t>
                                  </m:r>
                                </m:e>
                                <m:sub>
                                  <m:r>
                                    <a:rPr lang="fr-FR" b="0" i="1" smtClean="0">
                                      <a:latin typeface="Cambria Math" panose="02040503050406030204" pitchFamily="18" charset="0"/>
                                    </a:rPr>
                                    <m:t>1</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1</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e>
                                <m:sub>
                                  <m:r>
                                    <a:rPr lang="fr-FR" b="0" i="1" smtClean="0">
                                      <a:latin typeface="Cambria Math" panose="02040503050406030204" pitchFamily="18" charset="0"/>
                                    </a:rPr>
                                    <m:t>1</m:t>
                                  </m:r>
                                </m:sub>
                              </m:sSub>
                            </m:oMath>
                          </a14:m>
                          <a:r>
                            <a:rPr lang="fr-FR" b="0"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798996807"/>
                      </a:ext>
                    </a:extLst>
                  </a:tr>
                  <a:tr h="370840">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𝑚</m:t>
                                  </m:r>
                                </m:e>
                                <m:sub>
                                  <m:r>
                                    <a:rPr lang="fr-FR" b="0" i="1" smtClean="0">
                                      <a:latin typeface="Cambria Math" panose="02040503050406030204" pitchFamily="18" charset="0"/>
                                    </a:rPr>
                                    <m:t>2</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2</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e>
                                <m:sub>
                                  <m:r>
                                    <a:rPr lang="fr-FR" b="0" i="1" smtClean="0">
                                      <a:latin typeface="Cambria Math" panose="02040503050406030204" pitchFamily="18" charset="0"/>
                                    </a:rPr>
                                    <m:t>2</m:t>
                                  </m:r>
                                </m:sub>
                              </m:sSub>
                            </m:oMath>
                          </a14:m>
                          <a:r>
                            <a:rPr lang="fr-FR" b="0"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839807845"/>
                      </a:ext>
                    </a:extLst>
                  </a:tr>
                  <a:tr h="370840">
                    <a:tc>
                      <a:txBody>
                        <a:bodyPr/>
                        <a:lstStyle/>
                        <a:p>
                          <a:pPr algn="ctr"/>
                          <a14:m>
                            <m:oMathPara xmlns:m="http://schemas.openxmlformats.org/officeDocument/2006/math">
                              <m:oMath>
                                <m:r>
                                  <a:rPr lang="fr-FR" b="0" i="1" smtClean="0">
                                    <a:latin typeface="Cambria Math" panose="02040503050406030204" pitchFamily="18" charset="0"/>
                                  </a:rPr>
                                  <m:t>⋮</m:t>
                                </m:r>
                              </m:oMath>
                            </m:oMathPara>
                          </a14:m>
                          <a:endParaRPr lang="fr-FR" b="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fr-FR" b="0" i="1" smtClean="0">
                                    <a:latin typeface="Cambria Math" panose="02040503050406030204" pitchFamily="18" charset="0"/>
                                  </a:rPr>
                                  <m:t>⋮</m:t>
                                </m:r>
                              </m:oMath>
                            </m:oMathPara>
                          </a14:m>
                          <a:endParaRPr lang="fr-FR" b="0" dirty="0">
                            <a:latin typeface="Cambria" panose="02040503050406030204" pitchFamily="18" charset="0"/>
                            <a:ea typeface="Cambria" panose="02040503050406030204" pitchFamily="18" charset="0"/>
                          </a:endParaRPr>
                        </a:p>
                        <a:p>
                          <a:pPr algn="ctr"/>
                          <a:endParaRPr lang="fr-FR" b="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fr-FR" b="0" i="1" smtClean="0">
                                    <a:latin typeface="Cambria Math" panose="02040503050406030204" pitchFamily="18" charset="0"/>
                                  </a:rPr>
                                  <m:t>⋮</m:t>
                                </m:r>
                              </m:oMath>
                            </m:oMathPara>
                          </a14:m>
                          <a:endParaRPr lang="fr-FR" b="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36779345"/>
                      </a:ext>
                    </a:extLst>
                  </a:tr>
                  <a:tr h="370840">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𝑚</m:t>
                                  </m:r>
                                </m:e>
                                <m:sub>
                                  <m:r>
                                    <a:rPr lang="fr-FR" b="0" i="1" smtClean="0">
                                      <a:latin typeface="Cambria Math" panose="02040503050406030204" pitchFamily="18" charset="0"/>
                                    </a:rPr>
                                    <m:t>𝑘</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𝑘</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e>
                                <m:sub>
                                  <m:r>
                                    <a:rPr lang="fr-FR" b="0" i="1" smtClean="0">
                                      <a:latin typeface="Cambria Math" panose="02040503050406030204" pitchFamily="18" charset="0"/>
                                    </a:rPr>
                                    <m:t>𝑘</m:t>
                                  </m:r>
                                </m:sub>
                              </m:sSub>
                            </m:oMath>
                          </a14:m>
                          <a:r>
                            <a:rPr lang="fr-FR" b="0"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1539034089"/>
                      </a:ext>
                    </a:extLst>
                  </a:tr>
                  <a:tr h="149671">
                    <a:tc>
                      <a:txBody>
                        <a:bodyPr/>
                        <a:lstStyle/>
                        <a:p>
                          <a:pPr algn="ctr"/>
                          <a:r>
                            <a:rPr lang="fr-FR" b="1" dirty="0">
                              <a:latin typeface="Cambria" panose="02040503050406030204" pitchFamily="18" charset="0"/>
                              <a:ea typeface="Cambria" panose="02040503050406030204" pitchFamily="18" charset="0"/>
                            </a:rPr>
                            <a:t>Total </a:t>
                          </a:r>
                        </a:p>
                      </a:txBody>
                      <a:tcPr/>
                    </a:tc>
                    <a:tc>
                      <a:txBody>
                        <a:bodyPr/>
                        <a:lstStyle/>
                        <a:p>
                          <a:pPr algn="ctr"/>
                          <a:r>
                            <a:rPr lang="fr-FR" b="1" dirty="0">
                              <a:latin typeface="Cambria" panose="02040503050406030204" pitchFamily="18" charset="0"/>
                              <a:ea typeface="Cambria" panose="02040503050406030204" pitchFamily="18" charset="0"/>
                            </a:rPr>
                            <a:t>n</a:t>
                          </a:r>
                        </a:p>
                      </a:txBody>
                      <a:tcPr/>
                    </a:tc>
                    <a:tc>
                      <a:txBody>
                        <a:bodyPr/>
                        <a:lstStyle/>
                        <a:p>
                          <a:pPr algn="ctr"/>
                          <a:r>
                            <a:rPr lang="fr-FR" b="1" dirty="0">
                              <a:latin typeface="Cambria" panose="02040503050406030204" pitchFamily="18" charset="0"/>
                              <a:ea typeface="Cambria" panose="02040503050406030204" pitchFamily="18" charset="0"/>
                            </a:rPr>
                            <a:t>1</a:t>
                          </a:r>
                        </a:p>
                      </a:txBody>
                      <a:tcPr/>
                    </a:tc>
                    <a:extLst>
                      <a:ext uri="{0D108BD9-81ED-4DB2-BD59-A6C34878D82A}">
                        <a16:rowId xmlns:a16="http://schemas.microsoft.com/office/drawing/2014/main" val="3139986627"/>
                      </a:ext>
                    </a:extLst>
                  </a:tr>
                </a:tbl>
              </a:graphicData>
            </a:graphic>
          </p:graphicFrame>
        </mc:Choice>
        <mc:Fallback xmlns="">
          <p:graphicFrame>
            <p:nvGraphicFramePr>
              <p:cNvPr id="6" name="Tableau 7">
                <a:extLst>
                  <a:ext uri="{FF2B5EF4-FFF2-40B4-BE49-F238E27FC236}">
                    <a16:creationId xmlns:a16="http://schemas.microsoft.com/office/drawing/2014/main" id="{77A2EDCD-CAD9-EF4D-1B67-7E123FE2C4BC}"/>
                  </a:ext>
                </a:extLst>
              </p:cNvPr>
              <p:cNvGraphicFramePr>
                <a:graphicFrameLocks noGrp="1"/>
              </p:cNvGraphicFramePr>
              <p:nvPr>
                <p:extLst>
                  <p:ext uri="{D42A27DB-BD31-4B8C-83A1-F6EECF244321}">
                    <p14:modId xmlns:p14="http://schemas.microsoft.com/office/powerpoint/2010/main" val="1547982501"/>
                  </p:ext>
                </p:extLst>
              </p:nvPr>
            </p:nvGraphicFramePr>
            <p:xfrm>
              <a:off x="2555776" y="3657377"/>
              <a:ext cx="4572000" cy="2758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71110681"/>
                        </a:ext>
                      </a:extLst>
                    </a:gridCol>
                    <a:gridCol w="1524000">
                      <a:extLst>
                        <a:ext uri="{9D8B030D-6E8A-4147-A177-3AD203B41FA5}">
                          <a16:colId xmlns:a16="http://schemas.microsoft.com/office/drawing/2014/main" val="1710144086"/>
                        </a:ext>
                      </a:extLst>
                    </a:gridCol>
                    <a:gridCol w="1524000">
                      <a:extLst>
                        <a:ext uri="{9D8B030D-6E8A-4147-A177-3AD203B41FA5}">
                          <a16:colId xmlns:a16="http://schemas.microsoft.com/office/drawing/2014/main" val="1685914369"/>
                        </a:ext>
                      </a:extLst>
                    </a:gridCol>
                  </a:tblGrid>
                  <a:tr h="640080">
                    <a:tc>
                      <a:txBody>
                        <a:bodyPr/>
                        <a:lstStyle/>
                        <a:p>
                          <a:r>
                            <a:rPr lang="en-ZA" noProof="0" dirty="0">
                              <a:latin typeface="Cambria" panose="02040503050406030204" pitchFamily="18" charset="0"/>
                              <a:ea typeface="Cambria" panose="02040503050406030204" pitchFamily="18" charset="0"/>
                            </a:rPr>
                            <a:t>Modalities</a:t>
                          </a:r>
                        </a:p>
                      </a:txBody>
                      <a:tcPr/>
                    </a:tc>
                    <a:tc>
                      <a:txBody>
                        <a:bodyPr/>
                        <a:lstStyle/>
                        <a:p>
                          <a:endParaRPr lang="en-NL"/>
                        </a:p>
                      </a:txBody>
                      <a:tcPr>
                        <a:blipFill>
                          <a:blip r:embed="rId3"/>
                          <a:stretch>
                            <a:fillRect l="-100000" t="-1961" r="-100826" b="-345098"/>
                          </a:stretch>
                        </a:blipFill>
                      </a:tcPr>
                    </a:tc>
                    <a:tc>
                      <a:txBody>
                        <a:bodyPr/>
                        <a:lstStyle/>
                        <a:p>
                          <a:endParaRPr lang="en-NL"/>
                        </a:p>
                      </a:txBody>
                      <a:tcPr>
                        <a:blipFill>
                          <a:blip r:embed="rId3"/>
                          <a:stretch>
                            <a:fillRect l="-201667" t="-1961" r="-1667" b="-345098"/>
                          </a:stretch>
                        </a:blipFill>
                      </a:tcPr>
                    </a:tc>
                    <a:extLst>
                      <a:ext uri="{0D108BD9-81ED-4DB2-BD59-A6C34878D82A}">
                        <a16:rowId xmlns:a16="http://schemas.microsoft.com/office/drawing/2014/main" val="4211700389"/>
                      </a:ext>
                    </a:extLst>
                  </a:tr>
                  <a:tr h="370840">
                    <a:tc>
                      <a:txBody>
                        <a:bodyPr/>
                        <a:lstStyle/>
                        <a:p>
                          <a:endParaRPr lang="en-NL"/>
                        </a:p>
                      </a:txBody>
                      <a:tcPr>
                        <a:blipFill>
                          <a:blip r:embed="rId3"/>
                          <a:stretch>
                            <a:fillRect l="-833" t="-179310" r="-202500" b="-506897"/>
                          </a:stretch>
                        </a:blipFill>
                      </a:tcPr>
                    </a:tc>
                    <a:tc>
                      <a:txBody>
                        <a:bodyPr/>
                        <a:lstStyle/>
                        <a:p>
                          <a:endParaRPr lang="en-NL"/>
                        </a:p>
                      </a:txBody>
                      <a:tcPr>
                        <a:blipFill>
                          <a:blip r:embed="rId3"/>
                          <a:stretch>
                            <a:fillRect l="-100000" t="-179310" r="-100826" b="-506897"/>
                          </a:stretch>
                        </a:blipFill>
                      </a:tcPr>
                    </a:tc>
                    <a:tc>
                      <a:txBody>
                        <a:bodyPr/>
                        <a:lstStyle/>
                        <a:p>
                          <a:endParaRPr lang="en-NL"/>
                        </a:p>
                      </a:txBody>
                      <a:tcPr>
                        <a:blipFill>
                          <a:blip r:embed="rId3"/>
                          <a:stretch>
                            <a:fillRect l="-201667" t="-179310" r="-1667" b="-506897"/>
                          </a:stretch>
                        </a:blipFill>
                      </a:tcPr>
                    </a:tc>
                    <a:extLst>
                      <a:ext uri="{0D108BD9-81ED-4DB2-BD59-A6C34878D82A}">
                        <a16:rowId xmlns:a16="http://schemas.microsoft.com/office/drawing/2014/main" val="798996807"/>
                      </a:ext>
                    </a:extLst>
                  </a:tr>
                  <a:tr h="370840">
                    <a:tc>
                      <a:txBody>
                        <a:bodyPr/>
                        <a:lstStyle/>
                        <a:p>
                          <a:endParaRPr lang="en-NL"/>
                        </a:p>
                      </a:txBody>
                      <a:tcPr>
                        <a:blipFill>
                          <a:blip r:embed="rId3"/>
                          <a:stretch>
                            <a:fillRect l="-833" t="-270000" r="-202500" b="-390000"/>
                          </a:stretch>
                        </a:blipFill>
                      </a:tcPr>
                    </a:tc>
                    <a:tc>
                      <a:txBody>
                        <a:bodyPr/>
                        <a:lstStyle/>
                        <a:p>
                          <a:endParaRPr lang="en-NL"/>
                        </a:p>
                      </a:txBody>
                      <a:tcPr>
                        <a:blipFill>
                          <a:blip r:embed="rId3"/>
                          <a:stretch>
                            <a:fillRect l="-100000" t="-270000" r="-100826" b="-390000"/>
                          </a:stretch>
                        </a:blipFill>
                      </a:tcPr>
                    </a:tc>
                    <a:tc>
                      <a:txBody>
                        <a:bodyPr/>
                        <a:lstStyle/>
                        <a:p>
                          <a:endParaRPr lang="en-NL"/>
                        </a:p>
                      </a:txBody>
                      <a:tcPr>
                        <a:blipFill>
                          <a:blip r:embed="rId3"/>
                          <a:stretch>
                            <a:fillRect l="-201667" t="-270000" r="-1667" b="-390000"/>
                          </a:stretch>
                        </a:blipFill>
                      </a:tcPr>
                    </a:tc>
                    <a:extLst>
                      <a:ext uri="{0D108BD9-81ED-4DB2-BD59-A6C34878D82A}">
                        <a16:rowId xmlns:a16="http://schemas.microsoft.com/office/drawing/2014/main" val="839807845"/>
                      </a:ext>
                    </a:extLst>
                  </a:tr>
                  <a:tr h="640080">
                    <a:tc>
                      <a:txBody>
                        <a:bodyPr/>
                        <a:lstStyle/>
                        <a:p>
                          <a:endParaRPr lang="en-NL"/>
                        </a:p>
                      </a:txBody>
                      <a:tcPr>
                        <a:blipFill>
                          <a:blip r:embed="rId3"/>
                          <a:stretch>
                            <a:fillRect l="-833" t="-217647" r="-202500" b="-129412"/>
                          </a:stretch>
                        </a:blipFill>
                      </a:tcPr>
                    </a:tc>
                    <a:tc>
                      <a:txBody>
                        <a:bodyPr/>
                        <a:lstStyle/>
                        <a:p>
                          <a:endParaRPr lang="en-NL"/>
                        </a:p>
                      </a:txBody>
                      <a:tcPr>
                        <a:blipFill>
                          <a:blip r:embed="rId3"/>
                          <a:stretch>
                            <a:fillRect l="-100000" t="-217647" r="-100826" b="-129412"/>
                          </a:stretch>
                        </a:blipFill>
                      </a:tcPr>
                    </a:tc>
                    <a:tc>
                      <a:txBody>
                        <a:bodyPr/>
                        <a:lstStyle/>
                        <a:p>
                          <a:endParaRPr lang="en-NL"/>
                        </a:p>
                      </a:txBody>
                      <a:tcPr>
                        <a:blipFill>
                          <a:blip r:embed="rId3"/>
                          <a:stretch>
                            <a:fillRect l="-201667" t="-217647" r="-1667" b="-129412"/>
                          </a:stretch>
                        </a:blipFill>
                      </a:tcPr>
                    </a:tc>
                    <a:extLst>
                      <a:ext uri="{0D108BD9-81ED-4DB2-BD59-A6C34878D82A}">
                        <a16:rowId xmlns:a16="http://schemas.microsoft.com/office/drawing/2014/main" val="3736779345"/>
                      </a:ext>
                    </a:extLst>
                  </a:tr>
                  <a:tr h="370840">
                    <a:tc>
                      <a:txBody>
                        <a:bodyPr/>
                        <a:lstStyle/>
                        <a:p>
                          <a:endParaRPr lang="en-NL"/>
                        </a:p>
                      </a:txBody>
                      <a:tcPr>
                        <a:blipFill>
                          <a:blip r:embed="rId3"/>
                          <a:stretch>
                            <a:fillRect l="-833" t="-558621" r="-202500" b="-127586"/>
                          </a:stretch>
                        </a:blipFill>
                      </a:tcPr>
                    </a:tc>
                    <a:tc>
                      <a:txBody>
                        <a:bodyPr/>
                        <a:lstStyle/>
                        <a:p>
                          <a:endParaRPr lang="en-NL"/>
                        </a:p>
                      </a:txBody>
                      <a:tcPr>
                        <a:blipFill>
                          <a:blip r:embed="rId3"/>
                          <a:stretch>
                            <a:fillRect l="-100000" t="-558621" r="-100826" b="-127586"/>
                          </a:stretch>
                        </a:blipFill>
                      </a:tcPr>
                    </a:tc>
                    <a:tc>
                      <a:txBody>
                        <a:bodyPr/>
                        <a:lstStyle/>
                        <a:p>
                          <a:endParaRPr lang="en-NL"/>
                        </a:p>
                      </a:txBody>
                      <a:tcPr>
                        <a:blipFill>
                          <a:blip r:embed="rId3"/>
                          <a:stretch>
                            <a:fillRect l="-201667" t="-558621" r="-1667" b="-127586"/>
                          </a:stretch>
                        </a:blipFill>
                      </a:tcPr>
                    </a:tc>
                    <a:extLst>
                      <a:ext uri="{0D108BD9-81ED-4DB2-BD59-A6C34878D82A}">
                        <a16:rowId xmlns:a16="http://schemas.microsoft.com/office/drawing/2014/main" val="1539034089"/>
                      </a:ext>
                    </a:extLst>
                  </a:tr>
                  <a:tr h="365760">
                    <a:tc>
                      <a:txBody>
                        <a:bodyPr/>
                        <a:lstStyle/>
                        <a:p>
                          <a:pPr algn="ctr"/>
                          <a:r>
                            <a:rPr lang="fr-FR" b="1" dirty="0">
                              <a:latin typeface="Cambria" panose="02040503050406030204" pitchFamily="18" charset="0"/>
                              <a:ea typeface="Cambria" panose="02040503050406030204" pitchFamily="18" charset="0"/>
                            </a:rPr>
                            <a:t>Total </a:t>
                          </a:r>
                        </a:p>
                      </a:txBody>
                      <a:tcPr/>
                    </a:tc>
                    <a:tc>
                      <a:txBody>
                        <a:bodyPr/>
                        <a:lstStyle/>
                        <a:p>
                          <a:pPr algn="ctr"/>
                          <a:r>
                            <a:rPr lang="fr-FR" b="1" dirty="0">
                              <a:latin typeface="Cambria" panose="02040503050406030204" pitchFamily="18" charset="0"/>
                              <a:ea typeface="Cambria" panose="02040503050406030204" pitchFamily="18" charset="0"/>
                            </a:rPr>
                            <a:t>n</a:t>
                          </a:r>
                        </a:p>
                      </a:txBody>
                      <a:tcPr/>
                    </a:tc>
                    <a:tc>
                      <a:txBody>
                        <a:bodyPr/>
                        <a:lstStyle/>
                        <a:p>
                          <a:pPr algn="ctr"/>
                          <a:r>
                            <a:rPr lang="fr-FR" b="1" dirty="0">
                              <a:latin typeface="Cambria" panose="02040503050406030204" pitchFamily="18" charset="0"/>
                              <a:ea typeface="Cambria" panose="02040503050406030204" pitchFamily="18" charset="0"/>
                            </a:rPr>
                            <a:t>1</a:t>
                          </a:r>
                        </a:p>
                      </a:txBody>
                      <a:tcPr/>
                    </a:tc>
                    <a:extLst>
                      <a:ext uri="{0D108BD9-81ED-4DB2-BD59-A6C34878D82A}">
                        <a16:rowId xmlns:a16="http://schemas.microsoft.com/office/drawing/2014/main" val="3139986627"/>
                      </a:ext>
                    </a:extLst>
                  </a:tr>
                </a:tbl>
              </a:graphicData>
            </a:graphic>
          </p:graphicFrame>
        </mc:Fallback>
      </mc:AlternateContent>
      <p:sp>
        <p:nvSpPr>
          <p:cNvPr id="7" name="Bulle narrative : ronde 7">
            <a:extLst>
              <a:ext uri="{FF2B5EF4-FFF2-40B4-BE49-F238E27FC236}">
                <a16:creationId xmlns:a16="http://schemas.microsoft.com/office/drawing/2014/main" id="{A7A67058-9796-EF39-33B7-A12F3D75875A}"/>
              </a:ext>
            </a:extLst>
          </p:cNvPr>
          <p:cNvSpPr/>
          <p:nvPr/>
        </p:nvSpPr>
        <p:spPr>
          <a:xfrm>
            <a:off x="447369" y="3420416"/>
            <a:ext cx="1944216" cy="1800200"/>
          </a:xfrm>
          <a:prstGeom prst="wedgeEllipseCallout">
            <a:avLst>
              <a:gd name="adj1" fmla="val 69610"/>
              <a:gd name="adj2" fmla="val 3443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8" name="ZoneTexte 8">
            <a:extLst>
              <a:ext uri="{FF2B5EF4-FFF2-40B4-BE49-F238E27FC236}">
                <a16:creationId xmlns:a16="http://schemas.microsoft.com/office/drawing/2014/main" id="{18B11A07-87C0-899E-087C-025E1DD9B72F}"/>
              </a:ext>
            </a:extLst>
          </p:cNvPr>
          <p:cNvSpPr txBox="1"/>
          <p:nvPr/>
        </p:nvSpPr>
        <p:spPr>
          <a:xfrm>
            <a:off x="656622" y="3720351"/>
            <a:ext cx="1835696" cy="1200329"/>
          </a:xfrm>
          <a:prstGeom prst="rect">
            <a:avLst/>
          </a:prstGeom>
          <a:noFill/>
        </p:spPr>
        <p:txBody>
          <a:bodyPr wrap="square" rtlCol="0">
            <a:spAutoFit/>
          </a:bodyPr>
          <a:lstStyle/>
          <a:p>
            <a:r>
              <a:rPr lang="en-US" sz="1200" dirty="0">
                <a:latin typeface="Arial" panose="020B0604020202020204" pitchFamily="34" charset="0"/>
                <a:ea typeface="Cambria" panose="02040503050406030204" pitchFamily="18" charset="0"/>
                <a:cs typeface="Arial" panose="020B0604020202020204" pitchFamily="34" charset="0"/>
              </a:rPr>
              <a:t>The modalities are arranged in ascending order. Except for nominal qualitative variables (no order for modalities</a:t>
            </a:r>
            <a:r>
              <a:rPr lang="fr-FR" sz="1200" dirty="0">
                <a:latin typeface="Arial" panose="020B0604020202020204" pitchFamily="34" charset="0"/>
                <a:ea typeface="Cambria" panose="02040503050406030204" pitchFamily="18" charset="0"/>
                <a:cs typeface="Arial" panose="020B0604020202020204" pitchFamily="34" charset="0"/>
              </a:rPr>
              <a:t>)</a:t>
            </a:r>
          </a:p>
        </p:txBody>
      </p:sp>
    </p:spTree>
    <p:extLst>
      <p:ext uri="{BB962C8B-B14F-4D97-AF65-F5344CB8AC3E}">
        <p14:creationId xmlns:p14="http://schemas.microsoft.com/office/powerpoint/2010/main" val="1302031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0CBAA-EC4F-2A80-073C-6C4D2C7C20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9971EE6-5D25-DAD4-3E62-8078517B123B}"/>
              </a:ext>
            </a:extLst>
          </p:cNvPr>
          <p:cNvSpPr txBox="1">
            <a:spLocks/>
          </p:cNvSpPr>
          <p:nvPr/>
        </p:nvSpPr>
        <p:spPr>
          <a:xfrm>
            <a:off x="457200" y="274638"/>
            <a:ext cx="8229600" cy="1143000"/>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b="1" dirty="0">
                <a:latin typeface="Arial" panose="020B0604020202020204" pitchFamily="34" charset="0"/>
                <a:ea typeface="Cambria" panose="02040503050406030204" pitchFamily="18" charset="0"/>
                <a:cs typeface="Arial" panose="020B0604020202020204" pitchFamily="34" charset="0"/>
              </a:rPr>
              <a:t>Example 1 </a:t>
            </a:r>
            <a:br>
              <a:rPr lang="fr-FR" b="1" dirty="0">
                <a:latin typeface="Arial" panose="020B0604020202020204" pitchFamily="34" charset="0"/>
                <a:ea typeface="Cambria" panose="02040503050406030204" pitchFamily="18" charset="0"/>
                <a:cs typeface="Arial" panose="020B0604020202020204" pitchFamily="34" charset="0"/>
              </a:rPr>
            </a:br>
            <a:r>
              <a:rPr lang="fr-FR" b="1" dirty="0">
                <a:latin typeface="Arial" panose="020B0604020202020204" pitchFamily="34" charset="0"/>
                <a:ea typeface="Cambria" panose="02040503050406030204" pitchFamily="18" charset="0"/>
                <a:cs typeface="Arial" panose="020B0604020202020204" pitchFamily="34" charset="0"/>
              </a:rPr>
              <a:t>Qualitative nominal variable</a:t>
            </a:r>
          </a:p>
        </p:txBody>
      </p:sp>
      <p:sp>
        <p:nvSpPr>
          <p:cNvPr id="3" name="Flèche : angle droit 5">
            <a:extLst>
              <a:ext uri="{FF2B5EF4-FFF2-40B4-BE49-F238E27FC236}">
                <a16:creationId xmlns:a16="http://schemas.microsoft.com/office/drawing/2014/main" id="{9FB5ACDE-E521-A05E-033C-B353E83F9B9C}"/>
              </a:ext>
            </a:extLst>
          </p:cNvPr>
          <p:cNvSpPr/>
          <p:nvPr/>
        </p:nvSpPr>
        <p:spPr>
          <a:xfrm rot="5400000">
            <a:off x="1776260" y="3520052"/>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4" name="ZoneTexte 2">
            <a:extLst>
              <a:ext uri="{FF2B5EF4-FFF2-40B4-BE49-F238E27FC236}">
                <a16:creationId xmlns:a16="http://schemas.microsoft.com/office/drawing/2014/main" id="{782BF968-48AA-198D-DE7F-5F446359C872}"/>
              </a:ext>
            </a:extLst>
          </p:cNvPr>
          <p:cNvSpPr txBox="1"/>
          <p:nvPr/>
        </p:nvSpPr>
        <p:spPr>
          <a:xfrm>
            <a:off x="323528" y="1862155"/>
            <a:ext cx="8472264" cy="1200329"/>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The </a:t>
            </a:r>
            <a:r>
              <a:rPr lang="fr-FR" dirty="0" err="1">
                <a:latin typeface="Arial" panose="020B0604020202020204" pitchFamily="34" charset="0"/>
                <a:cs typeface="Arial" panose="020B0604020202020204" pitchFamily="34" charset="0"/>
              </a:rPr>
              <a:t>following</a:t>
            </a:r>
            <a:r>
              <a:rPr lang="fr-FR" dirty="0">
                <a:latin typeface="Arial" panose="020B0604020202020204" pitchFamily="34" charset="0"/>
                <a:cs typeface="Arial" panose="020B0604020202020204" pitchFamily="34" charset="0"/>
              </a:rPr>
              <a:t> data </a:t>
            </a:r>
            <a:r>
              <a:rPr lang="fr-FR" dirty="0" err="1">
                <a:latin typeface="Arial" panose="020B0604020202020204" pitchFamily="34" charset="0"/>
                <a:cs typeface="Arial" panose="020B0604020202020204" pitchFamily="34" charset="0"/>
              </a:rPr>
              <a:t>represents</a:t>
            </a:r>
            <a:r>
              <a:rPr lang="fr-FR" dirty="0">
                <a:latin typeface="Arial" panose="020B0604020202020204" pitchFamily="34" charset="0"/>
                <a:cs typeface="Arial" panose="020B0604020202020204" pitchFamily="34" charset="0"/>
              </a:rPr>
              <a:t> the </a:t>
            </a:r>
            <a:r>
              <a:rPr lang="fr-FR" dirty="0" err="1">
                <a:latin typeface="Arial" panose="020B0604020202020204" pitchFamily="34" charset="0"/>
                <a:cs typeface="Arial" panose="020B0604020202020204" pitchFamily="34" charset="0"/>
              </a:rPr>
              <a:t>gender</a:t>
            </a:r>
            <a:r>
              <a:rPr lang="fr-FR" dirty="0">
                <a:latin typeface="Arial" panose="020B0604020202020204" pitchFamily="34" charset="0"/>
                <a:cs typeface="Arial" panose="020B0604020202020204" pitchFamily="34" charset="0"/>
              </a:rPr>
              <a:t> of 24 candidates to a </a:t>
            </a:r>
            <a:r>
              <a:rPr lang="fr-FR" dirty="0" err="1">
                <a:latin typeface="Arial" panose="020B0604020202020204" pitchFamily="34" charset="0"/>
                <a:cs typeface="Arial" panose="020B0604020202020204" pitchFamily="34" charset="0"/>
              </a:rPr>
              <a:t>competition</a:t>
            </a:r>
            <a:r>
              <a:rPr lang="fr-FR" dirty="0">
                <a:latin typeface="Arial" panose="020B0604020202020204" pitchFamily="34" charset="0"/>
                <a:cs typeface="Arial" panose="020B0604020202020204" pitchFamily="34" charset="0"/>
              </a:rPr>
              <a:t> :</a:t>
            </a:r>
          </a:p>
          <a:p>
            <a:r>
              <a:rPr lang="fr-FR" dirty="0">
                <a:solidFill>
                  <a:srgbClr val="FF0000"/>
                </a:solidFill>
                <a:latin typeface="Arial" panose="020B0604020202020204" pitchFamily="34" charset="0"/>
                <a:cs typeface="Arial" panose="020B0604020202020204" pitchFamily="34" charset="0"/>
              </a:rPr>
              <a:t>H, H, F, H, F, H, H, F, H, F</a:t>
            </a:r>
          </a:p>
          <a:p>
            <a:r>
              <a:rPr lang="fr-FR" dirty="0">
                <a:solidFill>
                  <a:srgbClr val="FF0000"/>
                </a:solidFill>
                <a:latin typeface="Arial" panose="020B0604020202020204" pitchFamily="34" charset="0"/>
                <a:cs typeface="Arial" panose="020B0604020202020204" pitchFamily="34" charset="0"/>
              </a:rPr>
              <a:t>H, F, H, F, H, F, H, H, H</a:t>
            </a:r>
          </a:p>
          <a:p>
            <a:r>
              <a:rPr lang="fr-FR" dirty="0">
                <a:solidFill>
                  <a:srgbClr val="FF0000"/>
                </a:solidFill>
                <a:latin typeface="Arial" panose="020B0604020202020204" pitchFamily="34" charset="0"/>
                <a:cs typeface="Arial" panose="020B0604020202020204" pitchFamily="34" charset="0"/>
              </a:rPr>
              <a:t>F, H, F, H, H</a:t>
            </a:r>
          </a:p>
        </p:txBody>
      </p:sp>
      <p:graphicFrame>
        <p:nvGraphicFramePr>
          <p:cNvPr id="5" name="Tableau 4">
            <a:extLst>
              <a:ext uri="{FF2B5EF4-FFF2-40B4-BE49-F238E27FC236}">
                <a16:creationId xmlns:a16="http://schemas.microsoft.com/office/drawing/2014/main" id="{A569E3BA-30E9-7125-91DA-BB8237355285}"/>
              </a:ext>
            </a:extLst>
          </p:cNvPr>
          <p:cNvGraphicFramePr>
            <a:graphicFrameLocks noGrp="1"/>
          </p:cNvGraphicFramePr>
          <p:nvPr>
            <p:extLst>
              <p:ext uri="{D42A27DB-BD31-4B8C-83A1-F6EECF244321}">
                <p14:modId xmlns:p14="http://schemas.microsoft.com/office/powerpoint/2010/main" val="3760891840"/>
              </p:ext>
            </p:extLst>
          </p:nvPr>
        </p:nvGraphicFramePr>
        <p:xfrm>
          <a:off x="2699792" y="4005064"/>
          <a:ext cx="6096000" cy="1752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39369074"/>
                    </a:ext>
                  </a:extLst>
                </a:gridCol>
                <a:gridCol w="2032000">
                  <a:extLst>
                    <a:ext uri="{9D8B030D-6E8A-4147-A177-3AD203B41FA5}">
                      <a16:colId xmlns:a16="http://schemas.microsoft.com/office/drawing/2014/main" val="287232069"/>
                    </a:ext>
                  </a:extLst>
                </a:gridCol>
                <a:gridCol w="2032000">
                  <a:extLst>
                    <a:ext uri="{9D8B030D-6E8A-4147-A177-3AD203B41FA5}">
                      <a16:colId xmlns:a16="http://schemas.microsoft.com/office/drawing/2014/main" val="2598131862"/>
                    </a:ext>
                  </a:extLst>
                </a:gridCol>
              </a:tblGrid>
              <a:tr h="370840">
                <a:tc>
                  <a:txBody>
                    <a:bodyPr/>
                    <a:lstStyle/>
                    <a:p>
                      <a:r>
                        <a:rPr lang="fr-FR" dirty="0" err="1"/>
                        <a:t>Gender</a:t>
                      </a:r>
                      <a:endParaRPr lang="fr-FR" dirty="0"/>
                    </a:p>
                  </a:txBody>
                  <a:tcPr/>
                </a:tc>
                <a:tc>
                  <a:txBody>
                    <a:bodyPr/>
                    <a:lstStyle/>
                    <a:p>
                      <a:r>
                        <a:rPr lang="fr-FR" dirty="0" err="1"/>
                        <a:t>Number</a:t>
                      </a:r>
                      <a:r>
                        <a:rPr lang="fr-FR" dirty="0"/>
                        <a:t> of candidates</a:t>
                      </a:r>
                    </a:p>
                  </a:txBody>
                  <a:tcPr/>
                </a:tc>
                <a:tc>
                  <a:txBody>
                    <a:bodyPr/>
                    <a:lstStyle/>
                    <a:p>
                      <a:r>
                        <a:rPr lang="fr-FR" dirty="0" err="1"/>
                        <a:t>Frequencies</a:t>
                      </a:r>
                      <a:endParaRPr lang="fr-FR" dirty="0"/>
                    </a:p>
                  </a:txBody>
                  <a:tcPr/>
                </a:tc>
                <a:extLst>
                  <a:ext uri="{0D108BD9-81ED-4DB2-BD59-A6C34878D82A}">
                    <a16:rowId xmlns:a16="http://schemas.microsoft.com/office/drawing/2014/main" val="2749644928"/>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2538784773"/>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550776753"/>
                  </a:ext>
                </a:extLst>
              </a:tr>
              <a:tr h="370840">
                <a:tc>
                  <a:txBody>
                    <a:bodyPr/>
                    <a:lstStyle/>
                    <a:p>
                      <a:r>
                        <a:rPr lang="fr-FR" b="1" dirty="0"/>
                        <a:t>Total</a:t>
                      </a:r>
                    </a:p>
                  </a:txBody>
                  <a:tcPr/>
                </a:tc>
                <a:tc>
                  <a:txBody>
                    <a:bodyPr/>
                    <a:lstStyle/>
                    <a:p>
                      <a:r>
                        <a:rPr lang="fr-FR" b="1" dirty="0"/>
                        <a:t>24</a:t>
                      </a:r>
                    </a:p>
                  </a:txBody>
                  <a:tcPr/>
                </a:tc>
                <a:tc>
                  <a:txBody>
                    <a:bodyPr/>
                    <a:lstStyle/>
                    <a:p>
                      <a:r>
                        <a:rPr lang="fr-FR" b="1" dirty="0"/>
                        <a:t>1</a:t>
                      </a:r>
                    </a:p>
                  </a:txBody>
                  <a:tcPr/>
                </a:tc>
                <a:extLst>
                  <a:ext uri="{0D108BD9-81ED-4DB2-BD59-A6C34878D82A}">
                    <a16:rowId xmlns:a16="http://schemas.microsoft.com/office/drawing/2014/main" val="1321413913"/>
                  </a:ext>
                </a:extLst>
              </a:tr>
            </a:tbl>
          </a:graphicData>
        </a:graphic>
      </p:graphicFrame>
    </p:spTree>
    <p:extLst>
      <p:ext uri="{BB962C8B-B14F-4D97-AF65-F5344CB8AC3E}">
        <p14:creationId xmlns:p14="http://schemas.microsoft.com/office/powerpoint/2010/main" val="1089542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C7189-322F-358D-D471-F896644F957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221D6BE-7E4F-B593-247F-AEE2E7F616F9}"/>
              </a:ext>
            </a:extLst>
          </p:cNvPr>
          <p:cNvSpPr txBox="1">
            <a:spLocks/>
          </p:cNvSpPr>
          <p:nvPr/>
        </p:nvSpPr>
        <p:spPr>
          <a:xfrm>
            <a:off x="457200" y="274638"/>
            <a:ext cx="8229600" cy="1143000"/>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b="1" dirty="0">
                <a:latin typeface="Arial" panose="020B0604020202020204" pitchFamily="34" charset="0"/>
                <a:ea typeface="Cambria" panose="02040503050406030204" pitchFamily="18" charset="0"/>
                <a:cs typeface="Arial" panose="020B0604020202020204" pitchFamily="34" charset="0"/>
              </a:rPr>
              <a:t>Example 2 </a:t>
            </a:r>
            <a:br>
              <a:rPr lang="fr-FR" b="1" dirty="0">
                <a:latin typeface="Arial" panose="020B0604020202020204" pitchFamily="34" charset="0"/>
                <a:ea typeface="Cambria" panose="02040503050406030204" pitchFamily="18" charset="0"/>
                <a:cs typeface="Arial" panose="020B0604020202020204" pitchFamily="34" charset="0"/>
              </a:rPr>
            </a:br>
            <a:r>
              <a:rPr lang="fr-FR" b="1" dirty="0">
                <a:latin typeface="Arial" panose="020B0604020202020204" pitchFamily="34" charset="0"/>
                <a:ea typeface="Cambria" panose="02040503050406030204" pitchFamily="18" charset="0"/>
                <a:cs typeface="Arial" panose="020B0604020202020204" pitchFamily="34" charset="0"/>
              </a:rPr>
              <a:t>Qualitative ordinal variable</a:t>
            </a:r>
            <a:endParaRPr lang="fr-FR" b="1" dirty="0">
              <a:latin typeface="Arial" panose="020B0604020202020204" pitchFamily="34" charset="0"/>
              <a:cs typeface="Arial" panose="020B0604020202020204" pitchFamily="34" charset="0"/>
            </a:endParaRPr>
          </a:p>
        </p:txBody>
      </p:sp>
      <p:sp>
        <p:nvSpPr>
          <p:cNvPr id="3" name="Flèche : angle droit 5">
            <a:extLst>
              <a:ext uri="{FF2B5EF4-FFF2-40B4-BE49-F238E27FC236}">
                <a16:creationId xmlns:a16="http://schemas.microsoft.com/office/drawing/2014/main" id="{8C6823EB-46A6-A7E9-080B-62F584D5EFC9}"/>
              </a:ext>
            </a:extLst>
          </p:cNvPr>
          <p:cNvSpPr/>
          <p:nvPr/>
        </p:nvSpPr>
        <p:spPr>
          <a:xfrm rot="5400000">
            <a:off x="1255284" y="3298196"/>
            <a:ext cx="720080" cy="72008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4" name="ZoneTexte 6">
            <a:extLst>
              <a:ext uri="{FF2B5EF4-FFF2-40B4-BE49-F238E27FC236}">
                <a16:creationId xmlns:a16="http://schemas.microsoft.com/office/drawing/2014/main" id="{F54F016F-480A-3513-DC31-E16A345127DC}"/>
              </a:ext>
            </a:extLst>
          </p:cNvPr>
          <p:cNvSpPr txBox="1"/>
          <p:nvPr/>
        </p:nvSpPr>
        <p:spPr>
          <a:xfrm>
            <a:off x="539552" y="1735648"/>
            <a:ext cx="8424936" cy="1477328"/>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The </a:t>
            </a:r>
            <a:r>
              <a:rPr lang="fr-FR" dirty="0" err="1">
                <a:latin typeface="Arial" panose="020B0604020202020204" pitchFamily="34" charset="0"/>
                <a:cs typeface="Arial" panose="020B0604020202020204" pitchFamily="34" charset="0"/>
              </a:rPr>
              <a:t>following</a:t>
            </a:r>
            <a:r>
              <a:rPr lang="fr-FR" dirty="0">
                <a:latin typeface="Arial" panose="020B0604020202020204" pitchFamily="34" charset="0"/>
                <a:cs typeface="Arial" panose="020B0604020202020204" pitchFamily="34" charset="0"/>
              </a:rPr>
              <a:t> data </a:t>
            </a:r>
            <a:r>
              <a:rPr lang="fr-FR" dirty="0" err="1">
                <a:latin typeface="Arial" panose="020B0604020202020204" pitchFamily="34" charset="0"/>
                <a:cs typeface="Arial" panose="020B0604020202020204" pitchFamily="34" charset="0"/>
              </a:rPr>
              <a:t>represents</a:t>
            </a:r>
            <a:r>
              <a:rPr lang="fr-FR" dirty="0">
                <a:latin typeface="Arial" panose="020B0604020202020204" pitchFamily="34" charset="0"/>
                <a:cs typeface="Arial" panose="020B0604020202020204" pitchFamily="34" charset="0"/>
              </a:rPr>
              <a:t> the </a:t>
            </a:r>
            <a:r>
              <a:rPr lang="fr-FR" dirty="0" err="1">
                <a:latin typeface="Arial" panose="020B0604020202020204" pitchFamily="34" charset="0"/>
                <a:cs typeface="Arial" panose="020B0604020202020204" pitchFamily="34" charset="0"/>
              </a:rPr>
              <a:t>level</a:t>
            </a:r>
            <a:r>
              <a:rPr lang="fr-FR" dirty="0">
                <a:latin typeface="Arial" panose="020B0604020202020204" pitchFamily="34" charset="0"/>
                <a:cs typeface="Arial" panose="020B0604020202020204" pitchFamily="34" charset="0"/>
              </a:rPr>
              <a:t> of </a:t>
            </a:r>
            <a:r>
              <a:rPr lang="fr-FR" dirty="0" err="1">
                <a:latin typeface="Arial" panose="020B0604020202020204" pitchFamily="34" charset="0"/>
                <a:cs typeface="Arial" panose="020B0604020202020204" pitchFamily="34" charset="0"/>
              </a:rPr>
              <a:t>study</a:t>
            </a:r>
            <a:r>
              <a:rPr lang="fr-FR" dirty="0">
                <a:latin typeface="Arial" panose="020B0604020202020204" pitchFamily="34" charset="0"/>
                <a:cs typeface="Arial" panose="020B0604020202020204" pitchFamily="34" charset="0"/>
              </a:rPr>
              <a:t> of 24 candidates to a </a:t>
            </a:r>
            <a:r>
              <a:rPr lang="fr-FR" dirty="0" err="1">
                <a:latin typeface="Arial" panose="020B0604020202020204" pitchFamily="34" charset="0"/>
                <a:cs typeface="Arial" panose="020B0604020202020204" pitchFamily="34" charset="0"/>
              </a:rPr>
              <a:t>competition</a:t>
            </a:r>
            <a:r>
              <a:rPr lang="fr-FR" dirty="0">
                <a:latin typeface="Arial" panose="020B0604020202020204" pitchFamily="34" charset="0"/>
                <a:cs typeface="Arial" panose="020B0604020202020204" pitchFamily="34" charset="0"/>
              </a:rPr>
              <a:t>:</a:t>
            </a:r>
          </a:p>
          <a:p>
            <a:r>
              <a:rPr lang="fr-FR" dirty="0">
                <a:solidFill>
                  <a:srgbClr val="FF0000"/>
                </a:solidFill>
                <a:latin typeface="Arial" panose="020B0604020202020204" pitchFamily="34" charset="0"/>
                <a:cs typeface="Arial" panose="020B0604020202020204" pitchFamily="34" charset="0"/>
              </a:rPr>
              <a:t>L, L, M, M, L, L, L, L, M, D</a:t>
            </a:r>
          </a:p>
          <a:p>
            <a:r>
              <a:rPr lang="fr-FR" dirty="0">
                <a:solidFill>
                  <a:srgbClr val="FF0000"/>
                </a:solidFill>
                <a:latin typeface="Arial" panose="020B0604020202020204" pitchFamily="34" charset="0"/>
                <a:cs typeface="Arial" panose="020B0604020202020204" pitchFamily="34" charset="0"/>
              </a:rPr>
              <a:t>L, L, L, L, L, M, L, L, L</a:t>
            </a:r>
          </a:p>
          <a:p>
            <a:r>
              <a:rPr lang="fr-FR" dirty="0">
                <a:solidFill>
                  <a:srgbClr val="FF0000"/>
                </a:solidFill>
                <a:latin typeface="Arial" panose="020B0604020202020204" pitchFamily="34" charset="0"/>
                <a:cs typeface="Arial" panose="020B0604020202020204" pitchFamily="34" charset="0"/>
              </a:rPr>
              <a:t>L, L, L, L, D</a:t>
            </a:r>
          </a:p>
        </p:txBody>
      </p:sp>
      <p:graphicFrame>
        <p:nvGraphicFramePr>
          <p:cNvPr id="5" name="Tableau 3">
            <a:extLst>
              <a:ext uri="{FF2B5EF4-FFF2-40B4-BE49-F238E27FC236}">
                <a16:creationId xmlns:a16="http://schemas.microsoft.com/office/drawing/2014/main" id="{659CE064-E739-7035-6906-A5E60C663155}"/>
              </a:ext>
            </a:extLst>
          </p:cNvPr>
          <p:cNvGraphicFramePr>
            <a:graphicFrameLocks noGrp="1"/>
          </p:cNvGraphicFramePr>
          <p:nvPr>
            <p:extLst>
              <p:ext uri="{D42A27DB-BD31-4B8C-83A1-F6EECF244321}">
                <p14:modId xmlns:p14="http://schemas.microsoft.com/office/powerpoint/2010/main" val="2111398408"/>
              </p:ext>
            </p:extLst>
          </p:nvPr>
        </p:nvGraphicFramePr>
        <p:xfrm>
          <a:off x="2460104" y="3429000"/>
          <a:ext cx="6096000" cy="21234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57398601"/>
                    </a:ext>
                  </a:extLst>
                </a:gridCol>
                <a:gridCol w="2032000">
                  <a:extLst>
                    <a:ext uri="{9D8B030D-6E8A-4147-A177-3AD203B41FA5}">
                      <a16:colId xmlns:a16="http://schemas.microsoft.com/office/drawing/2014/main" val="1353897874"/>
                    </a:ext>
                  </a:extLst>
                </a:gridCol>
                <a:gridCol w="2032000">
                  <a:extLst>
                    <a:ext uri="{9D8B030D-6E8A-4147-A177-3AD203B41FA5}">
                      <a16:colId xmlns:a16="http://schemas.microsoft.com/office/drawing/2014/main" val="4000847796"/>
                    </a:ext>
                  </a:extLst>
                </a:gridCol>
              </a:tblGrid>
              <a:tr h="370840">
                <a:tc>
                  <a:txBody>
                    <a:bodyPr/>
                    <a:lstStyle/>
                    <a:p>
                      <a:r>
                        <a:rPr lang="fr-FR" dirty="0" err="1"/>
                        <a:t>Level</a:t>
                      </a:r>
                      <a:r>
                        <a:rPr lang="fr-FR" dirty="0"/>
                        <a:t> of </a:t>
                      </a:r>
                      <a:r>
                        <a:rPr lang="fr-FR" dirty="0" err="1"/>
                        <a:t>study</a:t>
                      </a:r>
                      <a:endParaRPr lang="fr-FR" dirty="0"/>
                    </a:p>
                  </a:txBody>
                  <a:tcPr/>
                </a:tc>
                <a:tc>
                  <a:txBody>
                    <a:bodyPr/>
                    <a:lstStyle/>
                    <a:p>
                      <a:r>
                        <a:rPr lang="fr-FR" dirty="0" err="1"/>
                        <a:t>Number</a:t>
                      </a:r>
                      <a:r>
                        <a:rPr lang="fr-FR" dirty="0"/>
                        <a:t> of candidates</a:t>
                      </a:r>
                    </a:p>
                  </a:txBody>
                  <a:tcPr/>
                </a:tc>
                <a:tc>
                  <a:txBody>
                    <a:bodyPr/>
                    <a:lstStyle/>
                    <a:p>
                      <a:r>
                        <a:rPr lang="fr-FR" dirty="0" err="1"/>
                        <a:t>Frenquency</a:t>
                      </a:r>
                      <a:endParaRPr lang="fr-FR" dirty="0"/>
                    </a:p>
                  </a:txBody>
                  <a:tcPr/>
                </a:tc>
                <a:extLst>
                  <a:ext uri="{0D108BD9-81ED-4DB2-BD59-A6C34878D82A}">
                    <a16:rowId xmlns:a16="http://schemas.microsoft.com/office/drawing/2014/main" val="2435585758"/>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3707552150"/>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922695373"/>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3268538608"/>
                  </a:ext>
                </a:extLst>
              </a:tr>
              <a:tr h="370840">
                <a:tc>
                  <a:txBody>
                    <a:bodyPr/>
                    <a:lstStyle/>
                    <a:p>
                      <a:r>
                        <a:rPr lang="fr-FR" dirty="0"/>
                        <a:t>Total</a:t>
                      </a:r>
                    </a:p>
                  </a:txBody>
                  <a:tcPr/>
                </a:tc>
                <a:tc>
                  <a:txBody>
                    <a:bodyPr/>
                    <a:lstStyle/>
                    <a:p>
                      <a:r>
                        <a:rPr lang="fr-FR" dirty="0"/>
                        <a:t>24</a:t>
                      </a:r>
                    </a:p>
                  </a:txBody>
                  <a:tcPr/>
                </a:tc>
                <a:tc>
                  <a:txBody>
                    <a:bodyPr/>
                    <a:lstStyle/>
                    <a:p>
                      <a:r>
                        <a:rPr lang="fr-FR" dirty="0"/>
                        <a:t>1</a:t>
                      </a:r>
                    </a:p>
                  </a:txBody>
                  <a:tcPr/>
                </a:tc>
                <a:extLst>
                  <a:ext uri="{0D108BD9-81ED-4DB2-BD59-A6C34878D82A}">
                    <a16:rowId xmlns:a16="http://schemas.microsoft.com/office/drawing/2014/main" val="4183597734"/>
                  </a:ext>
                </a:extLst>
              </a:tr>
            </a:tbl>
          </a:graphicData>
        </a:graphic>
      </p:graphicFrame>
    </p:spTree>
    <p:extLst>
      <p:ext uri="{BB962C8B-B14F-4D97-AF65-F5344CB8AC3E}">
        <p14:creationId xmlns:p14="http://schemas.microsoft.com/office/powerpoint/2010/main" val="2187836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87A9F-53FE-6CE1-5E82-5D370077994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E236307-2C30-90BF-70B1-2884529D815E}"/>
              </a:ext>
            </a:extLst>
          </p:cNvPr>
          <p:cNvSpPr txBox="1">
            <a:spLocks/>
          </p:cNvSpPr>
          <p:nvPr/>
        </p:nvSpPr>
        <p:spPr>
          <a:xfrm>
            <a:off x="457200" y="274638"/>
            <a:ext cx="8229600" cy="1143000"/>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b="1" dirty="0">
                <a:latin typeface="Arial" panose="020B0604020202020204" pitchFamily="34" charset="0"/>
                <a:ea typeface="Cambria" panose="02040503050406030204" pitchFamily="18" charset="0"/>
                <a:cs typeface="Arial" panose="020B0604020202020204" pitchFamily="34" charset="0"/>
              </a:rPr>
              <a:t>Example 3</a:t>
            </a:r>
            <a:br>
              <a:rPr lang="fr-FR" b="1" dirty="0">
                <a:latin typeface="Arial" panose="020B0604020202020204" pitchFamily="34" charset="0"/>
                <a:ea typeface="Cambria" panose="02040503050406030204" pitchFamily="18" charset="0"/>
                <a:cs typeface="Arial" panose="020B0604020202020204" pitchFamily="34" charset="0"/>
              </a:rPr>
            </a:br>
            <a:r>
              <a:rPr lang="fr-FR" b="1" dirty="0">
                <a:latin typeface="Arial" panose="020B0604020202020204" pitchFamily="34" charset="0"/>
                <a:ea typeface="Cambria" panose="02040503050406030204" pitchFamily="18" charset="0"/>
                <a:cs typeface="Arial" panose="020B0604020202020204" pitchFamily="34" charset="0"/>
              </a:rPr>
              <a:t>Quantitative </a:t>
            </a:r>
            <a:r>
              <a:rPr lang="fr-FR" b="1" dirty="0" err="1">
                <a:latin typeface="Arial" panose="020B0604020202020204" pitchFamily="34" charset="0"/>
                <a:ea typeface="Cambria" panose="02040503050406030204" pitchFamily="18" charset="0"/>
                <a:cs typeface="Arial" panose="020B0604020202020204" pitchFamily="34" charset="0"/>
              </a:rPr>
              <a:t>discrete</a:t>
            </a:r>
            <a:r>
              <a:rPr lang="fr-FR" b="1" dirty="0">
                <a:latin typeface="Arial" panose="020B0604020202020204" pitchFamily="34" charset="0"/>
                <a:ea typeface="Cambria" panose="02040503050406030204" pitchFamily="18" charset="0"/>
                <a:cs typeface="Arial" panose="020B0604020202020204" pitchFamily="34" charset="0"/>
              </a:rPr>
              <a:t> variable</a:t>
            </a:r>
            <a:endParaRPr lang="fr-FR" b="1" dirty="0">
              <a:latin typeface="Arial" panose="020B0604020202020204" pitchFamily="34" charset="0"/>
              <a:cs typeface="Arial" panose="020B0604020202020204" pitchFamily="34" charset="0"/>
            </a:endParaRPr>
          </a:p>
        </p:txBody>
      </p:sp>
      <p:sp>
        <p:nvSpPr>
          <p:cNvPr id="3" name="Flèche : angle droit 5">
            <a:extLst>
              <a:ext uri="{FF2B5EF4-FFF2-40B4-BE49-F238E27FC236}">
                <a16:creationId xmlns:a16="http://schemas.microsoft.com/office/drawing/2014/main" id="{4523128A-7401-9DB0-191D-8315BC9830E0}"/>
              </a:ext>
            </a:extLst>
          </p:cNvPr>
          <p:cNvSpPr/>
          <p:nvPr/>
        </p:nvSpPr>
        <p:spPr>
          <a:xfrm rot="5400000">
            <a:off x="2424332" y="3762864"/>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4" name="ZoneTexte 9">
            <a:extLst>
              <a:ext uri="{FF2B5EF4-FFF2-40B4-BE49-F238E27FC236}">
                <a16:creationId xmlns:a16="http://schemas.microsoft.com/office/drawing/2014/main" id="{2CD8FC18-A93C-3EC2-D17A-2AF1D7CE17AD}"/>
              </a:ext>
            </a:extLst>
          </p:cNvPr>
          <p:cNvSpPr txBox="1"/>
          <p:nvPr/>
        </p:nvSpPr>
        <p:spPr>
          <a:xfrm>
            <a:off x="435774" y="1824605"/>
            <a:ext cx="8229600" cy="923330"/>
          </a:xfrm>
          <a:prstGeom prst="rect">
            <a:avLst/>
          </a:prstGeom>
          <a:noFill/>
        </p:spPr>
        <p:txBody>
          <a:bodyPr wrap="square" rtlCol="0">
            <a:spAutoFit/>
          </a:bodyPr>
          <a:lstStyle/>
          <a:p>
            <a:pPr algn="l"/>
            <a:r>
              <a:rPr lang="en-US" sz="1800" b="0" i="0" u="none" strike="noStrike" baseline="0" dirty="0">
                <a:latin typeface="Arial" panose="020B0604020202020204" pitchFamily="34" charset="0"/>
                <a:cs typeface="Arial" panose="020B0604020202020204" pitchFamily="34" charset="0"/>
              </a:rPr>
              <a:t>We consider the grade (out of 20) of 24 candidates in a </a:t>
            </a:r>
            <a:r>
              <a:rPr lang="fr-FR" sz="1800" b="0" i="0" u="none" strike="noStrike" baseline="0" dirty="0" err="1">
                <a:latin typeface="Arial" panose="020B0604020202020204" pitchFamily="34" charset="0"/>
                <a:cs typeface="Arial" panose="020B0604020202020204" pitchFamily="34" charset="0"/>
              </a:rPr>
              <a:t>competition</a:t>
            </a:r>
            <a:r>
              <a:rPr lang="fr-FR" sz="1800" b="0" i="0" u="none" strike="noStrike" baseline="0" dirty="0">
                <a:latin typeface="Arial" panose="020B0604020202020204" pitchFamily="34" charset="0"/>
                <a:cs typeface="Arial" panose="020B0604020202020204" pitchFamily="34" charset="0"/>
              </a:rPr>
              <a:t>:</a:t>
            </a:r>
          </a:p>
          <a:p>
            <a:pPr algn="l"/>
            <a:r>
              <a:rPr lang="fr-FR" sz="1800" b="0" i="0" u="none" strike="noStrike" baseline="0" dirty="0">
                <a:solidFill>
                  <a:srgbClr val="E6001A"/>
                </a:solidFill>
                <a:latin typeface="Arial" panose="020B0604020202020204" pitchFamily="34" charset="0"/>
                <a:cs typeface="Arial" panose="020B0604020202020204" pitchFamily="34" charset="0"/>
              </a:rPr>
              <a:t>11 ; 13 ; 8 ; 16</a:t>
            </a:r>
            <a:r>
              <a:rPr lang="fr-FR" dirty="0">
                <a:solidFill>
                  <a:srgbClr val="E6001A"/>
                </a:solidFill>
                <a:latin typeface="Arial" panose="020B0604020202020204" pitchFamily="34" charset="0"/>
                <a:cs typeface="Arial" panose="020B0604020202020204" pitchFamily="34" charset="0"/>
              </a:rPr>
              <a:t>,</a:t>
            </a:r>
            <a:r>
              <a:rPr lang="fr-FR" sz="1800" b="0" i="0" u="none" strike="noStrike" baseline="0" dirty="0">
                <a:solidFill>
                  <a:srgbClr val="E6001A"/>
                </a:solidFill>
                <a:latin typeface="Arial" panose="020B0604020202020204" pitchFamily="34" charset="0"/>
                <a:cs typeface="Arial" panose="020B0604020202020204" pitchFamily="34" charset="0"/>
              </a:rPr>
              <a:t>5 ; 11 ; 7 ; 13 ; 12 ; 11 ; 12 ; 12 ; 8 ; 11 ; 8 ; 12 ; 11 ; 7 ; 16</a:t>
            </a:r>
            <a:r>
              <a:rPr lang="fr-FR" dirty="0">
                <a:solidFill>
                  <a:srgbClr val="E6001A"/>
                </a:solidFill>
                <a:latin typeface="Arial" panose="020B0604020202020204" pitchFamily="34" charset="0"/>
                <a:cs typeface="Arial" panose="020B0604020202020204" pitchFamily="34" charset="0"/>
              </a:rPr>
              <a:t>,</a:t>
            </a:r>
            <a:r>
              <a:rPr lang="fr-FR" sz="1800" b="0" i="0" u="none" strike="noStrike" baseline="0" dirty="0">
                <a:solidFill>
                  <a:srgbClr val="E6001A"/>
                </a:solidFill>
                <a:latin typeface="Arial" panose="020B0604020202020204" pitchFamily="34" charset="0"/>
                <a:cs typeface="Arial" panose="020B0604020202020204" pitchFamily="34" charset="0"/>
              </a:rPr>
              <a:t>5 ; 8 ;</a:t>
            </a:r>
          </a:p>
          <a:p>
            <a:pPr algn="l"/>
            <a:r>
              <a:rPr lang="fr-FR" sz="1800" b="0" i="0" u="none" strike="noStrike" baseline="0" dirty="0">
                <a:solidFill>
                  <a:srgbClr val="E6001A"/>
                </a:solidFill>
                <a:latin typeface="Arial" panose="020B0604020202020204" pitchFamily="34" charset="0"/>
                <a:cs typeface="Arial" panose="020B0604020202020204" pitchFamily="34" charset="0"/>
              </a:rPr>
              <a:t>11 ; 8 ; 12 ; 8 ; 16</a:t>
            </a:r>
            <a:r>
              <a:rPr lang="fr-FR" dirty="0">
                <a:solidFill>
                  <a:srgbClr val="E6001A"/>
                </a:solidFill>
                <a:latin typeface="Arial" panose="020B0604020202020204" pitchFamily="34" charset="0"/>
                <a:cs typeface="Arial" panose="020B0604020202020204" pitchFamily="34" charset="0"/>
              </a:rPr>
              <a:t>,</a:t>
            </a:r>
            <a:r>
              <a:rPr lang="fr-FR" sz="1800" b="0" i="0" u="none" strike="noStrike" baseline="0" dirty="0">
                <a:solidFill>
                  <a:srgbClr val="E6001A"/>
                </a:solidFill>
                <a:latin typeface="Arial" panose="020B0604020202020204" pitchFamily="34" charset="0"/>
                <a:cs typeface="Arial" panose="020B0604020202020204" pitchFamily="34" charset="0"/>
              </a:rPr>
              <a:t>5</a:t>
            </a:r>
            <a:endParaRPr lang="fr-FR" dirty="0">
              <a:solidFill>
                <a:srgbClr val="FF0000"/>
              </a:solidFill>
              <a:latin typeface="Arial" panose="020B0604020202020204" pitchFamily="34" charset="0"/>
              <a:cs typeface="Arial" panose="020B0604020202020204" pitchFamily="34" charset="0"/>
            </a:endParaRPr>
          </a:p>
        </p:txBody>
      </p:sp>
      <p:graphicFrame>
        <p:nvGraphicFramePr>
          <p:cNvPr id="5" name="Tableau 3">
            <a:extLst>
              <a:ext uri="{FF2B5EF4-FFF2-40B4-BE49-F238E27FC236}">
                <a16:creationId xmlns:a16="http://schemas.microsoft.com/office/drawing/2014/main" id="{687FE2CB-E518-27AC-1698-6E0275528AEE}"/>
              </a:ext>
            </a:extLst>
          </p:cNvPr>
          <p:cNvGraphicFramePr>
            <a:graphicFrameLocks noGrp="1"/>
          </p:cNvGraphicFramePr>
          <p:nvPr>
            <p:extLst>
              <p:ext uri="{D42A27DB-BD31-4B8C-83A1-F6EECF244321}">
                <p14:modId xmlns:p14="http://schemas.microsoft.com/office/powerpoint/2010/main" val="3524409076"/>
              </p:ext>
            </p:extLst>
          </p:nvPr>
        </p:nvGraphicFramePr>
        <p:xfrm>
          <a:off x="3419872" y="3162511"/>
          <a:ext cx="5184576" cy="2966720"/>
        </p:xfrm>
        <a:graphic>
          <a:graphicData uri="http://schemas.openxmlformats.org/drawingml/2006/table">
            <a:tbl>
              <a:tblPr firstRow="1" bandRow="1">
                <a:tableStyleId>{5C22544A-7EE6-4342-B048-85BDC9FD1C3A}</a:tableStyleId>
              </a:tblPr>
              <a:tblGrid>
                <a:gridCol w="2592288">
                  <a:extLst>
                    <a:ext uri="{9D8B030D-6E8A-4147-A177-3AD203B41FA5}">
                      <a16:colId xmlns:a16="http://schemas.microsoft.com/office/drawing/2014/main" val="3751175161"/>
                    </a:ext>
                  </a:extLst>
                </a:gridCol>
                <a:gridCol w="2592288">
                  <a:extLst>
                    <a:ext uri="{9D8B030D-6E8A-4147-A177-3AD203B41FA5}">
                      <a16:colId xmlns:a16="http://schemas.microsoft.com/office/drawing/2014/main" val="1625873196"/>
                    </a:ext>
                  </a:extLst>
                </a:gridCol>
              </a:tblGrid>
              <a:tr h="370840">
                <a:tc>
                  <a:txBody>
                    <a:bodyPr/>
                    <a:lstStyle/>
                    <a:p>
                      <a:r>
                        <a:rPr lang="fr-FR" dirty="0"/>
                        <a:t>Grade</a:t>
                      </a:r>
                    </a:p>
                  </a:txBody>
                  <a:tcPr/>
                </a:tc>
                <a:tc>
                  <a:txBody>
                    <a:bodyPr/>
                    <a:lstStyle/>
                    <a:p>
                      <a:r>
                        <a:rPr lang="fr-FR" dirty="0" err="1"/>
                        <a:t>Number</a:t>
                      </a:r>
                      <a:r>
                        <a:rPr lang="fr-FR" dirty="0"/>
                        <a:t> of candidates </a:t>
                      </a:r>
                    </a:p>
                  </a:txBody>
                  <a:tcPr/>
                </a:tc>
                <a:extLst>
                  <a:ext uri="{0D108BD9-81ED-4DB2-BD59-A6C34878D82A}">
                    <a16:rowId xmlns:a16="http://schemas.microsoft.com/office/drawing/2014/main" val="984634728"/>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39419655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91745230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155483913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1563971873"/>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1610809595"/>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811776237"/>
                  </a:ext>
                </a:extLst>
              </a:tr>
              <a:tr h="370840">
                <a:tc>
                  <a:txBody>
                    <a:bodyPr/>
                    <a:lstStyle/>
                    <a:p>
                      <a:r>
                        <a:rPr lang="fr-FR" b="1" dirty="0"/>
                        <a:t>Total </a:t>
                      </a:r>
                    </a:p>
                  </a:txBody>
                  <a:tcPr/>
                </a:tc>
                <a:tc>
                  <a:txBody>
                    <a:bodyPr/>
                    <a:lstStyle/>
                    <a:p>
                      <a:r>
                        <a:rPr lang="fr-FR" b="1" dirty="0"/>
                        <a:t>24</a:t>
                      </a:r>
                    </a:p>
                  </a:txBody>
                  <a:tcPr/>
                </a:tc>
                <a:extLst>
                  <a:ext uri="{0D108BD9-81ED-4DB2-BD59-A6C34878D82A}">
                    <a16:rowId xmlns:a16="http://schemas.microsoft.com/office/drawing/2014/main" val="3367784695"/>
                  </a:ext>
                </a:extLst>
              </a:tr>
            </a:tbl>
          </a:graphicData>
        </a:graphic>
      </p:graphicFrame>
    </p:spTree>
    <p:extLst>
      <p:ext uri="{BB962C8B-B14F-4D97-AF65-F5344CB8AC3E}">
        <p14:creationId xmlns:p14="http://schemas.microsoft.com/office/powerpoint/2010/main" val="2803266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FB27C-8613-2522-C1AA-87A35A9382E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788F04F-A44C-4EF9-2592-AC5C72E8261D}"/>
              </a:ext>
            </a:extLst>
          </p:cNvPr>
          <p:cNvSpPr txBox="1">
            <a:spLocks/>
          </p:cNvSpPr>
          <p:nvPr/>
        </p:nvSpPr>
        <p:spPr>
          <a:xfrm>
            <a:off x="457200" y="274638"/>
            <a:ext cx="8229600" cy="1143000"/>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Arial" panose="020B0604020202020204" pitchFamily="34" charset="0"/>
                <a:ea typeface="Cambria" panose="02040503050406030204" pitchFamily="18" charset="0"/>
                <a:cs typeface="Arial" panose="020B0604020202020204" pitchFamily="34" charset="0"/>
              </a:rPr>
              <a:t>Data synthesis of a continuous variable</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3AF24318-7E06-6BE6-649F-BD3E4CCE160A}"/>
              </a:ext>
            </a:extLst>
          </p:cNvPr>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a:latin typeface="Arial" panose="020B0604020202020204" pitchFamily="34" charset="0"/>
                <a:ea typeface="Cambria" panose="02040503050406030204" pitchFamily="18" charset="0"/>
                <a:cs typeface="Arial" panose="020B0604020202020204" pitchFamily="34" charset="0"/>
              </a:rPr>
              <a:t>The tabular synthesis of the data (observed in the raw state) of a continuous variable reveals that the number of modalities is almost equal to the total number, i.e. k ≈n
</a:t>
            </a:r>
            <a:endParaRPr lang="fr-FR" dirty="0">
              <a:latin typeface="Arial" panose="020B0604020202020204" pitchFamily="34" charset="0"/>
              <a:cs typeface="Arial" panose="020B0604020202020204" pitchFamily="34" charset="0"/>
            </a:endParaRPr>
          </a:p>
        </p:txBody>
      </p:sp>
      <p:sp>
        <p:nvSpPr>
          <p:cNvPr id="4" name="Flèche : angle droit 3">
            <a:extLst>
              <a:ext uri="{FF2B5EF4-FFF2-40B4-BE49-F238E27FC236}">
                <a16:creationId xmlns:a16="http://schemas.microsoft.com/office/drawing/2014/main" id="{38BB51BE-E88C-2457-56FA-F5E4098651FF}"/>
              </a:ext>
            </a:extLst>
          </p:cNvPr>
          <p:cNvSpPr/>
          <p:nvPr/>
        </p:nvSpPr>
        <p:spPr>
          <a:xfrm rot="5400000">
            <a:off x="1200196" y="2912372"/>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5" name="ZoneTexte 4">
            <a:extLst>
              <a:ext uri="{FF2B5EF4-FFF2-40B4-BE49-F238E27FC236}">
                <a16:creationId xmlns:a16="http://schemas.microsoft.com/office/drawing/2014/main" id="{A762EE89-978F-0EDC-1B72-B549AA927B29}"/>
              </a:ext>
            </a:extLst>
          </p:cNvPr>
          <p:cNvSpPr txBox="1"/>
          <p:nvPr/>
        </p:nvSpPr>
        <p:spPr>
          <a:xfrm>
            <a:off x="2411760" y="3325336"/>
            <a:ext cx="5472608" cy="707886"/>
          </a:xfrm>
          <a:prstGeom prst="rect">
            <a:avLst/>
          </a:prstGeom>
          <a:noFill/>
        </p:spPr>
        <p:txBody>
          <a:bodyPr wrap="square" rtlCol="0">
            <a:spAutoFit/>
          </a:bodyPr>
          <a:lstStyle/>
          <a:p>
            <a:r>
              <a:rPr lang="en-US" sz="2000" dirty="0">
                <a:latin typeface="Arial" panose="020B0604020202020204" pitchFamily="34" charset="0"/>
                <a:ea typeface="Cambria" panose="02040503050406030204" pitchFamily="18" charset="0"/>
                <a:cs typeface="Arial" panose="020B0604020202020204" pitchFamily="34" charset="0"/>
              </a:rPr>
              <a:t>The observations are almost all different 
</a:t>
            </a:r>
            <a:endParaRPr lang="fr-FR" sz="2000" dirty="0">
              <a:latin typeface="Arial" panose="020B0604020202020204" pitchFamily="34" charset="0"/>
              <a:ea typeface="Cambria" panose="02040503050406030204" pitchFamily="18" charset="0"/>
              <a:cs typeface="Arial" panose="020B0604020202020204" pitchFamily="34" charset="0"/>
            </a:endParaRPr>
          </a:p>
        </p:txBody>
      </p:sp>
      <p:sp>
        <p:nvSpPr>
          <p:cNvPr id="6" name="ZoneTexte 5">
            <a:extLst>
              <a:ext uri="{FF2B5EF4-FFF2-40B4-BE49-F238E27FC236}">
                <a16:creationId xmlns:a16="http://schemas.microsoft.com/office/drawing/2014/main" id="{2A5C965E-5C58-194B-C4A8-6D6BB7D2309E}"/>
              </a:ext>
            </a:extLst>
          </p:cNvPr>
          <p:cNvSpPr txBox="1"/>
          <p:nvPr/>
        </p:nvSpPr>
        <p:spPr>
          <a:xfrm>
            <a:off x="755576" y="4437112"/>
            <a:ext cx="7704856" cy="1200329"/>
          </a:xfrm>
          <a:prstGeom prst="rect">
            <a:avLst/>
          </a:prstGeom>
          <a:noFill/>
        </p:spPr>
        <p:txBody>
          <a:bodyPr wrap="square" rtlCol="0">
            <a:spAutoFit/>
          </a:bodyPr>
          <a:lstStyle/>
          <a:p>
            <a:pPr algn="ctr"/>
            <a:r>
              <a:rPr lang="en-US" sz="2400" dirty="0">
                <a:latin typeface="Arial" panose="020B0604020202020204" pitchFamily="34" charset="0"/>
                <a:ea typeface="Cambria" panose="02040503050406030204" pitchFamily="18" charset="0"/>
                <a:cs typeface="Arial" panose="020B0604020202020204" pitchFamily="34" charset="0"/>
              </a:rPr>
              <a:t>At this point, the table synthesis does not bring any added value !!!
</a:t>
            </a:r>
            <a:endParaRPr lang="fr-FR" sz="2400"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3179134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4A491FFE-793D-4505-BFC7-DBA45AF89C9B}"/>
              </a:ext>
            </a:extLst>
          </p:cNvPr>
          <p:cNvSpPr>
            <a:spLocks noGrp="1"/>
          </p:cNvSpPr>
          <p:nvPr>
            <p:ph type="title"/>
          </p:nvPr>
        </p:nvSpPr>
        <p:spPr>
          <a:xfrm>
            <a:off x="628650" y="365125"/>
            <a:ext cx="7886700" cy="1325563"/>
          </a:xfrm>
        </p:spPr>
        <p:txBody>
          <a:bodyPr>
            <a:normAutofit/>
          </a:bodyPr>
          <a:lstStyle/>
          <a:p>
            <a:pPr>
              <a:lnSpc>
                <a:spcPct val="90000"/>
              </a:lnSpc>
            </a:pPr>
            <a:r>
              <a:rPr lang="en-US" b="1" dirty="0">
                <a:latin typeface="Arial" panose="020B0604020202020204" pitchFamily="34" charset="0"/>
                <a:ea typeface="Cambria" panose="02040503050406030204" pitchFamily="18" charset="0"/>
                <a:cs typeface="Arial" panose="020B0604020202020204" pitchFamily="34" charset="0"/>
              </a:rPr>
              <a:t>Data synthesis of a continuous variable</a:t>
            </a:r>
            <a:endParaRPr lang="fr-FR" b="1" dirty="0">
              <a:latin typeface="Arial" panose="020B0604020202020204" pitchFamily="34" charset="0"/>
              <a:cs typeface="Arial" panose="020B0604020202020204" pitchFamily="34" charset="0"/>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10279462-E8AB-4BF2-B003-1ACB5DA94F15}"/>
              </a:ext>
            </a:extLst>
          </p:cNvPr>
          <p:cNvSpPr>
            <a:spLocks noGrp="1"/>
          </p:cNvSpPr>
          <p:nvPr>
            <p:ph idx="1"/>
          </p:nvPr>
        </p:nvSpPr>
        <p:spPr>
          <a:xfrm>
            <a:off x="628650" y="1825625"/>
            <a:ext cx="7886700" cy="4351338"/>
          </a:xfrm>
        </p:spPr>
        <p:txBody>
          <a:bodyPr>
            <a:normAutofit/>
          </a:bodyPr>
          <a:lstStyle/>
          <a:p>
            <a:pPr marL="0" indent="0">
              <a:buNone/>
            </a:pPr>
            <a:r>
              <a:rPr lang="fr-FR" sz="3000">
                <a:highlight>
                  <a:srgbClr val="FFFF00"/>
                </a:highlight>
                <a:latin typeface="Arial" panose="020B0604020202020204" pitchFamily="34" charset="0"/>
                <a:ea typeface="Cambria" panose="02040503050406030204" pitchFamily="18" charset="0"/>
                <a:cs typeface="Arial" panose="020B0604020202020204" pitchFamily="34" charset="0"/>
              </a:rPr>
              <a:t>Solution</a:t>
            </a:r>
            <a:r>
              <a:rPr lang="fr-FR" sz="3000">
                <a:latin typeface="Arial" panose="020B0604020202020204" pitchFamily="34" charset="0"/>
                <a:ea typeface="Cambria" panose="02040503050406030204" pitchFamily="18" charset="0"/>
                <a:cs typeface="Arial" panose="020B0604020202020204" pitchFamily="34" charset="0"/>
              </a:rPr>
              <a:t> </a:t>
            </a:r>
            <a:r>
              <a:rPr lang="fr-FR" sz="300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a:t>
            </a:r>
          </a:p>
          <a:p>
            <a:pPr marL="0" indent="0">
              <a:buNone/>
            </a:pPr>
            <a:r>
              <a:rPr lang="en-US" sz="300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Splitting / Grouping of data into classes / intervals</a:t>
            </a:r>
            <a:endParaRPr lang="fr-FR" sz="300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endParaRPr>
          </a:p>
          <a:p>
            <a:pPr marL="0" indent="0">
              <a:buNone/>
            </a:pPr>
            <a:endParaRPr lang="fr-FR" sz="300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endParaRPr>
          </a:p>
          <a:p>
            <a:pPr>
              <a:buFont typeface="Wingdings" panose="05000000000000000000" pitchFamily="2" charset="2"/>
              <a:buChar char="ü"/>
            </a:pPr>
            <a:r>
              <a:rPr lang="fr-FR" sz="300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a:t>
            </a:r>
            <a:r>
              <a:rPr lang="en-US" sz="300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Splitting via mathematical methods/tools
</a:t>
            </a:r>
            <a:r>
              <a:rPr lang="fr-FR" sz="300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a:t>
            </a:r>
            <a:r>
              <a:rPr lang="en-US" sz="300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Splitting based on predefined / imposed classes (by the problem treated and / or by prior information concerning this problem)</a:t>
            </a:r>
            <a:endParaRPr lang="fr-FR" sz="300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645057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F1932B-997C-455F-AD24-DA43134EF156}"/>
              </a:ext>
            </a:extLst>
          </p:cNvPr>
          <p:cNvSpPr>
            <a:spLocks noGrp="1"/>
          </p:cNvSpPr>
          <p:nvPr>
            <p:ph type="title"/>
          </p:nvPr>
        </p:nvSpPr>
        <p:spPr/>
        <p:txBody>
          <a:bodyPr>
            <a:normAutofit/>
          </a:bodyPr>
          <a:lstStyle/>
          <a:p>
            <a:r>
              <a:rPr lang="fr-FR" sz="3200" b="1" dirty="0">
                <a:latin typeface="Arial" panose="020B0604020202020204" pitchFamily="34" charset="0"/>
                <a:ea typeface="Cambria" panose="02040503050406030204" pitchFamily="18" charset="0"/>
                <a:cs typeface="Arial" panose="020B0604020202020204" pitchFamily="34" charset="0"/>
              </a:rPr>
              <a:t>Example </a:t>
            </a:r>
            <a:br>
              <a:rPr lang="fr-FR" sz="3200" b="1" dirty="0">
                <a:latin typeface="Arial" panose="020B0604020202020204" pitchFamily="34" charset="0"/>
                <a:ea typeface="Cambria" panose="02040503050406030204" pitchFamily="18" charset="0"/>
                <a:cs typeface="Arial" panose="020B0604020202020204" pitchFamily="34" charset="0"/>
              </a:rPr>
            </a:br>
            <a:r>
              <a:rPr lang="en-US" sz="3200" b="1" dirty="0">
                <a:latin typeface="Arial" panose="020B0604020202020204" pitchFamily="34" charset="0"/>
                <a:ea typeface="Cambria" panose="02040503050406030204" pitchFamily="18" charset="0"/>
                <a:cs typeface="Arial" panose="020B0604020202020204" pitchFamily="34" charset="0"/>
              </a:rPr>
              <a:t>Data synthesis of a continuous variable</a:t>
            </a:r>
            <a:endParaRPr lang="fr-FR" sz="3200" b="1" dirty="0">
              <a:latin typeface="Arial" panose="020B0604020202020204" pitchFamily="34" charset="0"/>
              <a:cs typeface="Arial" panose="020B0604020202020204" pitchFamily="34" charset="0"/>
            </a:endParaRPr>
          </a:p>
        </p:txBody>
      </p:sp>
      <p:pic>
        <p:nvPicPr>
          <p:cNvPr id="5" name="Espace réservé du contenu 4">
            <a:extLst>
              <a:ext uri="{FF2B5EF4-FFF2-40B4-BE49-F238E27FC236}">
                <a16:creationId xmlns:a16="http://schemas.microsoft.com/office/drawing/2014/main" id="{9559CCB7-5563-48E2-A39B-48FE32078B51}"/>
              </a:ext>
            </a:extLst>
          </p:cNvPr>
          <p:cNvPicPr>
            <a:picLocks noGrp="1" noChangeAspect="1"/>
          </p:cNvPicPr>
          <p:nvPr>
            <p:ph idx="1"/>
          </p:nvPr>
        </p:nvPicPr>
        <p:blipFill rotWithShape="1">
          <a:blip r:embed="rId2"/>
          <a:srcRect t="49662"/>
          <a:stretch/>
        </p:blipFill>
        <p:spPr>
          <a:xfrm>
            <a:off x="1915609" y="2416262"/>
            <a:ext cx="6336704" cy="724942"/>
          </a:xfrm>
        </p:spPr>
      </p:pic>
      <p:sp>
        <p:nvSpPr>
          <p:cNvPr id="6" name="Flèche : angle droit 5">
            <a:extLst>
              <a:ext uri="{FF2B5EF4-FFF2-40B4-BE49-F238E27FC236}">
                <a16:creationId xmlns:a16="http://schemas.microsoft.com/office/drawing/2014/main" id="{7E7A2773-7692-48EF-9748-0D64B499D964}"/>
              </a:ext>
            </a:extLst>
          </p:cNvPr>
          <p:cNvSpPr/>
          <p:nvPr/>
        </p:nvSpPr>
        <p:spPr>
          <a:xfrm rot="5400000">
            <a:off x="900160" y="2915182"/>
            <a:ext cx="648072" cy="648073"/>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49E65314-720B-478D-A858-5D356B100020}"/>
              </a:ext>
            </a:extLst>
          </p:cNvPr>
          <p:cNvSpPr txBox="1"/>
          <p:nvPr/>
        </p:nvSpPr>
        <p:spPr>
          <a:xfrm>
            <a:off x="667591" y="3572780"/>
            <a:ext cx="3528392" cy="830997"/>
          </a:xfrm>
          <a:prstGeom prst="rect">
            <a:avLst/>
          </a:prstGeom>
          <a:noFill/>
        </p:spPr>
        <p:txBody>
          <a:bodyPr wrap="square" rtlCol="0">
            <a:spAutoFit/>
          </a:bodyPr>
          <a:lstStyle/>
          <a:p>
            <a:r>
              <a:rPr lang="en-US" sz="1600" dirty="0">
                <a:latin typeface="Arial" panose="020B0604020202020204" pitchFamily="34" charset="0"/>
                <a:ea typeface="Cambria" panose="02040503050406030204" pitchFamily="18" charset="0"/>
                <a:cs typeface="Arial" panose="020B0604020202020204" pitchFamily="34" charset="0"/>
              </a:rPr>
              <a:t>We decided to synthesize the data according to the modalities below :
</a:t>
            </a:r>
            <a:endParaRPr lang="fr-FR" sz="1600" dirty="0">
              <a:latin typeface="Arial" panose="020B0604020202020204" pitchFamily="34" charset="0"/>
              <a:ea typeface="Cambria" panose="02040503050406030204" pitchFamily="18" charset="0"/>
              <a:cs typeface="Arial" panose="020B0604020202020204" pitchFamily="34" charset="0"/>
            </a:endParaRPr>
          </a:p>
        </p:txBody>
      </p:sp>
      <p:pic>
        <p:nvPicPr>
          <p:cNvPr id="9" name="Image 8">
            <a:extLst>
              <a:ext uri="{FF2B5EF4-FFF2-40B4-BE49-F238E27FC236}">
                <a16:creationId xmlns:a16="http://schemas.microsoft.com/office/drawing/2014/main" id="{C8B937C7-8932-4283-B68D-80D408B24B16}"/>
              </a:ext>
            </a:extLst>
          </p:cNvPr>
          <p:cNvPicPr>
            <a:picLocks noChangeAspect="1"/>
          </p:cNvPicPr>
          <p:nvPr/>
        </p:nvPicPr>
        <p:blipFill>
          <a:blip r:embed="rId3"/>
          <a:stretch>
            <a:fillRect/>
          </a:stretch>
        </p:blipFill>
        <p:spPr>
          <a:xfrm>
            <a:off x="611560" y="4416789"/>
            <a:ext cx="1873346" cy="1790792"/>
          </a:xfrm>
          <a:prstGeom prst="rect">
            <a:avLst/>
          </a:prstGeom>
        </p:spPr>
      </p:pic>
      <p:sp>
        <p:nvSpPr>
          <p:cNvPr id="10" name="Flèche : droite 9">
            <a:extLst>
              <a:ext uri="{FF2B5EF4-FFF2-40B4-BE49-F238E27FC236}">
                <a16:creationId xmlns:a16="http://schemas.microsoft.com/office/drawing/2014/main" id="{D00598FB-A56E-4973-8723-4EF8ECE9C57F}"/>
              </a:ext>
            </a:extLst>
          </p:cNvPr>
          <p:cNvSpPr/>
          <p:nvPr/>
        </p:nvSpPr>
        <p:spPr>
          <a:xfrm>
            <a:off x="3414363" y="4691573"/>
            <a:ext cx="576064" cy="36004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11" name="ZoneTexte 10">
            <a:extLst>
              <a:ext uri="{FF2B5EF4-FFF2-40B4-BE49-F238E27FC236}">
                <a16:creationId xmlns:a16="http://schemas.microsoft.com/office/drawing/2014/main" id="{38CED182-D357-4973-815C-FCCED4A61898}"/>
              </a:ext>
            </a:extLst>
          </p:cNvPr>
          <p:cNvSpPr txBox="1"/>
          <p:nvPr/>
        </p:nvSpPr>
        <p:spPr>
          <a:xfrm>
            <a:off x="457200" y="1598442"/>
            <a:ext cx="7427168" cy="923330"/>
          </a:xfrm>
          <a:prstGeom prst="rect">
            <a:avLst/>
          </a:prstGeom>
          <a:noFill/>
        </p:spPr>
        <p:txBody>
          <a:bodyPr wrap="square" rtlCol="0">
            <a:spAutoFit/>
          </a:bodyPr>
          <a:lstStyle/>
          <a:p>
            <a:pPr algn="l"/>
            <a:r>
              <a:rPr lang="en-US" dirty="0">
                <a:latin typeface="Arial" panose="020B0604020202020204" pitchFamily="34" charset="0"/>
                <a:cs typeface="Arial" panose="020B0604020202020204" pitchFamily="34" charset="0"/>
              </a:rPr>
              <a:t>T</a:t>
            </a:r>
            <a:r>
              <a:rPr lang="en-US" sz="1800" b="0" i="0" u="none" strike="noStrike" baseline="0" dirty="0">
                <a:latin typeface="Arial" panose="020B0604020202020204" pitchFamily="34" charset="0"/>
                <a:cs typeface="Arial" panose="020B0604020202020204" pitchFamily="34" charset="0"/>
              </a:rPr>
              <a:t>he data below represents the current monthly net</a:t>
            </a:r>
          </a:p>
          <a:p>
            <a:pPr algn="l"/>
            <a:r>
              <a:rPr lang="en-US" sz="1800" b="0" i="0" u="none" strike="noStrike" baseline="0" dirty="0">
                <a:latin typeface="Arial" panose="020B0604020202020204" pitchFamily="34" charset="0"/>
                <a:cs typeface="Arial" panose="020B0604020202020204" pitchFamily="34" charset="0"/>
              </a:rPr>
              <a:t>salary (rounded to nearest hundredth) of 24 candidates to a </a:t>
            </a:r>
            <a:r>
              <a:rPr lang="en-ZA" sz="1800" b="0" i="0" u="none" strike="noStrike" baseline="0" dirty="0">
                <a:latin typeface="Arial" panose="020B0604020202020204" pitchFamily="34" charset="0"/>
                <a:cs typeface="Arial" panose="020B0604020202020204" pitchFamily="34" charset="0"/>
              </a:rPr>
              <a:t>competition</a:t>
            </a:r>
            <a:r>
              <a:rPr lang="fr-FR" sz="1800" b="0" i="0" u="none" strike="noStrike" baseline="0" dirty="0">
                <a:latin typeface="Arial" panose="020B0604020202020204" pitchFamily="34" charset="0"/>
                <a:cs typeface="Arial" panose="020B0604020202020204" pitchFamily="34" charset="0"/>
              </a:rPr>
              <a:t> :</a:t>
            </a:r>
          </a:p>
        </p:txBody>
      </p:sp>
      <p:graphicFrame>
        <p:nvGraphicFramePr>
          <p:cNvPr id="3" name="Tableau 7">
            <a:extLst>
              <a:ext uri="{FF2B5EF4-FFF2-40B4-BE49-F238E27FC236}">
                <a16:creationId xmlns:a16="http://schemas.microsoft.com/office/drawing/2014/main" id="{CC04CAD9-D5F7-4932-9D7A-0805E4AB1817}"/>
              </a:ext>
            </a:extLst>
          </p:cNvPr>
          <p:cNvGraphicFramePr>
            <a:graphicFrameLocks noGrp="1"/>
          </p:cNvGraphicFramePr>
          <p:nvPr>
            <p:extLst>
              <p:ext uri="{D42A27DB-BD31-4B8C-83A1-F6EECF244321}">
                <p14:modId xmlns:p14="http://schemas.microsoft.com/office/powerpoint/2010/main" val="3721755503"/>
              </p:ext>
            </p:extLst>
          </p:nvPr>
        </p:nvGraphicFramePr>
        <p:xfrm>
          <a:off x="4539977" y="3429000"/>
          <a:ext cx="4488160" cy="3237344"/>
        </p:xfrm>
        <a:graphic>
          <a:graphicData uri="http://schemas.openxmlformats.org/drawingml/2006/table">
            <a:tbl>
              <a:tblPr firstRow="1" bandRow="1">
                <a:tableStyleId>{5C22544A-7EE6-4342-B048-85BDC9FD1C3A}</a:tableStyleId>
              </a:tblPr>
              <a:tblGrid>
                <a:gridCol w="2244080">
                  <a:extLst>
                    <a:ext uri="{9D8B030D-6E8A-4147-A177-3AD203B41FA5}">
                      <a16:colId xmlns:a16="http://schemas.microsoft.com/office/drawing/2014/main" val="1356652941"/>
                    </a:ext>
                  </a:extLst>
                </a:gridCol>
                <a:gridCol w="2244080">
                  <a:extLst>
                    <a:ext uri="{9D8B030D-6E8A-4147-A177-3AD203B41FA5}">
                      <a16:colId xmlns:a16="http://schemas.microsoft.com/office/drawing/2014/main" val="2048177844"/>
                    </a:ext>
                  </a:extLst>
                </a:gridCol>
              </a:tblGrid>
              <a:tr h="370840">
                <a:tc>
                  <a:txBody>
                    <a:bodyPr/>
                    <a:lstStyle/>
                    <a:p>
                      <a:r>
                        <a:rPr lang="fr-FR" dirty="0"/>
                        <a:t>Net </a:t>
                      </a:r>
                      <a:r>
                        <a:rPr lang="fr-FR" dirty="0" err="1"/>
                        <a:t>salary</a:t>
                      </a:r>
                      <a:endParaRPr lang="fr-FR" dirty="0"/>
                    </a:p>
                  </a:txBody>
                  <a:tcPr/>
                </a:tc>
                <a:tc>
                  <a:txBody>
                    <a:bodyPr/>
                    <a:lstStyle/>
                    <a:p>
                      <a:r>
                        <a:rPr lang="fr-FR" dirty="0" err="1"/>
                        <a:t>Number</a:t>
                      </a:r>
                      <a:r>
                        <a:rPr lang="fr-FR" dirty="0"/>
                        <a:t> of candidates</a:t>
                      </a:r>
                    </a:p>
                  </a:txBody>
                  <a:tcPr/>
                </a:tc>
                <a:extLst>
                  <a:ext uri="{0D108BD9-81ED-4DB2-BD59-A6C34878D82A}">
                    <a16:rowId xmlns:a16="http://schemas.microsoft.com/office/drawing/2014/main" val="1975563695"/>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944154543"/>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3304038032"/>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321812077"/>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06752121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3338994966"/>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606775362"/>
                  </a:ext>
                </a:extLst>
              </a:tr>
              <a:tr h="372224">
                <a:tc>
                  <a:txBody>
                    <a:bodyPr/>
                    <a:lstStyle/>
                    <a:p>
                      <a:r>
                        <a:rPr lang="fr-FR" b="1" dirty="0"/>
                        <a:t>Total</a:t>
                      </a:r>
                    </a:p>
                  </a:txBody>
                  <a:tcPr/>
                </a:tc>
                <a:tc>
                  <a:txBody>
                    <a:bodyPr/>
                    <a:lstStyle/>
                    <a:p>
                      <a:r>
                        <a:rPr lang="fr-FR" b="1" dirty="0"/>
                        <a:t>24</a:t>
                      </a:r>
                    </a:p>
                  </a:txBody>
                  <a:tcPr/>
                </a:tc>
                <a:extLst>
                  <a:ext uri="{0D108BD9-81ED-4DB2-BD59-A6C34878D82A}">
                    <a16:rowId xmlns:a16="http://schemas.microsoft.com/office/drawing/2014/main" val="1608825736"/>
                  </a:ext>
                </a:extLst>
              </a:tr>
            </a:tbl>
          </a:graphicData>
        </a:graphic>
      </p:graphicFrame>
    </p:spTree>
    <p:extLst>
      <p:ext uri="{BB962C8B-B14F-4D97-AF65-F5344CB8AC3E}">
        <p14:creationId xmlns:p14="http://schemas.microsoft.com/office/powerpoint/2010/main" val="526900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76EAA5E-6BF7-4EBE-B95A-25E1F8FF2037}"/>
              </a:ext>
            </a:extLst>
          </p:cNvPr>
          <p:cNvSpPr>
            <a:spLocks noGrp="1"/>
          </p:cNvSpPr>
          <p:nvPr>
            <p:ph type="title"/>
          </p:nvPr>
        </p:nvSpPr>
        <p:spPr>
          <a:xfrm>
            <a:off x="515125" y="1153572"/>
            <a:ext cx="2400300" cy="4461163"/>
          </a:xfrm>
        </p:spPr>
        <p:txBody>
          <a:bodyPr>
            <a:normAutofit/>
          </a:bodyPr>
          <a:lstStyle/>
          <a:p>
            <a:pPr>
              <a:lnSpc>
                <a:spcPct val="90000"/>
              </a:lnSpc>
            </a:pPr>
            <a:r>
              <a:rPr lang="en-US" sz="2800" b="1">
                <a:solidFill>
                  <a:srgbClr val="FFFFFF"/>
                </a:solidFill>
                <a:latin typeface="Arial" panose="020B0604020202020204" pitchFamily="34" charset="0"/>
                <a:ea typeface="Cambria" panose="02040503050406030204" pitchFamily="18" charset="0"/>
                <a:cs typeface="Arial" panose="020B0604020202020204" pitchFamily="34" charset="0"/>
              </a:rPr>
              <a:t>Continuous variable "discretized" data (upstream) </a:t>
            </a:r>
            <a:r>
              <a:rPr lang="fr-FR" sz="2800" b="1">
                <a:solidFill>
                  <a:srgbClr val="FFFFFF"/>
                </a:solidFill>
                <a:latin typeface="Arial" panose="020B0604020202020204" pitchFamily="34" charset="0"/>
                <a:ea typeface="Cambria" panose="02040503050406030204" pitchFamily="18" charset="0"/>
                <a:cs typeface="Arial" panose="020B0604020202020204" pitchFamily="34" charset="0"/>
              </a:rPr>
              <a:t> </a:t>
            </a:r>
            <a:br>
              <a:rPr lang="fr-FR" sz="2800">
                <a:solidFill>
                  <a:srgbClr val="FFFFFF"/>
                </a:solidFill>
                <a:latin typeface="Arial" panose="020B0604020202020204" pitchFamily="34" charset="0"/>
                <a:ea typeface="Cambria" panose="02040503050406030204" pitchFamily="18" charset="0"/>
                <a:cs typeface="Arial" panose="020B0604020202020204" pitchFamily="34" charset="0"/>
              </a:rPr>
            </a:br>
            <a:endParaRPr lang="fr-FR" sz="2800">
              <a:solidFill>
                <a:srgbClr val="FFFFFF"/>
              </a:solidFill>
              <a:latin typeface="Arial" panose="020B0604020202020204" pitchFamily="34" charset="0"/>
              <a:ea typeface="Cambria" panose="02040503050406030204" pitchFamily="18" charset="0"/>
              <a:cs typeface="Arial" panose="020B0604020202020204" pitchFamily="34" charset="0"/>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Espace réservé du contenu 3">
            <a:extLst>
              <a:ext uri="{FF2B5EF4-FFF2-40B4-BE49-F238E27FC236}">
                <a16:creationId xmlns:a16="http://schemas.microsoft.com/office/drawing/2014/main" id="{9C8C3E54-7FE3-4F1A-AEBE-8BDF3C6B745B}"/>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CA" sz="2200" b="1" dirty="0">
                <a:latin typeface="Arial" panose="020B0604020202020204" pitchFamily="34" charset="0"/>
                <a:ea typeface="Cambria" panose="02040503050406030204" pitchFamily="18" charset="0"/>
                <a:cs typeface="Arial" panose="020B0604020202020204" pitchFamily="34" charset="0"/>
              </a:rPr>
              <a:t>Remark:</a:t>
            </a:r>
          </a:p>
          <a:p>
            <a:pPr marL="0" indent="0">
              <a:lnSpc>
                <a:spcPct val="90000"/>
              </a:lnSpc>
              <a:buNone/>
            </a:pPr>
            <a:endParaRPr lang="fr-FR" sz="2200" dirty="0">
              <a:latin typeface="Arial" panose="020B0604020202020204" pitchFamily="34" charset="0"/>
              <a:ea typeface="Cambria" panose="02040503050406030204" pitchFamily="18" charset="0"/>
              <a:cs typeface="Arial" panose="020B0604020202020204" pitchFamily="34" charset="0"/>
            </a:endParaRPr>
          </a:p>
          <a:p>
            <a:pPr marL="0" indent="0" algn="just">
              <a:lnSpc>
                <a:spcPct val="90000"/>
              </a:lnSpc>
              <a:buNone/>
            </a:pPr>
            <a:r>
              <a:rPr lang="en-US" sz="2200" dirty="0">
                <a:latin typeface="Arial" panose="020B0604020202020204" pitchFamily="34" charset="0"/>
                <a:ea typeface="Cambria" panose="02040503050406030204" pitchFamily="18" charset="0"/>
                <a:cs typeface="Arial" panose="020B0604020202020204" pitchFamily="34" charset="0"/>
              </a:rPr>
              <a:t>In practice (in the context of a survey for example), continuous variables are discretized beforehand. Explicitly, the "data scientist" divides in advance the set of possible values of the continuous variable into intervals (modalities). </a:t>
            </a:r>
          </a:p>
          <a:p>
            <a:pPr marL="0" indent="0" algn="just">
              <a:lnSpc>
                <a:spcPct val="90000"/>
              </a:lnSpc>
              <a:buNone/>
            </a:pPr>
            <a:r>
              <a:rPr lang="en-US" sz="2200" dirty="0">
                <a:latin typeface="Arial" panose="020B0604020202020204" pitchFamily="34" charset="0"/>
                <a:ea typeface="Cambria" panose="02040503050406030204" pitchFamily="18" charset="0"/>
                <a:cs typeface="Arial" panose="020B0604020202020204" pitchFamily="34" charset="0"/>
              </a:rPr>
              <a:t>He (she) asks the participants to situate themselves regarding these intervals. This splitting is often based on the needs of the study on the one hand, and prior knowledge of the variable and the population studied on the other.</a:t>
            </a:r>
            <a:endParaRPr lang="fr-FR" sz="2200"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4072213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923CAB-B80F-4B96-A356-44164A8C1453}"/>
              </a:ext>
            </a:extLst>
          </p:cNvPr>
          <p:cNvSpPr>
            <a:spLocks noGrp="1"/>
          </p:cNvSpPr>
          <p:nvPr>
            <p:ph type="title"/>
          </p:nvPr>
        </p:nvSpPr>
        <p:spPr/>
        <p:txBody>
          <a:bodyPr/>
          <a:lstStyle/>
          <a:p>
            <a:r>
              <a:rPr lang="fr-FR" b="1" dirty="0">
                <a:latin typeface="Arial" panose="020B0604020202020204" pitchFamily="34" charset="0"/>
                <a:ea typeface="Cambria" panose="02040503050406030204" pitchFamily="18" charset="0"/>
                <a:cs typeface="Arial" panose="020B0604020202020204" pitchFamily="34" charset="0"/>
              </a:rPr>
              <a:t>Operations</a:t>
            </a:r>
            <a:r>
              <a:rPr lang="fr-FR" b="1" dirty="0">
                <a:latin typeface="Arial" panose="020B0604020202020204" pitchFamily="34" charset="0"/>
                <a:cs typeface="Arial" panose="020B0604020202020204" pitchFamily="34" charset="0"/>
              </a:rPr>
              <a:t> </a:t>
            </a:r>
          </a:p>
        </p:txBody>
      </p:sp>
      <p:pic>
        <p:nvPicPr>
          <p:cNvPr id="4" name="Image 3">
            <a:extLst>
              <a:ext uri="{FF2B5EF4-FFF2-40B4-BE49-F238E27FC236}">
                <a16:creationId xmlns:a16="http://schemas.microsoft.com/office/drawing/2014/main" id="{72CBE940-A926-4DF5-88A2-86D68A767C7B}"/>
              </a:ext>
            </a:extLst>
          </p:cNvPr>
          <p:cNvPicPr>
            <a:picLocks noChangeAspect="1"/>
          </p:cNvPicPr>
          <p:nvPr/>
        </p:nvPicPr>
        <p:blipFill rotWithShape="1">
          <a:blip r:embed="rId2"/>
          <a:srcRect l="30222" t="61200" r="30313" b="23400"/>
          <a:stretch/>
        </p:blipFill>
        <p:spPr>
          <a:xfrm>
            <a:off x="1283950" y="1556792"/>
            <a:ext cx="7123354" cy="1563508"/>
          </a:xfrm>
          <a:prstGeom prst="rect">
            <a:avLst/>
          </a:prstGeom>
        </p:spPr>
      </p:pic>
      <p:pic>
        <p:nvPicPr>
          <p:cNvPr id="7" name="Image 6">
            <a:extLst>
              <a:ext uri="{FF2B5EF4-FFF2-40B4-BE49-F238E27FC236}">
                <a16:creationId xmlns:a16="http://schemas.microsoft.com/office/drawing/2014/main" id="{2A7B47D5-65EE-437C-A9A0-72147CAFC8F4}"/>
              </a:ext>
            </a:extLst>
          </p:cNvPr>
          <p:cNvPicPr>
            <a:picLocks noChangeAspect="1"/>
          </p:cNvPicPr>
          <p:nvPr/>
        </p:nvPicPr>
        <p:blipFill rotWithShape="1">
          <a:blip r:embed="rId3"/>
          <a:srcRect l="30312" t="30400" r="29526" b="54295"/>
          <a:stretch/>
        </p:blipFill>
        <p:spPr>
          <a:xfrm>
            <a:off x="1283949" y="3344036"/>
            <a:ext cx="7032467" cy="1507496"/>
          </a:xfrm>
          <a:prstGeom prst="rect">
            <a:avLst/>
          </a:prstGeom>
        </p:spPr>
      </p:pic>
      <p:pic>
        <p:nvPicPr>
          <p:cNvPr id="11" name="Image 10">
            <a:extLst>
              <a:ext uri="{FF2B5EF4-FFF2-40B4-BE49-F238E27FC236}">
                <a16:creationId xmlns:a16="http://schemas.microsoft.com/office/drawing/2014/main" id="{47B7E1CB-9173-4C27-B723-65D4DE66352F}"/>
              </a:ext>
            </a:extLst>
          </p:cNvPr>
          <p:cNvPicPr>
            <a:picLocks noChangeAspect="1"/>
          </p:cNvPicPr>
          <p:nvPr/>
        </p:nvPicPr>
        <p:blipFill rotWithShape="1">
          <a:blip r:embed="rId4"/>
          <a:srcRect l="30313" t="56002" r="32676" b="36000"/>
          <a:stretch/>
        </p:blipFill>
        <p:spPr>
          <a:xfrm>
            <a:off x="1283949" y="5075268"/>
            <a:ext cx="6573127" cy="657988"/>
          </a:xfrm>
          <a:prstGeom prst="rect">
            <a:avLst/>
          </a:prstGeom>
        </p:spPr>
      </p:pic>
      <p:pic>
        <p:nvPicPr>
          <p:cNvPr id="13" name="Image 12">
            <a:extLst>
              <a:ext uri="{FF2B5EF4-FFF2-40B4-BE49-F238E27FC236}">
                <a16:creationId xmlns:a16="http://schemas.microsoft.com/office/drawing/2014/main" id="{53F14A7A-C028-4BBF-96F8-4708FFDC4190}"/>
              </a:ext>
            </a:extLst>
          </p:cNvPr>
          <p:cNvPicPr>
            <a:picLocks noChangeAspect="1"/>
          </p:cNvPicPr>
          <p:nvPr/>
        </p:nvPicPr>
        <p:blipFill rotWithShape="1">
          <a:blip r:embed="rId4"/>
          <a:srcRect l="30313" t="75007" r="34250" b="16087"/>
          <a:stretch/>
        </p:blipFill>
        <p:spPr>
          <a:xfrm>
            <a:off x="1283949" y="5733256"/>
            <a:ext cx="6357296" cy="657988"/>
          </a:xfrm>
          <a:prstGeom prst="rect">
            <a:avLst/>
          </a:prstGeom>
        </p:spPr>
      </p:pic>
      <p:pic>
        <p:nvPicPr>
          <p:cNvPr id="17" name="Image 16">
            <a:extLst>
              <a:ext uri="{FF2B5EF4-FFF2-40B4-BE49-F238E27FC236}">
                <a16:creationId xmlns:a16="http://schemas.microsoft.com/office/drawing/2014/main" id="{0F1E5E0E-080C-45F6-9782-9651FE61B4EA}"/>
              </a:ext>
            </a:extLst>
          </p:cNvPr>
          <p:cNvPicPr>
            <a:picLocks noChangeAspect="1"/>
          </p:cNvPicPr>
          <p:nvPr/>
        </p:nvPicPr>
        <p:blipFill rotWithShape="1">
          <a:blip r:embed="rId5"/>
          <a:srcRect l="24276" t="40200" r="73625" b="17993"/>
          <a:stretch/>
        </p:blipFill>
        <p:spPr>
          <a:xfrm>
            <a:off x="736696" y="1412776"/>
            <a:ext cx="411446" cy="4608511"/>
          </a:xfrm>
          <a:prstGeom prst="rect">
            <a:avLst/>
          </a:prstGeom>
        </p:spPr>
      </p:pic>
    </p:spTree>
    <p:extLst>
      <p:ext uri="{BB962C8B-B14F-4D97-AF65-F5344CB8AC3E}">
        <p14:creationId xmlns:p14="http://schemas.microsoft.com/office/powerpoint/2010/main" val="1707031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E90F8D2-8E2D-49B4-911B-7D5FC3A5737B}"/>
              </a:ext>
            </a:extLst>
          </p:cNvPr>
          <p:cNvSpPr>
            <a:spLocks noGrp="1"/>
          </p:cNvSpPr>
          <p:nvPr>
            <p:ph type="title"/>
          </p:nvPr>
        </p:nvSpPr>
        <p:spPr>
          <a:xfrm>
            <a:off x="483798" y="525982"/>
            <a:ext cx="3212237" cy="1200361"/>
          </a:xfrm>
        </p:spPr>
        <p:txBody>
          <a:bodyPr anchor="b">
            <a:normAutofit/>
          </a:bodyPr>
          <a:lstStyle/>
          <a:p>
            <a:pPr>
              <a:lnSpc>
                <a:spcPct val="90000"/>
              </a:lnSpc>
            </a:pPr>
            <a:r>
              <a:rPr lang="fr-FR" sz="2600" b="1" dirty="0">
                <a:latin typeface="Arial" panose="020B0604020202020204" pitchFamily="34" charset="0"/>
                <a:ea typeface="Cambria" panose="02040503050406030204" pitchFamily="18" charset="0"/>
                <a:cs typeface="Arial" panose="020B0604020202020204" pitchFamily="34" charset="0"/>
              </a:rPr>
              <a:t>Application – Back to </a:t>
            </a:r>
            <a:r>
              <a:rPr lang="fr-FR" sz="2600" b="1" dirty="0" err="1">
                <a:latin typeface="Arial" panose="020B0604020202020204" pitchFamily="34" charset="0"/>
                <a:ea typeface="Cambria" panose="02040503050406030204" pitchFamily="18" charset="0"/>
                <a:cs typeface="Arial" panose="020B0604020202020204" pitchFamily="34" charset="0"/>
              </a:rPr>
              <a:t>examples</a:t>
            </a:r>
            <a:r>
              <a:rPr lang="fr-FR" sz="2600" dirty="0">
                <a:latin typeface="Arial" panose="020B0604020202020204" pitchFamily="34" charset="0"/>
                <a:ea typeface="Cambria" panose="02040503050406030204" pitchFamily="18" charset="0"/>
                <a:cs typeface="Arial" panose="020B0604020202020204" pitchFamily="34" charset="0"/>
              </a:rPr>
              <a:t>
</a:t>
            </a:r>
          </a:p>
        </p:txBody>
      </p:sp>
      <p:sp>
        <p:nvSpPr>
          <p:cNvPr id="18" name="Rectangle 17">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399" y="1944913"/>
            <a:ext cx="30175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BCB1E9CE-2092-4731-8569-2AD3949CF473}"/>
                  </a:ext>
                </a:extLst>
              </p:cNvPr>
              <p:cNvSpPr>
                <a:spLocks noGrp="1"/>
              </p:cNvSpPr>
              <p:nvPr>
                <p:ph idx="1"/>
              </p:nvPr>
            </p:nvSpPr>
            <p:spPr>
              <a:xfrm>
                <a:off x="483799" y="2031101"/>
                <a:ext cx="3664758" cy="1640155"/>
              </a:xfrm>
            </p:spPr>
            <p:txBody>
              <a:bodyPr anchor="ctr">
                <a:normAutofit/>
              </a:bodyPr>
              <a:lstStyle/>
              <a:p>
                <a:pPr>
                  <a:buFont typeface="Wingdings" pitchFamily="2" charset="2"/>
                  <a:buChar char="§"/>
                </a:pPr>
                <a:r>
                  <a:rPr lang="fr-FR" sz="1600" dirty="0" err="1">
                    <a:latin typeface="Arial" panose="020B0604020202020204" pitchFamily="34" charset="0"/>
                    <a:ea typeface="Cambria" panose="02040503050406030204" pitchFamily="18" charset="0"/>
                    <a:cs typeface="Arial" panose="020B0604020202020204" pitchFamily="34" charset="0"/>
                  </a:rPr>
                  <a:t>Calculate</a:t>
                </a:r>
                <a:r>
                  <a:rPr lang="fr-FR" sz="1600" dirty="0">
                    <a:latin typeface="Arial" panose="020B0604020202020204" pitchFamily="34" charset="0"/>
                    <a:ea typeface="Cambria" panose="02040503050406030204" pitchFamily="18" charset="0"/>
                    <a:cs typeface="Arial" panose="020B0604020202020204" pitchFamily="34" charset="0"/>
                  </a:rPr>
                  <a:t> </a:t>
                </a:r>
                <a14:m>
                  <m:oMath xmlns:m="http://schemas.openxmlformats.org/officeDocument/2006/math">
                    <m:sSubSup>
                      <m:sSubSupPr>
                        <m:ctrlPr>
                          <a:rPr lang="fr-FR" sz="1600" b="0" i="1">
                            <a:latin typeface="Cambria Math" panose="02040503050406030204" pitchFamily="18" charset="0"/>
                          </a:rPr>
                        </m:ctrlPr>
                      </m:sSubSupPr>
                      <m:e>
                        <m:r>
                          <a:rPr lang="fr-FR" sz="1600" b="0" i="1">
                            <a:latin typeface="Cambria Math" panose="02040503050406030204" pitchFamily="18" charset="0"/>
                          </a:rPr>
                          <m:t>𝑛</m:t>
                        </m:r>
                      </m:e>
                      <m:sub>
                        <m:r>
                          <a:rPr lang="fr-FR" sz="1600" b="0" i="1">
                            <a:latin typeface="Cambria Math" panose="02040503050406030204" pitchFamily="18" charset="0"/>
                          </a:rPr>
                          <m:t>𝑖</m:t>
                        </m:r>
                      </m:sub>
                      <m:sup>
                        <m:r>
                          <a:rPr lang="fr-FR" sz="1600" b="0" i="1">
                            <a:latin typeface="Cambria Math" panose="02040503050406030204" pitchFamily="18" charset="0"/>
                          </a:rPr>
                          <m:t>+</m:t>
                        </m:r>
                      </m:sup>
                    </m:sSubSup>
                  </m:oMath>
                </a14:m>
                <a:r>
                  <a:rPr lang="fr-FR" sz="1600" dirty="0">
                    <a:latin typeface="Arial" panose="020B0604020202020204" pitchFamily="34" charset="0"/>
                    <a:ea typeface="Cambria" panose="02040503050406030204" pitchFamily="18" charset="0"/>
                    <a:cs typeface="Arial" panose="020B0604020202020204" pitchFamily="34" charset="0"/>
                  </a:rPr>
                  <a:t>, </a:t>
                </a:r>
                <a14:m>
                  <m:oMath xmlns:m="http://schemas.openxmlformats.org/officeDocument/2006/math">
                    <m:sSubSup>
                      <m:sSubSupPr>
                        <m:ctrlPr>
                          <a:rPr lang="fr-FR" sz="1600" b="0" i="1">
                            <a:latin typeface="Cambria Math" panose="02040503050406030204" pitchFamily="18" charset="0"/>
                          </a:rPr>
                        </m:ctrlPr>
                      </m:sSubSupPr>
                      <m:e>
                        <m:r>
                          <a:rPr lang="fr-FR" sz="1600" b="0" i="1">
                            <a:latin typeface="Cambria Math" panose="02040503050406030204" pitchFamily="18" charset="0"/>
                          </a:rPr>
                          <m:t>𝑓</m:t>
                        </m:r>
                      </m:e>
                      <m:sub>
                        <m:r>
                          <a:rPr lang="fr-FR" sz="1600" i="1">
                            <a:latin typeface="Cambria Math" panose="02040503050406030204" pitchFamily="18" charset="0"/>
                          </a:rPr>
                          <m:t>𝑖</m:t>
                        </m:r>
                      </m:sub>
                      <m:sup>
                        <m:r>
                          <a:rPr lang="fr-FR" sz="1600" i="1">
                            <a:latin typeface="Cambria Math" panose="02040503050406030204" pitchFamily="18" charset="0"/>
                          </a:rPr>
                          <m:t>+</m:t>
                        </m:r>
                      </m:sup>
                    </m:sSubSup>
                  </m:oMath>
                </a14:m>
                <a:r>
                  <a:rPr lang="fr-FR" sz="1600" dirty="0">
                    <a:latin typeface="Arial" panose="020B0604020202020204" pitchFamily="34" charset="0"/>
                    <a:ea typeface="Cambria" panose="02040503050406030204" pitchFamily="18" charset="0"/>
                    <a:cs typeface="Arial" panose="020B0604020202020204" pitchFamily="34" charset="0"/>
                  </a:rPr>
                  <a:t>, </a:t>
                </a:r>
                <a14:m>
                  <m:oMath xmlns:m="http://schemas.openxmlformats.org/officeDocument/2006/math">
                    <m:sSubSup>
                      <m:sSubSupPr>
                        <m:ctrlPr>
                          <a:rPr lang="fr-FR" sz="1600" i="1">
                            <a:latin typeface="Cambria Math" panose="02040503050406030204" pitchFamily="18" charset="0"/>
                          </a:rPr>
                        </m:ctrlPr>
                      </m:sSubSupPr>
                      <m:e>
                        <m:r>
                          <a:rPr lang="fr-FR" sz="1600" i="1">
                            <a:latin typeface="Cambria Math" panose="02040503050406030204" pitchFamily="18" charset="0"/>
                          </a:rPr>
                          <m:t>𝑛</m:t>
                        </m:r>
                      </m:e>
                      <m:sub>
                        <m:r>
                          <a:rPr lang="fr-FR" sz="1600" i="1">
                            <a:latin typeface="Cambria Math" panose="02040503050406030204" pitchFamily="18" charset="0"/>
                          </a:rPr>
                          <m:t>𝑖</m:t>
                        </m:r>
                      </m:sub>
                      <m:sup>
                        <m:r>
                          <a:rPr lang="fr-FR" sz="1600" b="0" i="1">
                            <a:latin typeface="Cambria Math" panose="02040503050406030204" pitchFamily="18" charset="0"/>
                          </a:rPr>
                          <m:t>−</m:t>
                        </m:r>
                      </m:sup>
                    </m:sSubSup>
                  </m:oMath>
                </a14:m>
                <a:r>
                  <a:rPr lang="fr-FR" sz="1600" dirty="0">
                    <a:latin typeface="Arial" panose="020B0604020202020204" pitchFamily="34" charset="0"/>
                    <a:ea typeface="Cambria" panose="02040503050406030204" pitchFamily="18" charset="0"/>
                    <a:cs typeface="Arial" panose="020B0604020202020204" pitchFamily="34" charset="0"/>
                  </a:rPr>
                  <a:t>, et </a:t>
                </a:r>
                <a14:m>
                  <m:oMath xmlns:m="http://schemas.openxmlformats.org/officeDocument/2006/math">
                    <m:sSubSup>
                      <m:sSubSupPr>
                        <m:ctrlPr>
                          <a:rPr lang="fr-FR" sz="1600" b="0" i="1">
                            <a:latin typeface="Cambria Math" panose="02040503050406030204" pitchFamily="18" charset="0"/>
                          </a:rPr>
                        </m:ctrlPr>
                      </m:sSubSupPr>
                      <m:e>
                        <m:r>
                          <a:rPr lang="fr-FR" sz="1600" b="0" i="1">
                            <a:latin typeface="Cambria Math" panose="02040503050406030204" pitchFamily="18" charset="0"/>
                          </a:rPr>
                          <m:t>𝑓</m:t>
                        </m:r>
                      </m:e>
                      <m:sub>
                        <m:r>
                          <a:rPr lang="fr-FR" sz="1600" i="1">
                            <a:latin typeface="Cambria Math" panose="02040503050406030204" pitchFamily="18" charset="0"/>
                          </a:rPr>
                          <m:t>𝑖</m:t>
                        </m:r>
                      </m:sub>
                      <m:sup>
                        <m:r>
                          <a:rPr lang="fr-FR" sz="1600" b="0" i="1">
                            <a:latin typeface="Cambria Math" panose="02040503050406030204" pitchFamily="18" charset="0"/>
                          </a:rPr>
                          <m:t>−</m:t>
                        </m:r>
                      </m:sup>
                    </m:sSubSup>
                  </m:oMath>
                </a14:m>
                <a:r>
                  <a:rPr lang="fr-FR"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of the data presented in the table below:</a:t>
                </a:r>
                <a:endParaRPr lang="fr-FR" sz="1600" dirty="0">
                  <a:latin typeface="Arial" panose="020B0604020202020204" pitchFamily="34" charset="0"/>
                  <a:cs typeface="Arial" panose="020B0604020202020204" pitchFamily="34" charset="0"/>
                </a:endParaRPr>
              </a:p>
              <a:p>
                <a:pPr marL="0" indent="0">
                  <a:buNone/>
                </a:pPr>
                <a:r>
                  <a:rPr lang="fr-FR" sz="1600" dirty="0">
                    <a:latin typeface="Arial" panose="020B0604020202020204" pitchFamily="34" charset="0"/>
                    <a:cs typeface="Arial" panose="020B0604020202020204" pitchFamily="34" charset="0"/>
                  </a:rPr>
                  <a:t> </a:t>
                </a:r>
              </a:p>
            </p:txBody>
          </p:sp>
        </mc:Choice>
        <mc:Fallback xmlns="">
          <p:sp>
            <p:nvSpPr>
              <p:cNvPr id="3" name="Espace réservé du contenu 2">
                <a:extLst>
                  <a:ext uri="{FF2B5EF4-FFF2-40B4-BE49-F238E27FC236}">
                    <a16:creationId xmlns:a16="http://schemas.microsoft.com/office/drawing/2014/main" id="{BCB1E9CE-2092-4731-8569-2AD3949CF473}"/>
                  </a:ext>
                </a:extLst>
              </p:cNvPr>
              <p:cNvSpPr>
                <a:spLocks noGrp="1" noRot="1" noChangeAspect="1" noMove="1" noResize="1" noEditPoints="1" noAdjustHandles="1" noChangeArrowheads="1" noChangeShapeType="1" noTextEdit="1"/>
              </p:cNvSpPr>
              <p:nvPr>
                <p:ph idx="1"/>
              </p:nvPr>
            </p:nvSpPr>
            <p:spPr>
              <a:xfrm>
                <a:off x="483799" y="2031101"/>
                <a:ext cx="3664758" cy="1640155"/>
              </a:xfrm>
              <a:blipFill>
                <a:blip r:embed="rId2"/>
                <a:stretch>
                  <a:fillRect l="-345"/>
                </a:stretch>
              </a:blipFill>
            </p:spPr>
            <p:txBody>
              <a:bodyPr/>
              <a:lstStyle/>
              <a:p>
                <a:r>
                  <a:rPr lang="en-NL">
                    <a:noFill/>
                  </a:rPr>
                  <a:t> </a:t>
                </a:r>
              </a:p>
            </p:txBody>
          </p:sp>
        </mc:Fallback>
      </mc:AlternateContent>
      <p:sp>
        <p:nvSpPr>
          <p:cNvPr id="20" name="Rectangle 19">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1965" y="6072626"/>
            <a:ext cx="740664" cy="1155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36109" y="1694387"/>
            <a:ext cx="740664" cy="88751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72594" y="354959"/>
            <a:ext cx="4638730"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e 7">
            <a:extLst>
              <a:ext uri="{FF2B5EF4-FFF2-40B4-BE49-F238E27FC236}">
                <a16:creationId xmlns:a16="http://schemas.microsoft.com/office/drawing/2014/main" id="{EBEC6656-1FB6-4DA2-A09B-E229A94C738A}"/>
              </a:ext>
            </a:extLst>
          </p:cNvPr>
          <p:cNvGrpSpPr/>
          <p:nvPr/>
        </p:nvGrpSpPr>
        <p:grpSpPr>
          <a:xfrm>
            <a:off x="4490803" y="2422414"/>
            <a:ext cx="4221014" cy="1780301"/>
            <a:chOff x="2555776" y="3573016"/>
            <a:chExt cx="5328592" cy="2520744"/>
          </a:xfrm>
        </p:grpSpPr>
        <p:pic>
          <p:nvPicPr>
            <p:cNvPr id="9" name="Image 8">
              <a:extLst>
                <a:ext uri="{FF2B5EF4-FFF2-40B4-BE49-F238E27FC236}">
                  <a16:creationId xmlns:a16="http://schemas.microsoft.com/office/drawing/2014/main" id="{82AE9471-55C1-4A3B-BB7A-4257239030A6}"/>
                </a:ext>
              </a:extLst>
            </p:cNvPr>
            <p:cNvPicPr>
              <a:picLocks noChangeAspect="1"/>
            </p:cNvPicPr>
            <p:nvPr/>
          </p:nvPicPr>
          <p:blipFill>
            <a:blip r:embed="rId3"/>
            <a:stretch>
              <a:fillRect/>
            </a:stretch>
          </p:blipFill>
          <p:spPr>
            <a:xfrm>
              <a:off x="2555776" y="3573016"/>
              <a:ext cx="5328592" cy="2520744"/>
            </a:xfrm>
            <a:prstGeom prst="rect">
              <a:avLst/>
            </a:prstGeom>
          </p:spPr>
        </p:pic>
        <p:sp>
          <p:nvSpPr>
            <p:cNvPr id="10" name="ZoneTexte 9">
              <a:extLst>
                <a:ext uri="{FF2B5EF4-FFF2-40B4-BE49-F238E27FC236}">
                  <a16:creationId xmlns:a16="http://schemas.microsoft.com/office/drawing/2014/main" id="{E980A7ED-C9C9-4B5B-A0E7-CD1A2EDD5F37}"/>
                </a:ext>
              </a:extLst>
            </p:cNvPr>
            <p:cNvSpPr txBox="1"/>
            <p:nvPr/>
          </p:nvSpPr>
          <p:spPr>
            <a:xfrm>
              <a:off x="2915815" y="3940474"/>
              <a:ext cx="2009016" cy="328174"/>
            </a:xfrm>
            <a:prstGeom prst="rect">
              <a:avLst/>
            </a:prstGeom>
            <a:solidFill>
              <a:schemeClr val="bg1"/>
            </a:solidFill>
          </p:spPr>
          <p:txBody>
            <a:bodyPr wrap="square" rtlCol="0">
              <a:spAutoFit/>
            </a:bodyPr>
            <a:lstStyle/>
            <a:p>
              <a:pPr defTabSz="804672">
                <a:spcAft>
                  <a:spcPts val="600"/>
                </a:spcAft>
              </a:pPr>
              <a:r>
                <a:rPr lang="fr-FR" sz="968" b="1" kern="1200">
                  <a:solidFill>
                    <a:schemeClr val="tx1"/>
                  </a:solidFill>
                  <a:latin typeface="Arial" panose="020B0604020202020204" pitchFamily="34" charset="0"/>
                  <a:ea typeface="+mn-ea"/>
                  <a:cs typeface="Arial" panose="020B0604020202020204" pitchFamily="34" charset="0"/>
                </a:rPr>
                <a:t>The </a:t>
              </a:r>
              <a:r>
                <a:rPr lang="fr-FR" sz="968" b="1" kern="1200" err="1">
                  <a:solidFill>
                    <a:schemeClr val="tx1"/>
                  </a:solidFill>
                  <a:latin typeface="Arial" panose="020B0604020202020204" pitchFamily="34" charset="0"/>
                  <a:ea typeface="+mn-ea"/>
                  <a:cs typeface="Arial" panose="020B0604020202020204" pitchFamily="34" charset="0"/>
                </a:rPr>
                <a:t>Level</a:t>
              </a:r>
              <a:r>
                <a:rPr lang="fr-FR" sz="968" b="1" kern="1200">
                  <a:solidFill>
                    <a:schemeClr val="tx1"/>
                  </a:solidFill>
                  <a:latin typeface="Arial" panose="020B0604020202020204" pitchFamily="34" charset="0"/>
                  <a:ea typeface="+mn-ea"/>
                  <a:cs typeface="Arial" panose="020B0604020202020204" pitchFamily="34" charset="0"/>
                </a:rPr>
                <a:t> of </a:t>
              </a:r>
              <a:r>
                <a:rPr lang="fr-FR" sz="968" b="1" kern="1200" err="1">
                  <a:solidFill>
                    <a:schemeClr val="tx1"/>
                  </a:solidFill>
                  <a:latin typeface="Arial" panose="020B0604020202020204" pitchFamily="34" charset="0"/>
                  <a:ea typeface="+mn-ea"/>
                  <a:cs typeface="Arial" panose="020B0604020202020204" pitchFamily="34" charset="0"/>
                </a:rPr>
                <a:t>Study</a:t>
              </a:r>
              <a:endParaRPr lang="fr-FR" sz="1100" b="1">
                <a:latin typeface="Arial" panose="020B0604020202020204" pitchFamily="34" charset="0"/>
                <a:cs typeface="Arial" panose="020B0604020202020204" pitchFamily="34" charset="0"/>
              </a:endParaRPr>
            </a:p>
          </p:txBody>
        </p:sp>
        <p:sp>
          <p:nvSpPr>
            <p:cNvPr id="11" name="ZoneTexte 10">
              <a:extLst>
                <a:ext uri="{FF2B5EF4-FFF2-40B4-BE49-F238E27FC236}">
                  <a16:creationId xmlns:a16="http://schemas.microsoft.com/office/drawing/2014/main" id="{9AE4FF80-C07C-4724-912A-17A65DF35A70}"/>
                </a:ext>
              </a:extLst>
            </p:cNvPr>
            <p:cNvSpPr txBox="1"/>
            <p:nvPr/>
          </p:nvSpPr>
          <p:spPr>
            <a:xfrm>
              <a:off x="5436097" y="4002746"/>
              <a:ext cx="1656182" cy="540522"/>
            </a:xfrm>
            <a:prstGeom prst="rect">
              <a:avLst/>
            </a:prstGeom>
            <a:solidFill>
              <a:schemeClr val="bg1"/>
            </a:solidFill>
          </p:spPr>
          <p:txBody>
            <a:bodyPr wrap="square" rtlCol="0">
              <a:spAutoFit/>
            </a:bodyPr>
            <a:lstStyle/>
            <a:p>
              <a:pPr defTabSz="804672">
                <a:spcAft>
                  <a:spcPts val="600"/>
                </a:spcAft>
              </a:pPr>
              <a:r>
                <a:rPr lang="fr-FR" sz="968" b="1" kern="1200" err="1">
                  <a:solidFill>
                    <a:schemeClr val="tx1"/>
                  </a:solidFill>
                  <a:latin typeface="Arial" panose="020B0604020202020204" pitchFamily="34" charset="0"/>
                  <a:ea typeface="+mn-ea"/>
                  <a:cs typeface="Arial" panose="020B0604020202020204" pitchFamily="34" charset="0"/>
                </a:rPr>
                <a:t>Number</a:t>
              </a:r>
              <a:r>
                <a:rPr lang="fr-FR" sz="968" b="1" kern="1200">
                  <a:solidFill>
                    <a:schemeClr val="tx1"/>
                  </a:solidFill>
                  <a:latin typeface="Arial" panose="020B0604020202020204" pitchFamily="34" charset="0"/>
                  <a:ea typeface="+mn-ea"/>
                  <a:cs typeface="Arial" panose="020B0604020202020204" pitchFamily="34" charset="0"/>
                </a:rPr>
                <a:t> of candidates</a:t>
              </a:r>
              <a:endParaRPr lang="fr-FR" sz="1100" b="1">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979777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Arc 19">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E90F8D2-8E2D-49B4-911B-7D5FC3A5737B}"/>
              </a:ext>
            </a:extLst>
          </p:cNvPr>
          <p:cNvSpPr>
            <a:spLocks noGrp="1"/>
          </p:cNvSpPr>
          <p:nvPr>
            <p:ph type="title"/>
          </p:nvPr>
        </p:nvSpPr>
        <p:spPr>
          <a:xfrm>
            <a:off x="527386" y="875763"/>
            <a:ext cx="7068950" cy="1325563"/>
          </a:xfrm>
        </p:spPr>
        <p:txBody>
          <a:bodyPr>
            <a:noAutofit/>
          </a:bodyPr>
          <a:lstStyle/>
          <a:p>
            <a:pPr algn="l">
              <a:lnSpc>
                <a:spcPct val="90000"/>
              </a:lnSpc>
            </a:pPr>
            <a:r>
              <a:rPr lang="fr-FR" b="1" dirty="0">
                <a:latin typeface="Arial" panose="020B0604020202020204" pitchFamily="34" charset="0"/>
                <a:ea typeface="Cambria" panose="02040503050406030204" pitchFamily="18" charset="0"/>
                <a:cs typeface="Arial" panose="020B0604020202020204" pitchFamily="34" charset="0"/>
              </a:rPr>
              <a:t>Application  </a:t>
            </a:r>
            <a:br>
              <a:rPr lang="fr-FR" b="1" dirty="0">
                <a:latin typeface="Arial" panose="020B0604020202020204" pitchFamily="34" charset="0"/>
                <a:ea typeface="Cambria" panose="02040503050406030204" pitchFamily="18" charset="0"/>
                <a:cs typeface="Arial" panose="020B0604020202020204" pitchFamily="34" charset="0"/>
              </a:rPr>
            </a:br>
            <a:r>
              <a:rPr lang="fr-FR" b="1" dirty="0">
                <a:latin typeface="Arial" panose="020B0604020202020204" pitchFamily="34" charset="0"/>
                <a:ea typeface="Cambria" panose="02040503050406030204" pitchFamily="18" charset="0"/>
                <a:cs typeface="Arial" panose="020B0604020202020204" pitchFamily="34" charset="0"/>
              </a:rPr>
              <a:t>Back to </a:t>
            </a:r>
            <a:r>
              <a:rPr lang="fr-FR" b="1" dirty="0" err="1">
                <a:latin typeface="Arial" panose="020B0604020202020204" pitchFamily="34" charset="0"/>
                <a:ea typeface="Cambria" panose="02040503050406030204" pitchFamily="18" charset="0"/>
                <a:cs typeface="Arial" panose="020B0604020202020204" pitchFamily="34" charset="0"/>
              </a:rPr>
              <a:t>examples</a:t>
            </a:r>
            <a:r>
              <a:rPr lang="fr-FR" dirty="0">
                <a:latin typeface="Arial" panose="020B0604020202020204" pitchFamily="34" charset="0"/>
                <a:ea typeface="Cambria" panose="02040503050406030204" pitchFamily="18" charset="0"/>
                <a:cs typeface="Arial" panose="020B0604020202020204" pitchFamily="34" charset="0"/>
              </a:rPr>
              <a:t>
</a:t>
            </a:r>
          </a:p>
        </p:txBody>
      </p:sp>
      <p:sp>
        <p:nvSpPr>
          <p:cNvPr id="22" name="Freeform: Shape 2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BCB1E9CE-2092-4731-8569-2AD3949CF473}"/>
                  </a:ext>
                </a:extLst>
              </p:cNvPr>
              <p:cNvSpPr>
                <a:spLocks noGrp="1"/>
              </p:cNvSpPr>
              <p:nvPr>
                <p:ph idx="1"/>
              </p:nvPr>
            </p:nvSpPr>
            <p:spPr>
              <a:xfrm>
                <a:off x="4488262" y="2433403"/>
                <a:ext cx="4094129" cy="4192520"/>
              </a:xfrm>
            </p:spPr>
            <p:txBody>
              <a:bodyPr>
                <a:normAutofit/>
              </a:bodyPr>
              <a:lstStyle/>
              <a:p>
                <a:r>
                  <a:rPr lang="fr-FR" sz="1800" dirty="0" err="1">
                    <a:latin typeface="Arial" panose="020B0604020202020204" pitchFamily="34" charset="0"/>
                    <a:cs typeface="Arial" panose="020B0604020202020204" pitchFamily="34" charset="0"/>
                  </a:rPr>
                  <a:t>Calculate</a:t>
                </a:r>
                <a:r>
                  <a:rPr lang="fr-FR" sz="1800" dirty="0">
                    <a:latin typeface="Arial" panose="020B0604020202020204" pitchFamily="34" charset="0"/>
                    <a:cs typeface="Arial" panose="020B0604020202020204" pitchFamily="34" charset="0"/>
                  </a:rPr>
                  <a:t> </a:t>
                </a:r>
                <a14:m>
                  <m:oMath xmlns:m="http://schemas.openxmlformats.org/officeDocument/2006/math">
                    <m:sSubSup>
                      <m:sSubSupPr>
                        <m:ctrlPr>
                          <a:rPr lang="fr-FR" sz="1800">
                            <a:latin typeface="Cambria Math" panose="02040503050406030204" pitchFamily="18" charset="0"/>
                            <a:cs typeface="Arial" panose="020B0604020202020204" pitchFamily="34" charset="0"/>
                          </a:rPr>
                        </m:ctrlPr>
                      </m:sSubSupPr>
                      <m:e>
                        <m:r>
                          <a:rPr lang="fr-FR" sz="1800">
                            <a:latin typeface="Cambria Math" panose="02040503050406030204" pitchFamily="18" charset="0"/>
                            <a:cs typeface="Arial" panose="020B0604020202020204" pitchFamily="34" charset="0"/>
                          </a:rPr>
                          <m:t>𝑛</m:t>
                        </m:r>
                      </m:e>
                      <m:sub>
                        <m:r>
                          <a:rPr lang="fr-FR" sz="1800">
                            <a:latin typeface="Cambria Math" panose="02040503050406030204" pitchFamily="18" charset="0"/>
                            <a:cs typeface="Arial" panose="020B0604020202020204" pitchFamily="34" charset="0"/>
                          </a:rPr>
                          <m:t>𝑖</m:t>
                        </m:r>
                      </m:sub>
                      <m:sup>
                        <m:r>
                          <a:rPr lang="fr-FR" sz="1800">
                            <a:latin typeface="Cambria Math" panose="02040503050406030204" pitchFamily="18" charset="0"/>
                            <a:cs typeface="Arial" panose="020B0604020202020204" pitchFamily="34" charset="0"/>
                          </a:rPr>
                          <m:t>+</m:t>
                        </m:r>
                      </m:sup>
                    </m:sSubSup>
                  </m:oMath>
                </a14:m>
                <a:r>
                  <a:rPr lang="fr-FR" sz="1800" dirty="0">
                    <a:latin typeface="Arial" panose="020B0604020202020204" pitchFamily="34" charset="0"/>
                    <a:cs typeface="Arial" panose="020B0604020202020204" pitchFamily="34" charset="0"/>
                  </a:rPr>
                  <a:t>, </a:t>
                </a:r>
                <a14:m>
                  <m:oMath xmlns:m="http://schemas.openxmlformats.org/officeDocument/2006/math">
                    <m:sSubSup>
                      <m:sSubSupPr>
                        <m:ctrlPr>
                          <a:rPr lang="fr-FR" sz="1800">
                            <a:latin typeface="Cambria Math" panose="02040503050406030204" pitchFamily="18" charset="0"/>
                            <a:cs typeface="Arial" panose="020B0604020202020204" pitchFamily="34" charset="0"/>
                          </a:rPr>
                        </m:ctrlPr>
                      </m:sSubSupPr>
                      <m:e>
                        <m:r>
                          <a:rPr lang="fr-FR" sz="1800">
                            <a:latin typeface="Cambria Math" panose="02040503050406030204" pitchFamily="18" charset="0"/>
                            <a:cs typeface="Arial" panose="020B0604020202020204" pitchFamily="34" charset="0"/>
                          </a:rPr>
                          <m:t>𝑓</m:t>
                        </m:r>
                      </m:e>
                      <m:sub>
                        <m:r>
                          <a:rPr lang="fr-FR" sz="1800">
                            <a:latin typeface="Cambria Math" panose="02040503050406030204" pitchFamily="18" charset="0"/>
                            <a:cs typeface="Arial" panose="020B0604020202020204" pitchFamily="34" charset="0"/>
                          </a:rPr>
                          <m:t>𝑖</m:t>
                        </m:r>
                      </m:sub>
                      <m:sup>
                        <m:r>
                          <a:rPr lang="fr-FR" sz="1800">
                            <a:latin typeface="Cambria Math" panose="02040503050406030204" pitchFamily="18" charset="0"/>
                            <a:cs typeface="Arial" panose="020B0604020202020204" pitchFamily="34" charset="0"/>
                          </a:rPr>
                          <m:t>+</m:t>
                        </m:r>
                      </m:sup>
                    </m:sSubSup>
                  </m:oMath>
                </a14:m>
                <a:r>
                  <a:rPr lang="fr-FR" sz="1800" dirty="0">
                    <a:latin typeface="Arial" panose="020B0604020202020204" pitchFamily="34" charset="0"/>
                    <a:cs typeface="Arial" panose="020B0604020202020204" pitchFamily="34" charset="0"/>
                  </a:rPr>
                  <a:t>, </a:t>
                </a:r>
                <a14:m>
                  <m:oMath xmlns:m="http://schemas.openxmlformats.org/officeDocument/2006/math">
                    <m:sSubSup>
                      <m:sSubSupPr>
                        <m:ctrlPr>
                          <a:rPr lang="fr-FR" sz="1800">
                            <a:latin typeface="Cambria Math" panose="02040503050406030204" pitchFamily="18" charset="0"/>
                            <a:cs typeface="Arial" panose="020B0604020202020204" pitchFamily="34" charset="0"/>
                          </a:rPr>
                        </m:ctrlPr>
                      </m:sSubSupPr>
                      <m:e>
                        <m:r>
                          <a:rPr lang="fr-FR" sz="1800">
                            <a:latin typeface="Cambria Math" panose="02040503050406030204" pitchFamily="18" charset="0"/>
                            <a:cs typeface="Arial" panose="020B0604020202020204" pitchFamily="34" charset="0"/>
                          </a:rPr>
                          <m:t>𝑛</m:t>
                        </m:r>
                      </m:e>
                      <m:sub>
                        <m:r>
                          <a:rPr lang="fr-FR" sz="1800">
                            <a:latin typeface="Cambria Math" panose="02040503050406030204" pitchFamily="18" charset="0"/>
                            <a:cs typeface="Arial" panose="020B0604020202020204" pitchFamily="34" charset="0"/>
                          </a:rPr>
                          <m:t>𝑖</m:t>
                        </m:r>
                      </m:sub>
                      <m:sup>
                        <m:r>
                          <a:rPr lang="fr-FR" sz="1800">
                            <a:latin typeface="Cambria Math" panose="02040503050406030204" pitchFamily="18" charset="0"/>
                            <a:cs typeface="Arial" panose="020B0604020202020204" pitchFamily="34" charset="0"/>
                          </a:rPr>
                          <m:t>−</m:t>
                        </m:r>
                      </m:sup>
                    </m:sSubSup>
                  </m:oMath>
                </a14:m>
                <a:r>
                  <a:rPr lang="fr-FR" sz="1800" dirty="0">
                    <a:latin typeface="Arial" panose="020B0604020202020204" pitchFamily="34" charset="0"/>
                    <a:cs typeface="Arial" panose="020B0604020202020204" pitchFamily="34" charset="0"/>
                  </a:rPr>
                  <a:t>, et </a:t>
                </a:r>
                <a14:m>
                  <m:oMath xmlns:m="http://schemas.openxmlformats.org/officeDocument/2006/math">
                    <m:sSubSup>
                      <m:sSubSupPr>
                        <m:ctrlPr>
                          <a:rPr lang="fr-FR" sz="1800">
                            <a:latin typeface="Cambria Math" panose="02040503050406030204" pitchFamily="18" charset="0"/>
                            <a:cs typeface="Arial" panose="020B0604020202020204" pitchFamily="34" charset="0"/>
                          </a:rPr>
                        </m:ctrlPr>
                      </m:sSubSupPr>
                      <m:e>
                        <m:r>
                          <a:rPr lang="fr-FR" sz="1800">
                            <a:latin typeface="Cambria Math" panose="02040503050406030204" pitchFamily="18" charset="0"/>
                            <a:cs typeface="Arial" panose="020B0604020202020204" pitchFamily="34" charset="0"/>
                          </a:rPr>
                          <m:t>𝑓</m:t>
                        </m:r>
                      </m:e>
                      <m:sub>
                        <m:r>
                          <a:rPr lang="fr-FR" sz="1800">
                            <a:latin typeface="Cambria Math" panose="02040503050406030204" pitchFamily="18" charset="0"/>
                            <a:cs typeface="Arial" panose="020B0604020202020204" pitchFamily="34" charset="0"/>
                          </a:rPr>
                          <m:t>𝑖</m:t>
                        </m:r>
                      </m:sub>
                      <m:sup>
                        <m:r>
                          <a:rPr lang="fr-FR" sz="1800">
                            <a:latin typeface="Cambria Math" panose="02040503050406030204" pitchFamily="18" charset="0"/>
                            <a:cs typeface="Arial" panose="020B0604020202020204" pitchFamily="34" charset="0"/>
                          </a:rPr>
                          <m:t>−</m:t>
                        </m:r>
                      </m:sup>
                    </m:sSubSup>
                  </m:oMath>
                </a14:m>
                <a:r>
                  <a:rPr lang="fr-FR" sz="18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of the data presented in the table below:</a:t>
                </a:r>
                <a:endParaRPr lang="fr-FR" sz="1800" dirty="0">
                  <a:latin typeface="Arial" panose="020B0604020202020204" pitchFamily="34" charset="0"/>
                  <a:cs typeface="Arial" panose="020B0604020202020204" pitchFamily="34" charset="0"/>
                </a:endParaRPr>
              </a:p>
              <a:p>
                <a:pPr marL="0" indent="0">
                  <a:buNone/>
                </a:pPr>
                <a:r>
                  <a:rPr lang="fr-FR" dirty="0">
                    <a:latin typeface="Arial" panose="020B0604020202020204" pitchFamily="34" charset="0"/>
                    <a:cs typeface="Arial" panose="020B0604020202020204" pitchFamily="34" charset="0"/>
                  </a:rPr>
                  <a:t> </a:t>
                </a:r>
              </a:p>
            </p:txBody>
          </p:sp>
        </mc:Choice>
        <mc:Fallback xmlns="">
          <p:sp>
            <p:nvSpPr>
              <p:cNvPr id="3" name="Espace réservé du contenu 2">
                <a:extLst>
                  <a:ext uri="{FF2B5EF4-FFF2-40B4-BE49-F238E27FC236}">
                    <a16:creationId xmlns:a16="http://schemas.microsoft.com/office/drawing/2014/main" id="{BCB1E9CE-2092-4731-8569-2AD3949CF473}"/>
                  </a:ext>
                </a:extLst>
              </p:cNvPr>
              <p:cNvSpPr>
                <a:spLocks noGrp="1" noRot="1" noChangeAspect="1" noMove="1" noResize="1" noEditPoints="1" noAdjustHandles="1" noChangeArrowheads="1" noChangeShapeType="1" noTextEdit="1"/>
              </p:cNvSpPr>
              <p:nvPr>
                <p:ph idx="1"/>
              </p:nvPr>
            </p:nvSpPr>
            <p:spPr>
              <a:xfrm>
                <a:off x="4488262" y="2433403"/>
                <a:ext cx="4094129" cy="4192520"/>
              </a:xfrm>
              <a:blipFill>
                <a:blip r:embed="rId3"/>
                <a:stretch>
                  <a:fillRect l="-929" t="-604"/>
                </a:stretch>
              </a:blipFill>
            </p:spPr>
            <p:txBody>
              <a:bodyPr/>
              <a:lstStyle/>
              <a:p>
                <a:r>
                  <a:rPr lang="en-NL">
                    <a:noFill/>
                  </a:rPr>
                  <a:t> </a:t>
                </a:r>
              </a:p>
            </p:txBody>
          </p:sp>
        </mc:Fallback>
      </mc:AlternateContent>
      <p:pic>
        <p:nvPicPr>
          <p:cNvPr id="4" name="Image 12">
            <a:extLst>
              <a:ext uri="{FF2B5EF4-FFF2-40B4-BE49-F238E27FC236}">
                <a16:creationId xmlns:a16="http://schemas.microsoft.com/office/drawing/2014/main" id="{6976DC61-A863-2239-32FF-524C1D47BE25}"/>
              </a:ext>
            </a:extLst>
          </p:cNvPr>
          <p:cNvPicPr>
            <a:picLocks noChangeAspect="1"/>
          </p:cNvPicPr>
          <p:nvPr/>
        </p:nvPicPr>
        <p:blipFill rotWithShape="1">
          <a:blip r:embed="rId4"/>
          <a:srcRect l="27163" t="50000" r="55512" b="34600"/>
          <a:stretch/>
        </p:blipFill>
        <p:spPr>
          <a:xfrm>
            <a:off x="527386" y="2690755"/>
            <a:ext cx="3677814" cy="1838907"/>
          </a:xfrm>
          <a:prstGeom prst="rect">
            <a:avLst/>
          </a:prstGeom>
        </p:spPr>
      </p:pic>
    </p:spTree>
    <p:extLst>
      <p:ext uri="{BB962C8B-B14F-4D97-AF65-F5344CB8AC3E}">
        <p14:creationId xmlns:p14="http://schemas.microsoft.com/office/powerpoint/2010/main" val="1592290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a:extLst>
              <a:ext uri="{FF2B5EF4-FFF2-40B4-BE49-F238E27FC236}">
                <a16:creationId xmlns:a16="http://schemas.microsoft.com/office/drawing/2014/main" id="{1E90F8D2-8E2D-49B4-911B-7D5FC3A5737B}"/>
              </a:ext>
            </a:extLst>
          </p:cNvPr>
          <p:cNvSpPr>
            <a:spLocks noGrp="1"/>
          </p:cNvSpPr>
          <p:nvPr>
            <p:ph type="title"/>
          </p:nvPr>
        </p:nvSpPr>
        <p:spPr>
          <a:xfrm>
            <a:off x="628650" y="365125"/>
            <a:ext cx="4045020" cy="1325563"/>
          </a:xfrm>
        </p:spPr>
        <p:txBody>
          <a:bodyPr>
            <a:normAutofit/>
          </a:bodyPr>
          <a:lstStyle/>
          <a:p>
            <a:pPr>
              <a:lnSpc>
                <a:spcPct val="90000"/>
              </a:lnSpc>
            </a:pPr>
            <a:r>
              <a:rPr lang="fr-FR" sz="2800" b="1">
                <a:latin typeface="Arial" panose="020B0604020202020204" pitchFamily="34" charset="0"/>
                <a:ea typeface="Cambria" panose="02040503050406030204" pitchFamily="18" charset="0"/>
                <a:cs typeface="Arial" panose="020B0604020202020204" pitchFamily="34" charset="0"/>
              </a:rPr>
              <a:t>Application – Back to </a:t>
            </a:r>
            <a:r>
              <a:rPr lang="fr-FR" sz="2800" b="1" err="1">
                <a:latin typeface="Arial" panose="020B0604020202020204" pitchFamily="34" charset="0"/>
                <a:ea typeface="Cambria" panose="02040503050406030204" pitchFamily="18" charset="0"/>
                <a:cs typeface="Arial" panose="020B0604020202020204" pitchFamily="34" charset="0"/>
              </a:rPr>
              <a:t>examples</a:t>
            </a:r>
            <a:r>
              <a:rPr lang="fr-FR" sz="2800">
                <a:latin typeface="Arial" panose="020B0604020202020204" pitchFamily="34" charset="0"/>
                <a:ea typeface="Cambria" panose="02040503050406030204" pitchFamily="18" charset="0"/>
                <a:cs typeface="Arial" panose="020B0604020202020204" pitchFamily="34" charset="0"/>
              </a:rPr>
              <a:t>
</a:t>
            </a:r>
          </a:p>
        </p:txBody>
      </p:sp>
      <p:sp>
        <p:nvSpPr>
          <p:cNvPr id="21" name="Freeform: Shape 20">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48992" y="1"/>
            <a:ext cx="866357"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BCB1E9CE-2092-4731-8569-2AD3949CF473}"/>
                  </a:ext>
                </a:extLst>
              </p:cNvPr>
              <p:cNvSpPr>
                <a:spLocks noGrp="1"/>
              </p:cNvSpPr>
              <p:nvPr>
                <p:ph idx="1"/>
              </p:nvPr>
            </p:nvSpPr>
            <p:spPr>
              <a:xfrm>
                <a:off x="628649" y="1825625"/>
                <a:ext cx="4092489" cy="4351338"/>
              </a:xfrm>
            </p:spPr>
            <p:txBody>
              <a:bodyPr>
                <a:normAutofit/>
              </a:bodyPr>
              <a:lstStyle/>
              <a:p>
                <a:pPr>
                  <a:buFont typeface="Wingdings" pitchFamily="2" charset="2"/>
                  <a:buChar char="§"/>
                </a:pPr>
                <a:r>
                  <a:rPr lang="fr-FR" sz="1800" dirty="0" err="1">
                    <a:latin typeface="Arial" panose="020B0604020202020204" pitchFamily="34" charset="0"/>
                    <a:cs typeface="Arial" panose="020B0604020202020204" pitchFamily="34" charset="0"/>
                  </a:rPr>
                  <a:t>Calculate</a:t>
                </a:r>
                <a:r>
                  <a:rPr lang="fr-FR" sz="1800" dirty="0">
                    <a:latin typeface="Arial" panose="020B0604020202020204" pitchFamily="34" charset="0"/>
                    <a:cs typeface="Arial" panose="020B0604020202020204" pitchFamily="34" charset="0"/>
                  </a:rPr>
                  <a:t> </a:t>
                </a:r>
                <a14:m>
                  <m:oMath xmlns:m="http://schemas.openxmlformats.org/officeDocument/2006/math">
                    <m:sSubSup>
                      <m:sSubSupPr>
                        <m:ctrlPr>
                          <a:rPr lang="fr-FR" sz="1800">
                            <a:latin typeface="Cambria Math" panose="02040503050406030204" pitchFamily="18" charset="0"/>
                            <a:cs typeface="Arial" panose="020B0604020202020204" pitchFamily="34" charset="0"/>
                          </a:rPr>
                        </m:ctrlPr>
                      </m:sSubSupPr>
                      <m:e>
                        <m:r>
                          <a:rPr lang="fr-FR" sz="1800">
                            <a:latin typeface="Cambria Math" panose="02040503050406030204" pitchFamily="18" charset="0"/>
                            <a:cs typeface="Arial" panose="020B0604020202020204" pitchFamily="34" charset="0"/>
                          </a:rPr>
                          <m:t>𝑛</m:t>
                        </m:r>
                      </m:e>
                      <m:sub>
                        <m:r>
                          <a:rPr lang="fr-FR" sz="1800">
                            <a:latin typeface="Cambria Math" panose="02040503050406030204" pitchFamily="18" charset="0"/>
                            <a:cs typeface="Arial" panose="020B0604020202020204" pitchFamily="34" charset="0"/>
                          </a:rPr>
                          <m:t>𝑖</m:t>
                        </m:r>
                      </m:sub>
                      <m:sup>
                        <m:r>
                          <a:rPr lang="fr-FR" sz="1800">
                            <a:latin typeface="Cambria Math" panose="02040503050406030204" pitchFamily="18" charset="0"/>
                            <a:cs typeface="Arial" panose="020B0604020202020204" pitchFamily="34" charset="0"/>
                          </a:rPr>
                          <m:t>+</m:t>
                        </m:r>
                      </m:sup>
                    </m:sSubSup>
                  </m:oMath>
                </a14:m>
                <a:r>
                  <a:rPr lang="fr-FR" sz="1800" dirty="0">
                    <a:latin typeface="Arial" panose="020B0604020202020204" pitchFamily="34" charset="0"/>
                    <a:cs typeface="Arial" panose="020B0604020202020204" pitchFamily="34" charset="0"/>
                  </a:rPr>
                  <a:t>, </a:t>
                </a:r>
                <a14:m>
                  <m:oMath xmlns:m="http://schemas.openxmlformats.org/officeDocument/2006/math">
                    <m:sSubSup>
                      <m:sSubSupPr>
                        <m:ctrlPr>
                          <a:rPr lang="fr-FR" sz="1800">
                            <a:latin typeface="Cambria Math" panose="02040503050406030204" pitchFamily="18" charset="0"/>
                            <a:cs typeface="Arial" panose="020B0604020202020204" pitchFamily="34" charset="0"/>
                          </a:rPr>
                        </m:ctrlPr>
                      </m:sSubSupPr>
                      <m:e>
                        <m:r>
                          <a:rPr lang="fr-FR" sz="1800">
                            <a:latin typeface="Cambria Math" panose="02040503050406030204" pitchFamily="18" charset="0"/>
                            <a:cs typeface="Arial" panose="020B0604020202020204" pitchFamily="34" charset="0"/>
                          </a:rPr>
                          <m:t>𝑓</m:t>
                        </m:r>
                      </m:e>
                      <m:sub>
                        <m:r>
                          <a:rPr lang="fr-FR" sz="1800">
                            <a:latin typeface="Cambria Math" panose="02040503050406030204" pitchFamily="18" charset="0"/>
                            <a:cs typeface="Arial" panose="020B0604020202020204" pitchFamily="34" charset="0"/>
                          </a:rPr>
                          <m:t>𝑖</m:t>
                        </m:r>
                      </m:sub>
                      <m:sup>
                        <m:r>
                          <a:rPr lang="fr-FR" sz="1800">
                            <a:latin typeface="Cambria Math" panose="02040503050406030204" pitchFamily="18" charset="0"/>
                            <a:cs typeface="Arial" panose="020B0604020202020204" pitchFamily="34" charset="0"/>
                          </a:rPr>
                          <m:t>+</m:t>
                        </m:r>
                      </m:sup>
                    </m:sSubSup>
                  </m:oMath>
                </a14:m>
                <a:r>
                  <a:rPr lang="fr-FR" sz="1800" dirty="0">
                    <a:latin typeface="Arial" panose="020B0604020202020204" pitchFamily="34" charset="0"/>
                    <a:cs typeface="Arial" panose="020B0604020202020204" pitchFamily="34" charset="0"/>
                  </a:rPr>
                  <a:t>, </a:t>
                </a:r>
                <a14:m>
                  <m:oMath xmlns:m="http://schemas.openxmlformats.org/officeDocument/2006/math">
                    <m:sSubSup>
                      <m:sSubSupPr>
                        <m:ctrlPr>
                          <a:rPr lang="fr-FR" sz="1800">
                            <a:latin typeface="Cambria Math" panose="02040503050406030204" pitchFamily="18" charset="0"/>
                            <a:cs typeface="Arial" panose="020B0604020202020204" pitchFamily="34" charset="0"/>
                          </a:rPr>
                        </m:ctrlPr>
                      </m:sSubSupPr>
                      <m:e>
                        <m:r>
                          <a:rPr lang="fr-FR" sz="1800">
                            <a:latin typeface="Cambria Math" panose="02040503050406030204" pitchFamily="18" charset="0"/>
                            <a:cs typeface="Arial" panose="020B0604020202020204" pitchFamily="34" charset="0"/>
                          </a:rPr>
                          <m:t>𝑛</m:t>
                        </m:r>
                      </m:e>
                      <m:sub>
                        <m:r>
                          <a:rPr lang="fr-FR" sz="1800">
                            <a:latin typeface="Cambria Math" panose="02040503050406030204" pitchFamily="18" charset="0"/>
                            <a:cs typeface="Arial" panose="020B0604020202020204" pitchFamily="34" charset="0"/>
                          </a:rPr>
                          <m:t>𝑖</m:t>
                        </m:r>
                      </m:sub>
                      <m:sup>
                        <m:r>
                          <a:rPr lang="fr-FR" sz="1800">
                            <a:latin typeface="Cambria Math" panose="02040503050406030204" pitchFamily="18" charset="0"/>
                            <a:cs typeface="Arial" panose="020B0604020202020204" pitchFamily="34" charset="0"/>
                          </a:rPr>
                          <m:t>−</m:t>
                        </m:r>
                      </m:sup>
                    </m:sSubSup>
                  </m:oMath>
                </a14:m>
                <a:r>
                  <a:rPr lang="fr-FR" sz="1800" dirty="0">
                    <a:latin typeface="Arial" panose="020B0604020202020204" pitchFamily="34" charset="0"/>
                    <a:cs typeface="Arial" panose="020B0604020202020204" pitchFamily="34" charset="0"/>
                  </a:rPr>
                  <a:t>, et </a:t>
                </a:r>
                <a14:m>
                  <m:oMath xmlns:m="http://schemas.openxmlformats.org/officeDocument/2006/math">
                    <m:sSubSup>
                      <m:sSubSupPr>
                        <m:ctrlPr>
                          <a:rPr lang="fr-FR" sz="1800">
                            <a:latin typeface="Cambria Math" panose="02040503050406030204" pitchFamily="18" charset="0"/>
                            <a:cs typeface="Arial" panose="020B0604020202020204" pitchFamily="34" charset="0"/>
                          </a:rPr>
                        </m:ctrlPr>
                      </m:sSubSupPr>
                      <m:e>
                        <m:r>
                          <a:rPr lang="fr-FR" sz="1800">
                            <a:latin typeface="Cambria Math" panose="02040503050406030204" pitchFamily="18" charset="0"/>
                            <a:cs typeface="Arial" panose="020B0604020202020204" pitchFamily="34" charset="0"/>
                          </a:rPr>
                          <m:t>𝑓</m:t>
                        </m:r>
                      </m:e>
                      <m:sub>
                        <m:r>
                          <a:rPr lang="fr-FR" sz="1800">
                            <a:latin typeface="Cambria Math" panose="02040503050406030204" pitchFamily="18" charset="0"/>
                            <a:cs typeface="Arial" panose="020B0604020202020204" pitchFamily="34" charset="0"/>
                          </a:rPr>
                          <m:t>𝑖</m:t>
                        </m:r>
                      </m:sub>
                      <m:sup>
                        <m:r>
                          <a:rPr lang="fr-FR" sz="1800">
                            <a:latin typeface="Cambria Math" panose="02040503050406030204" pitchFamily="18" charset="0"/>
                            <a:cs typeface="Arial" panose="020B0604020202020204" pitchFamily="34" charset="0"/>
                          </a:rPr>
                          <m:t>−</m:t>
                        </m:r>
                      </m:sup>
                    </m:sSubSup>
                  </m:oMath>
                </a14:m>
                <a:r>
                  <a:rPr lang="fr-FR" sz="18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of the data presented in the table below:</a:t>
                </a:r>
                <a:endParaRPr lang="fr-FR" sz="1800" dirty="0">
                  <a:latin typeface="Arial" panose="020B0604020202020204" pitchFamily="34" charset="0"/>
                  <a:cs typeface="Arial" panose="020B0604020202020204" pitchFamily="34" charset="0"/>
                </a:endParaRPr>
              </a:p>
              <a:p>
                <a:pPr marL="0" indent="0">
                  <a:buNone/>
                </a:pPr>
                <a:r>
                  <a:rPr lang="fr-FR" dirty="0">
                    <a:latin typeface="Arial" panose="020B0604020202020204" pitchFamily="34" charset="0"/>
                    <a:cs typeface="Arial" panose="020B0604020202020204" pitchFamily="34" charset="0"/>
                  </a:rPr>
                  <a:t> </a:t>
                </a:r>
              </a:p>
            </p:txBody>
          </p:sp>
        </mc:Choice>
        <mc:Fallback xmlns="">
          <p:sp>
            <p:nvSpPr>
              <p:cNvPr id="3" name="Espace réservé du contenu 2">
                <a:extLst>
                  <a:ext uri="{FF2B5EF4-FFF2-40B4-BE49-F238E27FC236}">
                    <a16:creationId xmlns:a16="http://schemas.microsoft.com/office/drawing/2014/main" id="{BCB1E9CE-2092-4731-8569-2AD3949CF473}"/>
                  </a:ext>
                </a:extLst>
              </p:cNvPr>
              <p:cNvSpPr>
                <a:spLocks noGrp="1" noRot="1" noChangeAspect="1" noMove="1" noResize="1" noEditPoints="1" noAdjustHandles="1" noChangeArrowheads="1" noChangeShapeType="1" noTextEdit="1"/>
              </p:cNvSpPr>
              <p:nvPr>
                <p:ph idx="1"/>
              </p:nvPr>
            </p:nvSpPr>
            <p:spPr>
              <a:xfrm>
                <a:off x="628649" y="1825625"/>
                <a:ext cx="4092489" cy="4351338"/>
              </a:xfrm>
              <a:blipFill>
                <a:blip r:embed="rId2"/>
                <a:stretch>
                  <a:fillRect l="-929" t="-581"/>
                </a:stretch>
              </a:blipFill>
            </p:spPr>
            <p:txBody>
              <a:bodyPr/>
              <a:lstStyle/>
              <a:p>
                <a:r>
                  <a:rPr lang="en-NL">
                    <a:noFill/>
                  </a:rPr>
                  <a:t> </a:t>
                </a:r>
              </a:p>
            </p:txBody>
          </p:sp>
        </mc:Fallback>
      </mc:AlternateContent>
      <p:sp>
        <p:nvSpPr>
          <p:cNvPr id="23" name="Oval 22">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6138" y="3423959"/>
            <a:ext cx="405617"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2201" y="1"/>
            <a:ext cx="1550211"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7" name="Straight Connector 26">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04058"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9" name="Freeform: Shape 28">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5592435" y="5166682"/>
            <a:ext cx="1376793"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7145" y="6033795"/>
            <a:ext cx="1493298"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8772" y="5519196"/>
            <a:ext cx="1005228"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4" name="Image 13">
            <a:extLst>
              <a:ext uri="{FF2B5EF4-FFF2-40B4-BE49-F238E27FC236}">
                <a16:creationId xmlns:a16="http://schemas.microsoft.com/office/drawing/2014/main" id="{42FF8E4C-3A08-04C4-771D-19C32154D5C7}"/>
              </a:ext>
            </a:extLst>
          </p:cNvPr>
          <p:cNvPicPr>
            <a:picLocks noChangeAspect="1"/>
          </p:cNvPicPr>
          <p:nvPr/>
        </p:nvPicPr>
        <p:blipFill rotWithShape="1">
          <a:blip r:embed="rId3"/>
          <a:srcRect l="27870" t="50000" r="53214" b="33201"/>
          <a:stretch>
            <a:fillRect/>
          </a:stretch>
        </p:blipFill>
        <p:spPr>
          <a:xfrm>
            <a:off x="4860031" y="2717390"/>
            <a:ext cx="3781355" cy="1888994"/>
          </a:xfrm>
          <a:prstGeom prst="rect">
            <a:avLst/>
          </a:prstGeom>
        </p:spPr>
      </p:pic>
    </p:spTree>
    <p:extLst>
      <p:ext uri="{BB962C8B-B14F-4D97-AF65-F5344CB8AC3E}">
        <p14:creationId xmlns:p14="http://schemas.microsoft.com/office/powerpoint/2010/main" val="2553761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524D736-25C8-4448-9B9B-5AB89E9909B1}"/>
              </a:ext>
            </a:extLst>
          </p:cNvPr>
          <p:cNvSpPr>
            <a:spLocks noGrp="1"/>
          </p:cNvSpPr>
          <p:nvPr>
            <p:ph type="title"/>
          </p:nvPr>
        </p:nvSpPr>
        <p:spPr>
          <a:xfrm>
            <a:off x="628650" y="365125"/>
            <a:ext cx="4168866" cy="1325563"/>
          </a:xfrm>
        </p:spPr>
        <p:txBody>
          <a:bodyPr>
            <a:normAutofit/>
          </a:bodyPr>
          <a:lstStyle/>
          <a:p>
            <a:r>
              <a:rPr lang="fr-FR" b="1" dirty="0" err="1">
                <a:latin typeface="Arial" panose="020B0604020202020204" pitchFamily="34" charset="0"/>
                <a:ea typeface="Cambria" panose="02040503050406030204" pitchFamily="18" charset="0"/>
                <a:cs typeface="Arial" panose="020B0604020202020204" pitchFamily="34" charset="0"/>
              </a:rPr>
              <a:t>Remark</a:t>
            </a:r>
            <a:r>
              <a:rPr lang="fr-FR" dirty="0">
                <a:latin typeface="Arial" panose="020B0604020202020204" pitchFamily="34" charset="0"/>
                <a:cs typeface="Arial" panose="020B0604020202020204" pitchFamily="34" charset="0"/>
              </a:rPr>
              <a:t> </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9FDB92E4-1448-4C9B-A446-0D455F668722}"/>
                  </a:ext>
                </a:extLst>
              </p:cNvPr>
              <p:cNvSpPr>
                <a:spLocks noGrp="1"/>
              </p:cNvSpPr>
              <p:nvPr>
                <p:ph idx="1"/>
              </p:nvPr>
            </p:nvSpPr>
            <p:spPr>
              <a:xfrm>
                <a:off x="628650" y="1825625"/>
                <a:ext cx="4375398" cy="4351338"/>
              </a:xfrm>
            </p:spPr>
            <p:txBody>
              <a:bodyPr>
                <a:normAutofit/>
              </a:bodyPr>
              <a:lstStyle/>
              <a:p>
                <a:pPr>
                  <a:lnSpc>
                    <a:spcPct val="90000"/>
                  </a:lnSpc>
                </a:pPr>
                <a:r>
                  <a:rPr lang="fr-FR" sz="2700" dirty="0">
                    <a:latin typeface="Arial" panose="020B0604020202020204" pitchFamily="34" charset="0"/>
                    <a:ea typeface="Cambria" panose="02040503050406030204" pitchFamily="18" charset="0"/>
                    <a:cs typeface="Arial" panose="020B0604020202020204" pitchFamily="34" charset="0"/>
                  </a:rPr>
                  <a:t>For nominal qualitative variables, the </a:t>
                </a:r>
                <a:r>
                  <a:rPr lang="fr-FR" sz="2700" dirty="0" err="1">
                    <a:latin typeface="Arial" panose="020B0604020202020204" pitchFamily="34" charset="0"/>
                    <a:ea typeface="Cambria" panose="02040503050406030204" pitchFamily="18" charset="0"/>
                    <a:cs typeface="Arial" panose="020B0604020202020204" pitchFamily="34" charset="0"/>
                  </a:rPr>
                  <a:t>calculation</a:t>
                </a:r>
                <a:r>
                  <a:rPr lang="fr-FR" sz="2700" dirty="0">
                    <a:latin typeface="Arial" panose="020B0604020202020204" pitchFamily="34" charset="0"/>
                    <a:ea typeface="Cambria" panose="02040503050406030204" pitchFamily="18" charset="0"/>
                    <a:cs typeface="Arial" panose="020B0604020202020204" pitchFamily="34" charset="0"/>
                  </a:rPr>
                  <a:t> of </a:t>
                </a:r>
                <a14:m>
                  <m:oMath xmlns:m="http://schemas.openxmlformats.org/officeDocument/2006/math">
                    <m:sSubSup>
                      <m:sSubSupPr>
                        <m:ctrlPr>
                          <a:rPr lang="fr-FR" sz="2700" b="0" i="1" smtClean="0">
                            <a:latin typeface="Cambria Math" panose="02040503050406030204" pitchFamily="18" charset="0"/>
                          </a:rPr>
                        </m:ctrlPr>
                      </m:sSubSupPr>
                      <m:e>
                        <m:r>
                          <a:rPr lang="fr-FR" sz="2700" b="0" i="1" smtClean="0">
                            <a:latin typeface="Cambria Math" panose="02040503050406030204" pitchFamily="18" charset="0"/>
                          </a:rPr>
                          <m:t>𝑛</m:t>
                        </m:r>
                      </m:e>
                      <m:sub>
                        <m:r>
                          <a:rPr lang="fr-FR" sz="2700" b="0" i="1" smtClean="0">
                            <a:latin typeface="Cambria Math" panose="02040503050406030204" pitchFamily="18" charset="0"/>
                          </a:rPr>
                          <m:t>𝑖</m:t>
                        </m:r>
                      </m:sub>
                      <m:sup>
                        <m:r>
                          <a:rPr lang="fr-FR" sz="2700" b="0" i="1" smtClean="0">
                            <a:latin typeface="Cambria Math" panose="02040503050406030204" pitchFamily="18" charset="0"/>
                          </a:rPr>
                          <m:t>+</m:t>
                        </m:r>
                      </m:sup>
                    </m:sSubSup>
                  </m:oMath>
                </a14:m>
                <a:r>
                  <a:rPr lang="fr-FR" sz="2700" dirty="0">
                    <a:latin typeface="Arial" panose="020B0604020202020204" pitchFamily="34" charset="0"/>
                    <a:ea typeface="Cambria" panose="02040503050406030204" pitchFamily="18" charset="0"/>
                    <a:cs typeface="Arial" panose="020B0604020202020204" pitchFamily="34" charset="0"/>
                  </a:rPr>
                  <a:t>, </a:t>
                </a:r>
                <a14:m>
                  <m:oMath xmlns:m="http://schemas.openxmlformats.org/officeDocument/2006/math">
                    <m:sSubSup>
                      <m:sSubSupPr>
                        <m:ctrlPr>
                          <a:rPr lang="fr-FR" sz="2700" b="0" i="1" smtClean="0">
                            <a:latin typeface="Cambria Math" panose="02040503050406030204" pitchFamily="18" charset="0"/>
                          </a:rPr>
                        </m:ctrlPr>
                      </m:sSubSupPr>
                      <m:e>
                        <m:r>
                          <a:rPr lang="fr-FR" sz="2700" b="0" i="1" smtClean="0">
                            <a:latin typeface="Cambria Math" panose="02040503050406030204" pitchFamily="18" charset="0"/>
                          </a:rPr>
                          <m:t>𝑓</m:t>
                        </m:r>
                      </m:e>
                      <m:sub>
                        <m:r>
                          <a:rPr lang="fr-FR" sz="2700" i="1">
                            <a:latin typeface="Cambria Math" panose="02040503050406030204" pitchFamily="18" charset="0"/>
                          </a:rPr>
                          <m:t>𝑖</m:t>
                        </m:r>
                      </m:sub>
                      <m:sup>
                        <m:r>
                          <a:rPr lang="fr-FR" sz="2700" i="1">
                            <a:latin typeface="Cambria Math" panose="02040503050406030204" pitchFamily="18" charset="0"/>
                          </a:rPr>
                          <m:t>+</m:t>
                        </m:r>
                      </m:sup>
                    </m:sSubSup>
                  </m:oMath>
                </a14:m>
                <a:r>
                  <a:rPr lang="fr-FR" sz="2700" dirty="0">
                    <a:latin typeface="Arial" panose="020B0604020202020204" pitchFamily="34" charset="0"/>
                    <a:ea typeface="Cambria" panose="02040503050406030204" pitchFamily="18" charset="0"/>
                    <a:cs typeface="Arial" panose="020B0604020202020204" pitchFamily="34" charset="0"/>
                  </a:rPr>
                  <a:t>, </a:t>
                </a:r>
                <a14:m>
                  <m:oMath xmlns:m="http://schemas.openxmlformats.org/officeDocument/2006/math">
                    <m:sSubSup>
                      <m:sSubSupPr>
                        <m:ctrlPr>
                          <a:rPr lang="fr-FR" sz="2700" i="1">
                            <a:latin typeface="Cambria Math" panose="02040503050406030204" pitchFamily="18" charset="0"/>
                          </a:rPr>
                        </m:ctrlPr>
                      </m:sSubSupPr>
                      <m:e>
                        <m:r>
                          <a:rPr lang="fr-FR" sz="2700" i="1">
                            <a:latin typeface="Cambria Math" panose="02040503050406030204" pitchFamily="18" charset="0"/>
                          </a:rPr>
                          <m:t>𝑛</m:t>
                        </m:r>
                      </m:e>
                      <m:sub>
                        <m:r>
                          <a:rPr lang="fr-FR" sz="2700" i="1">
                            <a:latin typeface="Cambria Math" panose="02040503050406030204" pitchFamily="18" charset="0"/>
                          </a:rPr>
                          <m:t>𝑖</m:t>
                        </m:r>
                      </m:sub>
                      <m:sup>
                        <m:r>
                          <a:rPr lang="fr-FR" sz="2700" b="0" i="1" smtClean="0">
                            <a:latin typeface="Cambria Math" panose="02040503050406030204" pitchFamily="18" charset="0"/>
                          </a:rPr>
                          <m:t>−</m:t>
                        </m:r>
                      </m:sup>
                    </m:sSubSup>
                  </m:oMath>
                </a14:m>
                <a:r>
                  <a:rPr lang="fr-FR" sz="2700" dirty="0">
                    <a:latin typeface="Arial" panose="020B0604020202020204" pitchFamily="34" charset="0"/>
                    <a:ea typeface="Cambria" panose="02040503050406030204" pitchFamily="18" charset="0"/>
                    <a:cs typeface="Arial" panose="020B0604020202020204" pitchFamily="34" charset="0"/>
                  </a:rPr>
                  <a:t>, and </a:t>
                </a:r>
                <a14:m>
                  <m:oMath xmlns:m="http://schemas.openxmlformats.org/officeDocument/2006/math">
                    <m:sSubSup>
                      <m:sSubSupPr>
                        <m:ctrlPr>
                          <a:rPr lang="fr-FR" sz="2700" b="0" i="1" smtClean="0">
                            <a:latin typeface="Cambria Math" panose="02040503050406030204" pitchFamily="18" charset="0"/>
                          </a:rPr>
                        </m:ctrlPr>
                      </m:sSubSupPr>
                      <m:e>
                        <m:r>
                          <a:rPr lang="fr-FR" sz="2700" b="0" i="1" smtClean="0">
                            <a:latin typeface="Cambria Math" panose="02040503050406030204" pitchFamily="18" charset="0"/>
                          </a:rPr>
                          <m:t>𝑓</m:t>
                        </m:r>
                      </m:e>
                      <m:sub>
                        <m:r>
                          <a:rPr lang="fr-FR" sz="2700" i="1">
                            <a:latin typeface="Cambria Math" panose="02040503050406030204" pitchFamily="18" charset="0"/>
                          </a:rPr>
                          <m:t>𝑖</m:t>
                        </m:r>
                      </m:sub>
                      <m:sup>
                        <m:r>
                          <a:rPr lang="fr-FR" sz="2700" b="0" i="1" smtClean="0">
                            <a:latin typeface="Cambria Math" panose="02040503050406030204" pitchFamily="18" charset="0"/>
                          </a:rPr>
                          <m:t>−</m:t>
                        </m:r>
                      </m:sup>
                    </m:sSubSup>
                  </m:oMath>
                </a14:m>
                <a:r>
                  <a:rPr lang="fr-FR" sz="2700" dirty="0">
                    <a:latin typeface="Arial" panose="020B0604020202020204" pitchFamily="34" charset="0"/>
                    <a:ea typeface="Cambria" panose="02040503050406030204" pitchFamily="18" charset="0"/>
                    <a:cs typeface="Arial" panose="020B0604020202020204" pitchFamily="34" charset="0"/>
                  </a:rPr>
                  <a:t> </a:t>
                </a:r>
                <a:r>
                  <a:rPr lang="fr-FR" sz="2700" dirty="0" err="1">
                    <a:latin typeface="Arial" panose="020B0604020202020204" pitchFamily="34" charset="0"/>
                    <a:ea typeface="Cambria" panose="02040503050406030204" pitchFamily="18" charset="0"/>
                    <a:cs typeface="Arial" panose="020B0604020202020204" pitchFamily="34" charset="0"/>
                  </a:rPr>
                  <a:t>makes</a:t>
                </a:r>
                <a:r>
                  <a:rPr lang="fr-FR" sz="2700" dirty="0">
                    <a:latin typeface="Arial" panose="020B0604020202020204" pitchFamily="34" charset="0"/>
                    <a:ea typeface="Cambria" panose="02040503050406030204" pitchFamily="18" charset="0"/>
                    <a:cs typeface="Arial" panose="020B0604020202020204" pitchFamily="34" charset="0"/>
                  </a:rPr>
                  <a:t> no </a:t>
                </a:r>
                <a:r>
                  <a:rPr lang="fr-FR" sz="2700" dirty="0" err="1">
                    <a:latin typeface="Arial" panose="020B0604020202020204" pitchFamily="34" charset="0"/>
                    <a:ea typeface="Cambria" panose="02040503050406030204" pitchFamily="18" charset="0"/>
                    <a:cs typeface="Arial" panose="020B0604020202020204" pitchFamily="34" charset="0"/>
                  </a:rPr>
                  <a:t>sense</a:t>
                </a:r>
                <a:r>
                  <a:rPr lang="fr-FR" sz="2700" dirty="0">
                    <a:latin typeface="Arial" panose="020B0604020202020204" pitchFamily="34" charset="0"/>
                    <a:ea typeface="Cambria" panose="02040503050406030204" pitchFamily="18" charset="0"/>
                    <a:cs typeface="Arial" panose="020B0604020202020204" pitchFamily="34" charset="0"/>
                  </a:rPr>
                  <a:t> …</a:t>
                </a:r>
              </a:p>
              <a:p>
                <a:pPr>
                  <a:lnSpc>
                    <a:spcPct val="90000"/>
                  </a:lnSpc>
                </a:pPr>
                <a:endParaRPr lang="fr-FR" sz="2700" dirty="0">
                  <a:latin typeface="Arial" panose="020B0604020202020204" pitchFamily="34" charset="0"/>
                  <a:ea typeface="Cambria" panose="02040503050406030204" pitchFamily="18" charset="0"/>
                  <a:cs typeface="Arial" panose="020B0604020202020204" pitchFamily="34" charset="0"/>
                </a:endParaRPr>
              </a:p>
              <a:p>
                <a:pPr>
                  <a:lnSpc>
                    <a:spcPct val="90000"/>
                  </a:lnSpc>
                </a:pPr>
                <a:r>
                  <a:rPr lang="en-US" sz="2700" dirty="0">
                    <a:latin typeface="Arial" panose="020B0604020202020204" pitchFamily="34" charset="0"/>
                    <a:ea typeface="Cambria" panose="02040503050406030204" pitchFamily="18" charset="0"/>
                    <a:cs typeface="Arial" panose="020B0604020202020204" pitchFamily="34" charset="0"/>
                  </a:rPr>
                  <a:t>(even if it is possible from a purely </a:t>
                </a:r>
                <a:r>
                  <a:rPr lang="en-US" sz="2700" dirty="0" err="1">
                    <a:latin typeface="Arial" panose="020B0604020202020204" pitchFamily="34" charset="0"/>
                    <a:ea typeface="Cambria" panose="02040503050406030204" pitchFamily="18" charset="0"/>
                    <a:cs typeface="Arial" panose="020B0604020202020204" pitchFamily="34" charset="0"/>
                  </a:rPr>
                  <a:t>calculatory</a:t>
                </a:r>
                <a:r>
                  <a:rPr lang="en-US" sz="2700" dirty="0">
                    <a:latin typeface="Arial" panose="020B0604020202020204" pitchFamily="34" charset="0"/>
                    <a:ea typeface="Cambria" panose="02040503050406030204" pitchFamily="18" charset="0"/>
                    <a:cs typeface="Arial" panose="020B0604020202020204" pitchFamily="34" charset="0"/>
                  </a:rPr>
                  <a:t> point of view)</a:t>
                </a:r>
                <a:endParaRPr lang="fr-FR" sz="2700" dirty="0">
                  <a:latin typeface="Arial" panose="020B0604020202020204" pitchFamily="34" charset="0"/>
                  <a:ea typeface="Cambria" panose="02040503050406030204" pitchFamily="18" charset="0"/>
                  <a:cs typeface="Arial" panose="020B0604020202020204" pitchFamily="34" charset="0"/>
                </a:endParaRPr>
              </a:p>
            </p:txBody>
          </p:sp>
        </mc:Choice>
        <mc:Fallback xmlns="">
          <p:sp>
            <p:nvSpPr>
              <p:cNvPr id="3" name="Espace réservé du contenu 2">
                <a:extLst>
                  <a:ext uri="{FF2B5EF4-FFF2-40B4-BE49-F238E27FC236}">
                    <a16:creationId xmlns:a16="http://schemas.microsoft.com/office/drawing/2014/main" id="{9FDB92E4-1448-4C9B-A446-0D455F668722}"/>
                  </a:ext>
                </a:extLst>
              </p:cNvPr>
              <p:cNvSpPr>
                <a:spLocks noGrp="1" noRot="1" noChangeAspect="1" noMove="1" noResize="1" noEditPoints="1" noAdjustHandles="1" noChangeArrowheads="1" noChangeShapeType="1" noTextEdit="1"/>
              </p:cNvSpPr>
              <p:nvPr>
                <p:ph idx="1"/>
              </p:nvPr>
            </p:nvSpPr>
            <p:spPr>
              <a:xfrm>
                <a:off x="628650" y="1825625"/>
                <a:ext cx="4375398" cy="4351338"/>
              </a:xfrm>
              <a:blipFill>
                <a:blip r:embed="rId2"/>
                <a:stretch>
                  <a:fillRect l="-2312" t="-2035" r="-289"/>
                </a:stretch>
              </a:blipFill>
            </p:spPr>
            <p:txBody>
              <a:bodyPr/>
              <a:lstStyle/>
              <a:p>
                <a:r>
                  <a:rPr lang="en-NL">
                    <a:noFill/>
                  </a:rPr>
                  <a:t> </a:t>
                </a:r>
              </a:p>
            </p:txBody>
          </p:sp>
        </mc:Fallback>
      </mc:AlternateContent>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598803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2CBBB177BCECA4BA07D6B8F331069E6" ma:contentTypeVersion="8" ma:contentTypeDescription="Crée un document." ma:contentTypeScope="" ma:versionID="a1792ed5d19ee5ab252c33350085386f">
  <xsd:schema xmlns:xsd="http://www.w3.org/2001/XMLSchema" xmlns:xs="http://www.w3.org/2001/XMLSchema" xmlns:p="http://schemas.microsoft.com/office/2006/metadata/properties" xmlns:ns2="9e182b23-170a-47e8-a965-13b876d21b7d" targetNamespace="http://schemas.microsoft.com/office/2006/metadata/properties" ma:root="true" ma:fieldsID="f2f4ce115f52bc9505b5498e049d5905" ns2:_="">
    <xsd:import namespace="9e182b23-170a-47e8-a965-13b876d21b7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2b23-170a-47e8-a965-13b876d21b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EAE49AB5-5809-40D8-B1E1-E3F8C21624BF}">
  <ds:schemaRefs>
    <ds:schemaRef ds:uri="http://schemas.microsoft.com/sharepoint/v3/contenttype/forms"/>
  </ds:schemaRefs>
</ds:datastoreItem>
</file>

<file path=customXml/itemProps3.xml><?xml version="1.0" encoding="utf-8"?>
<ds:datastoreItem xmlns:ds="http://schemas.openxmlformats.org/officeDocument/2006/customXml" ds:itemID="{B4267934-113D-467C-9297-F4689E4992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82b23-170a-47e8-a965-13b876d21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292</TotalTime>
  <Words>971</Words>
  <Application>Microsoft Macintosh PowerPoint</Application>
  <PresentationFormat>On-screen Show (4:3)</PresentationFormat>
  <Paragraphs>135</Paragraphs>
  <Slides>20</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Arial</vt:lpstr>
      <vt:lpstr>Calibri</vt:lpstr>
      <vt:lpstr>Cambria</vt:lpstr>
      <vt:lpstr>Cambria Math</vt:lpstr>
      <vt:lpstr>Wingdings</vt:lpstr>
      <vt:lpstr>Thème Office</vt:lpstr>
      <vt:lpstr>Data Description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synthesis of a continuous variable</vt:lpstr>
      <vt:lpstr>Example  Data synthesis of a continuous variable</vt:lpstr>
      <vt:lpstr>Continuous variable "discretized" data (upstream)   </vt:lpstr>
      <vt:lpstr>Operations </vt:lpstr>
      <vt:lpstr>Application – Back to examples
</vt:lpstr>
      <vt:lpstr>Application   Back to examples
</vt:lpstr>
      <vt:lpstr>Application – Back to examples
</vt:lpstr>
      <vt:lpstr>Remark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Mercede Erfanianghasab</cp:lastModifiedBy>
  <cp:revision>40</cp:revision>
  <dcterms:created xsi:type="dcterms:W3CDTF">2021-02-02T16:40:54Z</dcterms:created>
  <dcterms:modified xsi:type="dcterms:W3CDTF">2026-08-21T13:44:31Z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0x01010082CBBB177BCECA4BA07D6B8F331069E6</vt:lpwstr>
  </property>
</Properties>
</file>