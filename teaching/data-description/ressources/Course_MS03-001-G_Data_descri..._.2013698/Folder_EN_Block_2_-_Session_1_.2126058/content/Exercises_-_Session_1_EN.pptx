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56" r:id="rId3"/>
    <p:sldId id="260" r:id="rId4"/>
    <p:sldId id="259" r:id="rId5"/>
    <p:sldId id="261" r:id="rId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516F837-1C8E-4FB7-834B-458ACF236868}" v="2" dt="2021-10-14T10:14:43.802"/>
    <p1510:client id="{77A232F7-3259-4C81-9682-B44085D518A1}" v="1" dt="2021-10-14T10:18:27.11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5BE263C-DBD7-4A20-BB59-AAB30ACAA65A}" styleName="Medium Style 3 –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550" autoAdjust="0"/>
    <p:restoredTop sz="94660"/>
  </p:normalViewPr>
  <p:slideViewPr>
    <p:cSldViewPr snapToGrid="0">
      <p:cViewPr>
        <p:scale>
          <a:sx n="147" d="100"/>
          <a:sy n="147" d="100"/>
        </p:scale>
        <p:origin x="-5480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CHOUR Maher" userId="09775c39-7739-40bf-ba04-c8ef3ab24a94" providerId="ADAL" clId="{77A232F7-3259-4C81-9682-B44085D518A1}"/>
    <pc:docChg chg="custSel addSld delSld modSld sldOrd">
      <pc:chgData name="KACHOUR Maher" userId="09775c39-7739-40bf-ba04-c8ef3ab24a94" providerId="ADAL" clId="{77A232F7-3259-4C81-9682-B44085D518A1}" dt="2021-10-14T10:18:39.745" v="14"/>
      <pc:docMkLst>
        <pc:docMk/>
      </pc:docMkLst>
      <pc:sldChg chg="del">
        <pc:chgData name="KACHOUR Maher" userId="09775c39-7739-40bf-ba04-c8ef3ab24a94" providerId="ADAL" clId="{77A232F7-3259-4C81-9682-B44085D518A1}" dt="2021-10-14T10:18:03.547" v="0" actId="47"/>
        <pc:sldMkLst>
          <pc:docMk/>
          <pc:sldMk cId="1632906986" sldId="258"/>
        </pc:sldMkLst>
      </pc:sldChg>
      <pc:sldChg chg="addSp delSp modSp new mod">
        <pc:chgData name="KACHOUR Maher" userId="09775c39-7739-40bf-ba04-c8ef3ab24a94" providerId="ADAL" clId="{77A232F7-3259-4C81-9682-B44085D518A1}" dt="2021-10-14T10:18:32.006" v="11" actId="208"/>
        <pc:sldMkLst>
          <pc:docMk/>
          <pc:sldMk cId="561201713" sldId="260"/>
        </pc:sldMkLst>
        <pc:spChg chg="mod">
          <ac:chgData name="KACHOUR Maher" userId="09775c39-7739-40bf-ba04-c8ef3ab24a94" providerId="ADAL" clId="{77A232F7-3259-4C81-9682-B44085D518A1}" dt="2021-10-14T10:18:15.598" v="8" actId="20577"/>
          <ac:spMkLst>
            <pc:docMk/>
            <pc:sldMk cId="561201713" sldId="260"/>
            <ac:spMk id="2" creationId="{108DA988-83BC-4CAF-B5DC-35E19F655FB4}"/>
          </ac:spMkLst>
        </pc:spChg>
        <pc:spChg chg="del">
          <ac:chgData name="KACHOUR Maher" userId="09775c39-7739-40bf-ba04-c8ef3ab24a94" providerId="ADAL" clId="{77A232F7-3259-4C81-9682-B44085D518A1}" dt="2021-10-14T10:18:18.911" v="9" actId="478"/>
          <ac:spMkLst>
            <pc:docMk/>
            <pc:sldMk cId="561201713" sldId="260"/>
            <ac:spMk id="3" creationId="{BC4A66BD-09F4-4A52-9763-F6136A0C36A2}"/>
          </ac:spMkLst>
        </pc:spChg>
        <pc:spChg chg="add mod">
          <ac:chgData name="KACHOUR Maher" userId="09775c39-7739-40bf-ba04-c8ef3ab24a94" providerId="ADAL" clId="{77A232F7-3259-4C81-9682-B44085D518A1}" dt="2021-10-14T10:18:32.006" v="11" actId="208"/>
          <ac:spMkLst>
            <pc:docMk/>
            <pc:sldMk cId="561201713" sldId="260"/>
            <ac:spMk id="4" creationId="{A07A9309-05DA-4A7D-964F-3E41DE0F761D}"/>
          </ac:spMkLst>
        </pc:spChg>
      </pc:sldChg>
      <pc:sldChg chg="del">
        <pc:chgData name="KACHOUR Maher" userId="09775c39-7739-40bf-ba04-c8ef3ab24a94" providerId="ADAL" clId="{77A232F7-3259-4C81-9682-B44085D518A1}" dt="2021-10-14T10:18:05.752" v="1" actId="47"/>
        <pc:sldMkLst>
          <pc:docMk/>
          <pc:sldMk cId="962425727" sldId="260"/>
        </pc:sldMkLst>
      </pc:sldChg>
      <pc:sldChg chg="add ord">
        <pc:chgData name="KACHOUR Maher" userId="09775c39-7739-40bf-ba04-c8ef3ab24a94" providerId="ADAL" clId="{77A232F7-3259-4C81-9682-B44085D518A1}" dt="2021-10-14T10:18:39.745" v="14"/>
        <pc:sldMkLst>
          <pc:docMk/>
          <pc:sldMk cId="3815043514" sldId="261"/>
        </pc:sldMkLst>
      </pc:sldChg>
    </pc:docChg>
  </pc:docChgLst>
  <pc:docChgLst>
    <pc:chgData name="KACHOUR Maher" userId="09775c39-7739-40bf-ba04-c8ef3ab24a94" providerId="ADAL" clId="{1516F837-1C8E-4FB7-834B-458ACF236868}"/>
    <pc:docChg chg="modSld">
      <pc:chgData name="KACHOUR Maher" userId="09775c39-7739-40bf-ba04-c8ef3ab24a94" providerId="ADAL" clId="{1516F837-1C8E-4FB7-834B-458ACF236868}" dt="2021-10-14T10:16:15.095" v="119" actId="20577"/>
      <pc:docMkLst>
        <pc:docMk/>
      </pc:docMkLst>
      <pc:sldChg chg="modSp mod">
        <pc:chgData name="KACHOUR Maher" userId="09775c39-7739-40bf-ba04-c8ef3ab24a94" providerId="ADAL" clId="{1516F837-1C8E-4FB7-834B-458ACF236868}" dt="2021-10-14T10:14:00.317" v="44" actId="20577"/>
        <pc:sldMkLst>
          <pc:docMk/>
          <pc:sldMk cId="3884457258" sldId="256"/>
        </pc:sldMkLst>
        <pc:spChg chg="mod">
          <ac:chgData name="KACHOUR Maher" userId="09775c39-7739-40bf-ba04-c8ef3ab24a94" providerId="ADAL" clId="{1516F837-1C8E-4FB7-834B-458ACF236868}" dt="2021-10-14T10:12:46.658" v="12" actId="20577"/>
          <ac:spMkLst>
            <pc:docMk/>
            <pc:sldMk cId="3884457258" sldId="256"/>
            <ac:spMk id="2" creationId="{A4AEDEBA-6FE9-4F23-B02B-9FB71BC17484}"/>
          </ac:spMkLst>
        </pc:spChg>
        <pc:spChg chg="mod">
          <ac:chgData name="KACHOUR Maher" userId="09775c39-7739-40bf-ba04-c8ef3ab24a94" providerId="ADAL" clId="{1516F837-1C8E-4FB7-834B-458ACF236868}" dt="2021-10-14T10:13:36.060" v="27" actId="20577"/>
          <ac:spMkLst>
            <pc:docMk/>
            <pc:sldMk cId="3884457258" sldId="256"/>
            <ac:spMk id="4" creationId="{DF25F7F9-D26E-4B65-8387-484298AE7CF4}"/>
          </ac:spMkLst>
        </pc:spChg>
        <pc:graphicFrameChg chg="modGraphic">
          <ac:chgData name="KACHOUR Maher" userId="09775c39-7739-40bf-ba04-c8ef3ab24a94" providerId="ADAL" clId="{1516F837-1C8E-4FB7-834B-458ACF236868}" dt="2021-10-14T10:14:00.317" v="44" actId="20577"/>
          <ac:graphicFrameMkLst>
            <pc:docMk/>
            <pc:sldMk cId="3884457258" sldId="256"/>
            <ac:graphicFrameMk id="5" creationId="{8D618231-F795-4672-A643-43223F39DFB3}"/>
          </ac:graphicFrameMkLst>
        </pc:graphicFrameChg>
      </pc:sldChg>
      <pc:sldChg chg="modSp mod">
        <pc:chgData name="KACHOUR Maher" userId="09775c39-7739-40bf-ba04-c8ef3ab24a94" providerId="ADAL" clId="{1516F837-1C8E-4FB7-834B-458ACF236868}" dt="2021-10-14T10:12:42.309" v="10" actId="20577"/>
        <pc:sldMkLst>
          <pc:docMk/>
          <pc:sldMk cId="0" sldId="257"/>
        </pc:sldMkLst>
        <pc:spChg chg="mod">
          <ac:chgData name="KACHOUR Maher" userId="09775c39-7739-40bf-ba04-c8ef3ab24a94" providerId="ADAL" clId="{1516F837-1C8E-4FB7-834B-458ACF236868}" dt="2021-10-14T10:12:42.309" v="10" actId="20577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KACHOUR Maher" userId="09775c39-7739-40bf-ba04-c8ef3ab24a94" providerId="ADAL" clId="{1516F837-1C8E-4FB7-834B-458ACF236868}" dt="2021-10-14T10:16:08.792" v="117" actId="20577"/>
        <pc:sldMkLst>
          <pc:docMk/>
          <pc:sldMk cId="1632906986" sldId="258"/>
        </pc:sldMkLst>
        <pc:spChg chg="mod">
          <ac:chgData name="KACHOUR Maher" userId="09775c39-7739-40bf-ba04-c8ef3ab24a94" providerId="ADAL" clId="{1516F837-1C8E-4FB7-834B-458ACF236868}" dt="2021-10-14T10:16:08.792" v="117" actId="20577"/>
          <ac:spMkLst>
            <pc:docMk/>
            <pc:sldMk cId="1632906986" sldId="258"/>
            <ac:spMk id="2" creationId="{A4AEDEBA-6FE9-4F23-B02B-9FB71BC17484}"/>
          </ac:spMkLst>
        </pc:spChg>
        <pc:graphicFrameChg chg="modGraphic">
          <ac:chgData name="KACHOUR Maher" userId="09775c39-7739-40bf-ba04-c8ef3ab24a94" providerId="ADAL" clId="{1516F837-1C8E-4FB7-834B-458ACF236868}" dt="2021-10-14T10:14:21.481" v="60" actId="20577"/>
          <ac:graphicFrameMkLst>
            <pc:docMk/>
            <pc:sldMk cId="1632906986" sldId="258"/>
            <ac:graphicFrameMk id="5" creationId="{C5935286-E84C-4A5B-9E95-1C36A0F9B1CD}"/>
          </ac:graphicFrameMkLst>
        </pc:graphicFrameChg>
      </pc:sldChg>
      <pc:sldChg chg="modSp mod">
        <pc:chgData name="KACHOUR Maher" userId="09775c39-7739-40bf-ba04-c8ef3ab24a94" providerId="ADAL" clId="{1516F837-1C8E-4FB7-834B-458ACF236868}" dt="2021-10-14T10:15:29.617" v="92" actId="20577"/>
        <pc:sldMkLst>
          <pc:docMk/>
          <pc:sldMk cId="3342625250" sldId="259"/>
        </pc:sldMkLst>
        <pc:spChg chg="mod">
          <ac:chgData name="KACHOUR Maher" userId="09775c39-7739-40bf-ba04-c8ef3ab24a94" providerId="ADAL" clId="{1516F837-1C8E-4FB7-834B-458ACF236868}" dt="2021-10-14T10:14:31.010" v="62" actId="20577"/>
          <ac:spMkLst>
            <pc:docMk/>
            <pc:sldMk cId="3342625250" sldId="259"/>
            <ac:spMk id="2" creationId="{159DF4AF-EB56-497F-9EC4-3792B7715C09}"/>
          </ac:spMkLst>
        </pc:spChg>
        <pc:spChg chg="mod">
          <ac:chgData name="KACHOUR Maher" userId="09775c39-7739-40bf-ba04-c8ef3ab24a94" providerId="ADAL" clId="{1516F837-1C8E-4FB7-834B-458ACF236868}" dt="2021-10-14T10:15:29.617" v="92" actId="20577"/>
          <ac:spMkLst>
            <pc:docMk/>
            <pc:sldMk cId="3342625250" sldId="259"/>
            <ac:spMk id="3" creationId="{86DA4EC6-6600-48BE-AED2-90A0A908CF8F}"/>
          </ac:spMkLst>
        </pc:spChg>
        <pc:graphicFrameChg chg="modGraphic">
          <ac:chgData name="KACHOUR Maher" userId="09775c39-7739-40bf-ba04-c8ef3ab24a94" providerId="ADAL" clId="{1516F837-1C8E-4FB7-834B-458ACF236868}" dt="2021-10-14T10:15:08.492" v="81" actId="20577"/>
          <ac:graphicFrameMkLst>
            <pc:docMk/>
            <pc:sldMk cId="3342625250" sldId="259"/>
            <ac:graphicFrameMk id="4" creationId="{D8731FE7-289F-4569-8899-DD98785D8C02}"/>
          </ac:graphicFrameMkLst>
        </pc:graphicFrameChg>
      </pc:sldChg>
      <pc:sldChg chg="modSp mod">
        <pc:chgData name="KACHOUR Maher" userId="09775c39-7739-40bf-ba04-c8ef3ab24a94" providerId="ADAL" clId="{1516F837-1C8E-4FB7-834B-458ACF236868}" dt="2021-10-14T10:16:15.095" v="119" actId="20577"/>
        <pc:sldMkLst>
          <pc:docMk/>
          <pc:sldMk cId="962425727" sldId="260"/>
        </pc:sldMkLst>
        <pc:spChg chg="mod">
          <ac:chgData name="KACHOUR Maher" userId="09775c39-7739-40bf-ba04-c8ef3ab24a94" providerId="ADAL" clId="{1516F837-1C8E-4FB7-834B-458ACF236868}" dt="2021-10-14T10:16:15.095" v="119" actId="20577"/>
          <ac:spMkLst>
            <pc:docMk/>
            <pc:sldMk cId="962425727" sldId="260"/>
            <ac:spMk id="2" creationId="{159DF4AF-EB56-497F-9EC4-3792B7715C09}"/>
          </ac:spMkLst>
        </pc:spChg>
        <pc:graphicFrameChg chg="modGraphic">
          <ac:chgData name="KACHOUR Maher" userId="09775c39-7739-40bf-ba04-c8ef3ab24a94" providerId="ADAL" clId="{1516F837-1C8E-4FB7-834B-458ACF236868}" dt="2021-10-14T10:15:56.820" v="115" actId="20577"/>
          <ac:graphicFrameMkLst>
            <pc:docMk/>
            <pc:sldMk cId="962425727" sldId="260"/>
            <ac:graphicFrameMk id="4" creationId="{D8731FE7-289F-4569-8899-DD98785D8C02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77AE212-0171-46AE-8E49-1CDDCCBAB5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9D17709-3586-4413-8C57-88A655BF61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12FB15F-31F7-42EB-97F8-CDB8699A8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09/09/2026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AE9C7CD-64B8-465E-8053-798C6AE59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C1F7703-1EDD-4526-BB95-F54078D1A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617597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447C34B-654C-4571-88BB-488402A84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F5515DB-EE46-4EA1-8A3E-B632968AD6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DEA2172-2869-4AA5-B383-D557538A0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09/09/2026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3B9714E-411E-4AC0-8966-07D5760F9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8C6D21D-937B-40C2-8A63-39058266B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850942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C42E3D-CA4F-4BFD-AD36-0904DB5DB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EFD7A04-81BC-4037-AD3E-A48294CE97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40E4EE9-6E93-4965-9058-70FB387B0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09/09/2026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6B8D8E3-9541-497D-9ECB-DD57953FC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0F9D0DC-EC51-4995-BE87-F5FC4515E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29979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3E2D7BA-FC12-4C5A-AB53-E05F7C796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F4F1541-9C69-4927-90B4-2122644C60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DA90D8A-E81D-407C-B6C1-5293894168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5860C9D-CE69-43AE-8868-EEE59E389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09/09/2026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4D103D5-EAD2-451B-8D25-3BD09AECF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581D7E5-B079-468B-92CF-12BB8ED99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69961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DFD046-AA2D-4F99-BE42-B7289FCCE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20E4D5C-6CCE-4BA3-9CC4-DC8893C5E0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04D4306-EC37-4953-9EE6-F4826F13D7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756300F-C5BC-4DB6-B830-BA60955685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B158BD14-4231-410F-A447-354D62C0DA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258E48DF-9B31-4CBC-A75D-4BCF2BEB1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09/09/2026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38314C72-1EDA-4BDE-BE53-5D437EE9E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6B7C118E-36BB-4471-821A-2F130F215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00024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44175DE-1319-4C91-9BFD-77C791B61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D00D5AD8-9D44-4AA1-9983-40F3FB555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09/09/2026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5287635-D1F4-41FD-9CBB-9AD8A7961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64C0172-E288-4D63-B4BB-6564BF203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10136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CA904FE6-BCB0-4FBF-8C1D-D66B3AE89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09/09/2026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F1087665-B103-42FD-9E8E-9358EAF8B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B01C9F2-C9A9-432C-A5CB-435BCFF4E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75228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9DDAE7A-4833-4438-B97D-50321F0D4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E54D6FC-DB41-43FC-93F3-0ABE14ABD1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073487C-5798-4C11-928D-46165B538C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F7A70DF-3C03-4B95-857D-B30D0594A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09/09/2026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065463C-4C8C-42BE-9B2F-3F1FF4746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3FCA3A6-3649-480C-A08B-F92A72158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41507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27E3B22-1637-4513-B016-4EB166A5D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B9897341-9FBD-474E-A55E-14082D876B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E46A815-DCFA-4152-8DA8-1FDF07CBF5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0B3575E-3689-4618-8E8E-CBDEF1DEB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09/09/2026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B64D76A-4F97-44F8-A38C-2C3735A4B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07FBBC9-F694-403C-8CD9-C875965A4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508193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5D5356-44D7-4AF8-93AB-EF50760E1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13A9FDB-515C-4224-A8E8-ECE965CA95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B5EA598-D460-4768-AC9B-4804E0D67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09/09/2026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217A8A6-7F41-4137-AA90-DDF2098E1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977FC1C-AF2A-422A-9E5D-140ABAD77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657163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22B73B33-C23C-4B6F-9A5A-C0A90D0964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1058171-B4A0-4913-B9D3-530F4A106E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3AAA07E-0501-45F5-BCF3-EAAE49ADE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09/09/2026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B12B5C0-2D5F-4C25-8A6A-A29E22A15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E49CD76-AADA-49E9-AA96-E76AE025E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157860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5FB94CA4-ABA4-4E64-8113-4F30EC80B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AE283C3-B9A1-4DBB-9349-EC7E3AF071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97D2094-3FF4-4D62-8640-40630C8C11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05F16C-AE71-49F6-89C0-B3088814C8AC}" type="datetimeFigureOut">
              <a:rPr lang="fr-FR" smtClean="0"/>
              <a:t>09/09/2026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A7C3CA7-F6EE-4ACF-94D4-6A8B9B50E8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1D4DAD6-0976-4B5B-BAF6-C35949083D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7174FD-5829-4ACE-BC71-68B7C3386B1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74565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45" name="Rectangle 1444">
            <a:extLst>
              <a:ext uri="{FF2B5EF4-FFF2-40B4-BE49-F238E27FC236}">
                <a16:creationId xmlns:a16="http://schemas.microsoft.com/office/drawing/2014/main" id="{2B577FF9-3543-4875-815D-3D87BD8A2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0" y="1969642"/>
            <a:ext cx="12192000" cy="1993150"/>
          </a:xfrm>
        </p:spPr>
        <p:txBody>
          <a:bodyPr anchor="b">
            <a:normAutofit/>
          </a:bodyPr>
          <a:lstStyle/>
          <a:p>
            <a:r>
              <a:rPr lang="en-AU" sz="8000" b="1" dirty="0">
                <a:latin typeface="Arial" panose="020B0604020202020204" pitchFamily="34" charset="0"/>
                <a:cs typeface="Arial" panose="020B0604020202020204" pitchFamily="34" charset="0"/>
              </a:rPr>
              <a:t>Data Description 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0" y="4503642"/>
            <a:ext cx="12192000" cy="1561258"/>
          </a:xfrm>
        </p:spPr>
        <p:txBody>
          <a:bodyPr anchor="t">
            <a:normAutofit/>
          </a:bodyPr>
          <a:lstStyle/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Session 1 </a:t>
            </a:r>
          </a:p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Mercedeh ERFANIANGHASAB &amp; Jérémy CELSE</a:t>
            </a:r>
          </a:p>
        </p:txBody>
      </p:sp>
      <p:sp>
        <p:nvSpPr>
          <p:cNvPr id="1447" name="Freeform: Shape 1446">
            <a:extLst>
              <a:ext uri="{FF2B5EF4-FFF2-40B4-BE49-F238E27FC236}">
                <a16:creationId xmlns:a16="http://schemas.microsoft.com/office/drawing/2014/main" id="{F5569EEC-E12F-4856-B407-02B2813A4A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04059" y="0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49" name="Freeform: Shape 1448">
            <a:extLst>
              <a:ext uri="{FF2B5EF4-FFF2-40B4-BE49-F238E27FC236}">
                <a16:creationId xmlns:a16="http://schemas.microsoft.com/office/drawing/2014/main" id="{CF860788-3A6A-45A3-B3F1-06F159665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67336" y="1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BF95DD-533A-19FB-1B29-5CBCDD2F75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6437376" cy="1231393"/>
          </a:xfrm>
          <a:custGeom>
            <a:avLst/>
            <a:gdLst/>
            <a:ahLst/>
            <a:cxnLst/>
            <a:rect l="l" t="t" r="r" b="b"/>
            <a:pathLst>
              <a:path w="4579832" h="5347063">
                <a:moveTo>
                  <a:pt x="106985" y="0"/>
                </a:moveTo>
                <a:lnTo>
                  <a:pt x="4472847" y="0"/>
                </a:lnTo>
                <a:cubicBezTo>
                  <a:pt x="4531933" y="0"/>
                  <a:pt x="4579832" y="47899"/>
                  <a:pt x="4579832" y="106985"/>
                </a:cubicBezTo>
                <a:lnTo>
                  <a:pt x="4579832" y="5240078"/>
                </a:lnTo>
                <a:cubicBezTo>
                  <a:pt x="4579832" y="5299164"/>
                  <a:pt x="4531933" y="5347063"/>
                  <a:pt x="4472847" y="5347063"/>
                </a:cubicBezTo>
                <a:lnTo>
                  <a:pt x="106985" y="5347063"/>
                </a:lnTo>
                <a:cubicBezTo>
                  <a:pt x="47899" y="5347063"/>
                  <a:pt x="0" y="5299164"/>
                  <a:pt x="0" y="5240078"/>
                </a:cubicBezTo>
                <a:lnTo>
                  <a:pt x="0" y="106985"/>
                </a:lnTo>
                <a:cubicBezTo>
                  <a:pt x="0" y="47899"/>
                  <a:pt x="47899" y="0"/>
                  <a:pt x="106985" y="0"/>
                </a:cubicBezTo>
                <a:close/>
              </a:path>
            </a:pathLst>
          </a:custGeom>
        </p:spPr>
      </p:pic>
      <p:sp>
        <p:nvSpPr>
          <p:cNvPr id="1451" name="Freeform: Shape 1450">
            <a:extLst>
              <a:ext uri="{FF2B5EF4-FFF2-40B4-BE49-F238E27FC236}">
                <a16:creationId xmlns:a16="http://schemas.microsoft.com/office/drawing/2014/main" id="{DF1E3393-B852-4883-B778-ED35251129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032259" y="2916245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2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53" name="Freeform: Shape 1452">
            <a:extLst>
              <a:ext uri="{FF2B5EF4-FFF2-40B4-BE49-F238E27FC236}">
                <a16:creationId xmlns:a16="http://schemas.microsoft.com/office/drawing/2014/main" id="{39853D09-4205-4CC7-83EB-288E886AC9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48440" y="5717906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55" name="Freeform: Shape 1454">
            <a:extLst>
              <a:ext uri="{FF2B5EF4-FFF2-40B4-BE49-F238E27FC236}">
                <a16:creationId xmlns:a16="http://schemas.microsoft.com/office/drawing/2014/main" id="{0D040B79-3E73-4A31-840D-D6B9C9FDFC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47511" y="6258756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457" name="Freeform: Shape 1456">
            <a:extLst>
              <a:ext uri="{FF2B5EF4-FFF2-40B4-BE49-F238E27FC236}">
                <a16:creationId xmlns:a16="http://schemas.microsoft.com/office/drawing/2014/main" id="{156C6AE5-3F8B-42AC-9EA4-1B686A11E9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43820" y="5835650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40" name="TextBox 1439"/>
          <p:cNvSpPr txBox="1"/>
          <p:nvPr/>
        </p:nvSpPr>
        <p:spPr>
          <a:xfrm>
            <a:off x="411480" y="6291072"/>
            <a:ext cx="2852063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800">
                <a:solidFill>
                  <a:srgbClr val="595959"/>
                </a:solidFill>
              </a:defRPr>
            </a:pPr>
            <a:r>
              <a:rPr lang="en-GB" sz="800"/>
              <a:t>Mercedeh.ERFANIANGHASAB@essca.fr | jeremy.celse@essca.fr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AC6B390-BC59-4F1D-A0EE-D71A92F0A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B6C60D79-16F1-4C4B-B7E3-7634E7069C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19137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426B127E-6498-4C77-9C9D-4553A5113B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02050" y="650160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4AEDEBA-6FE9-4F23-B02B-9FB71BC174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1" y="479493"/>
            <a:ext cx="52578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4400" b="1" dirty="0">
                <a:latin typeface="Arial" panose="020B0604020202020204" pitchFamily="34" charset="0"/>
                <a:cs typeface="Arial" panose="020B0604020202020204" pitchFamily="34" charset="0"/>
              </a:rPr>
              <a:t>Exercise 1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F25F7F9-D26E-4B65-8387-484298AE7CF4}"/>
              </a:ext>
            </a:extLst>
          </p:cNvPr>
          <p:cNvSpPr txBox="1"/>
          <p:nvPr/>
        </p:nvSpPr>
        <p:spPr>
          <a:xfrm>
            <a:off x="838201" y="1984443"/>
            <a:ext cx="5257800" cy="41925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just">
              <a:lnSpc>
                <a:spcPct val="90000"/>
              </a:lnSpc>
              <a:spcAft>
                <a:spcPts val="600"/>
              </a:spcAft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We studied the morning temperature (i.e. measured between 7am and 7.30am) over 100 days chosen randomly from the periods of winter observed for the last 20 years. 
Complete the following table: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Tableau 5">
                <a:extLst>
                  <a:ext uri="{FF2B5EF4-FFF2-40B4-BE49-F238E27FC236}">
                    <a16:creationId xmlns:a16="http://schemas.microsoft.com/office/drawing/2014/main" id="{8D618231-F795-4672-A643-43223F39DFB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6616636"/>
                  </p:ext>
                </p:extLst>
              </p:nvPr>
            </p:nvGraphicFramePr>
            <p:xfrm>
              <a:off x="6755308" y="2290824"/>
              <a:ext cx="4777385" cy="3035804"/>
            </p:xfrm>
            <a:graphic>
              <a:graphicData uri="http://schemas.openxmlformats.org/drawingml/2006/table">
                <a:tbl>
                  <a:tblPr firstRow="1" bandRow="1">
                    <a:tableStyleId>{85BE263C-DBD7-4A20-BB59-AAB30ACAA65A}</a:tableStyleId>
                  </a:tblPr>
                  <a:tblGrid>
                    <a:gridCol w="1573550">
                      <a:extLst>
                        <a:ext uri="{9D8B030D-6E8A-4147-A177-3AD203B41FA5}">
                          <a16:colId xmlns:a16="http://schemas.microsoft.com/office/drawing/2014/main" val="3196339109"/>
                        </a:ext>
                      </a:extLst>
                    </a:gridCol>
                    <a:gridCol w="1070622">
                      <a:extLst>
                        <a:ext uri="{9D8B030D-6E8A-4147-A177-3AD203B41FA5}">
                          <a16:colId xmlns:a16="http://schemas.microsoft.com/office/drawing/2014/main" val="623701906"/>
                        </a:ext>
                      </a:extLst>
                    </a:gridCol>
                    <a:gridCol w="576739">
                      <a:extLst>
                        <a:ext uri="{9D8B030D-6E8A-4147-A177-3AD203B41FA5}">
                          <a16:colId xmlns:a16="http://schemas.microsoft.com/office/drawing/2014/main" val="4094391380"/>
                        </a:ext>
                      </a:extLst>
                    </a:gridCol>
                    <a:gridCol w="450682">
                      <a:extLst>
                        <a:ext uri="{9D8B030D-6E8A-4147-A177-3AD203B41FA5}">
                          <a16:colId xmlns:a16="http://schemas.microsoft.com/office/drawing/2014/main" val="3619983102"/>
                        </a:ext>
                      </a:extLst>
                    </a:gridCol>
                    <a:gridCol w="530282">
                      <a:extLst>
                        <a:ext uri="{9D8B030D-6E8A-4147-A177-3AD203B41FA5}">
                          <a16:colId xmlns:a16="http://schemas.microsoft.com/office/drawing/2014/main" val="3899218944"/>
                        </a:ext>
                      </a:extLst>
                    </a:gridCol>
                    <a:gridCol w="575510">
                      <a:extLst>
                        <a:ext uri="{9D8B030D-6E8A-4147-A177-3AD203B41FA5}">
                          <a16:colId xmlns:a16="http://schemas.microsoft.com/office/drawing/2014/main" val="533469163"/>
                        </a:ext>
                      </a:extLst>
                    </a:gridCol>
                  </a:tblGrid>
                  <a:tr h="7224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800" b="1" cap="none" spc="0" err="1">
                              <a:solidFill>
                                <a:schemeClr val="tx1"/>
                              </a:solidFill>
                            </a:rPr>
                            <a:t>Temperature</a:t>
                          </a:r>
                          <a:endParaRPr lang="fr-FR" sz="1800" b="1" cap="none" spc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104204" marT="20841" marB="104204" anchor="b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800" b="1" cap="none" spc="0" dirty="0" err="1">
                              <a:solidFill>
                                <a:schemeClr val="tx1"/>
                              </a:solidFill>
                            </a:rPr>
                            <a:t>Numbre</a:t>
                          </a:r>
                          <a:r>
                            <a:rPr lang="fr-FR" sz="1800" b="1" cap="none" spc="0" dirty="0">
                              <a:solidFill>
                                <a:schemeClr val="tx1"/>
                              </a:solidFill>
                            </a:rPr>
                            <a:t> of </a:t>
                          </a:r>
                          <a:r>
                            <a:rPr lang="fr-FR" sz="1800" b="1" cap="none" spc="0" dirty="0" err="1">
                              <a:solidFill>
                                <a:schemeClr val="tx1"/>
                              </a:solidFill>
                            </a:rPr>
                            <a:t>days</a:t>
                          </a:r>
                          <a:endParaRPr lang="fr-FR" sz="1800" b="1" cap="none" spc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104204" marT="20841" marB="104204" anchor="b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sSubSup>
                                  <m:sSubSupPr>
                                    <m:ctrlPr>
                                      <a:rPr lang="fr-FR" sz="1800" b="1" i="1" cap="none" spc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fr-FR" sz="1800" b="1" i="1" cap="none" spc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𝐟</m:t>
                                    </m:r>
                                  </m:e>
                                  <m:sub>
                                    <m:r>
                                      <a:rPr lang="fr-FR" sz="1800" b="1" i="1" cap="none" spc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𝐢</m:t>
                                    </m:r>
                                  </m:sub>
                                  <m:sup>
                                    <m:r>
                                      <a:rPr lang="fr-FR" sz="1800" b="1" cap="none" spc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fr-FR" sz="1800" b="1" cap="none" spc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104204" marT="20841" marB="104204" anchor="b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fr-FR" sz="1800" b="1" i="1" cap="none" spc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800" b="1" i="1" cap="none" spc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𝐟</m:t>
                                    </m:r>
                                  </m:e>
                                  <m:sub>
                                    <m:r>
                                      <a:rPr lang="fr-FR" sz="1800" b="1" i="1" cap="none" spc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𝐢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sz="1800" b="1" cap="none" spc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104204" marT="20841" marB="104204" anchor="b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sSubSup>
                                  <m:sSubSupPr>
                                    <m:ctrlPr>
                                      <a:rPr lang="fr-FR" sz="1800" b="1" i="1" cap="none" spc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fr-FR" sz="1800" b="1" i="1" cap="none" spc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𝐧</m:t>
                                    </m:r>
                                  </m:e>
                                  <m:sub>
                                    <m:r>
                                      <a:rPr lang="fr-FR" sz="1800" b="1" i="1" cap="none" spc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𝐢</m:t>
                                    </m:r>
                                  </m:sub>
                                  <m:sup>
                                    <m:r>
                                      <a:rPr lang="fr-FR" sz="1800" b="1" cap="none" spc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fr-FR" sz="1800" b="1" cap="none" spc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104204" marT="20841" marB="104204" anchor="b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fr-FR" sz="1800" b="1" i="1" cap="none" spc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fr-FR" sz="1800" b="1" i="1" cap="none" spc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𝐟</m:t>
                                  </m:r>
                                </m:e>
                                <m:sub>
                                  <m:r>
                                    <a:rPr lang="fr-FR" sz="1800" b="1" i="1" cap="none" spc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𝐢</m:t>
                                  </m:r>
                                </m:sub>
                                <m:sup>
                                  <m:r>
                                    <a:rPr lang="fr-FR" sz="1800" b="1" cap="none" spc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</m:sup>
                              </m:sSubSup>
                            </m:oMath>
                          </a14:m>
                          <a:r>
                            <a:rPr lang="fr-FR" sz="1800" b="1" cap="none" spc="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 marL="0" marR="104204" marT="20841" marB="104204" anchor="b"/>
                    </a:tc>
                    <a:extLst>
                      <a:ext uri="{0D108BD9-81ED-4DB2-BD59-A6C34878D82A}">
                        <a16:rowId xmlns:a16="http://schemas.microsoft.com/office/drawing/2014/main" val="751406549"/>
                      </a:ext>
                    </a:extLst>
                  </a:tr>
                  <a:tr h="38555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400" cap="none" spc="0">
                              <a:solidFill>
                                <a:schemeClr val="tx1"/>
                              </a:solidFill>
                            </a:rPr>
                            <a:t>-1</a:t>
                          </a:r>
                        </a:p>
                      </a:txBody>
                      <a:tcPr marL="0" marR="104204" marT="31261" marB="104204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400" cap="none" spc="0" dirty="0">
                              <a:solidFill>
                                <a:schemeClr val="tx1"/>
                              </a:solidFill>
                            </a:rPr>
                            <a:t>20</a:t>
                          </a:r>
                        </a:p>
                      </a:txBody>
                      <a:tcPr marL="0" marR="104204" marT="31261" marB="104204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sz="1400" cap="none" spc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104204" marT="31261" marB="104204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sz="1400" cap="none" spc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104204" marT="31261" marB="104204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sz="1400" cap="none" spc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104204" marT="31261" marB="104204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sz="1400" cap="none" spc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104204" marT="31261" marB="104204"/>
                    </a:tc>
                    <a:extLst>
                      <a:ext uri="{0D108BD9-81ED-4DB2-BD59-A6C34878D82A}">
                        <a16:rowId xmlns:a16="http://schemas.microsoft.com/office/drawing/2014/main" val="1597273899"/>
                      </a:ext>
                    </a:extLst>
                  </a:tr>
                  <a:tr h="38555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400" cap="none" spc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 marL="0" marR="104204" marT="31261" marB="104204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400" cap="none" spc="0" dirty="0">
                              <a:solidFill>
                                <a:schemeClr val="tx1"/>
                              </a:solidFill>
                            </a:rPr>
                            <a:t>17</a:t>
                          </a:r>
                        </a:p>
                      </a:txBody>
                      <a:tcPr marL="0" marR="104204" marT="31261" marB="104204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sz="1400" cap="none" spc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104204" marT="31261" marB="104204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sz="1400" cap="none" spc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104204" marT="31261" marB="104204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sz="1400" cap="none" spc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104204" marT="31261" marB="104204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sz="1400" cap="none" spc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104204" marT="31261" marB="104204"/>
                    </a:tc>
                    <a:extLst>
                      <a:ext uri="{0D108BD9-81ED-4DB2-BD59-A6C34878D82A}">
                        <a16:rowId xmlns:a16="http://schemas.microsoft.com/office/drawing/2014/main" val="3340744488"/>
                      </a:ext>
                    </a:extLst>
                  </a:tr>
                  <a:tr h="38555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400" cap="none" spc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 marL="0" marR="104204" marT="31261" marB="104204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400" cap="none" spc="0" dirty="0">
                              <a:solidFill>
                                <a:schemeClr val="tx1"/>
                              </a:solidFill>
                            </a:rPr>
                            <a:t>43</a:t>
                          </a:r>
                        </a:p>
                      </a:txBody>
                      <a:tcPr marL="0" marR="104204" marT="31261" marB="104204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sz="1400" cap="none" spc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104204" marT="31261" marB="104204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sz="1400" cap="none" spc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104204" marT="31261" marB="104204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sz="1400" cap="none" spc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104204" marT="31261" marB="104204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sz="1400" cap="none" spc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104204" marT="31261" marB="104204"/>
                    </a:tc>
                    <a:extLst>
                      <a:ext uri="{0D108BD9-81ED-4DB2-BD59-A6C34878D82A}">
                        <a16:rowId xmlns:a16="http://schemas.microsoft.com/office/drawing/2014/main" val="3117472185"/>
                      </a:ext>
                    </a:extLst>
                  </a:tr>
                  <a:tr h="38555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400" cap="none" spc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 marL="0" marR="104204" marT="31261" marB="104204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400" cap="none" spc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</a:p>
                      </a:txBody>
                      <a:tcPr marL="0" marR="104204" marT="31261" marB="104204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sz="1400" cap="none" spc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104204" marT="31261" marB="104204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sz="1400" cap="none" spc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104204" marT="31261" marB="104204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sz="1400" cap="none" spc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104204" marT="31261" marB="104204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sz="1400" cap="none" spc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104204" marT="31261" marB="104204"/>
                    </a:tc>
                    <a:extLst>
                      <a:ext uri="{0D108BD9-81ED-4DB2-BD59-A6C34878D82A}">
                        <a16:rowId xmlns:a16="http://schemas.microsoft.com/office/drawing/2014/main" val="2961163649"/>
                      </a:ext>
                    </a:extLst>
                  </a:tr>
                  <a:tr h="38555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400" cap="none" spc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</a:p>
                      </a:txBody>
                      <a:tcPr marL="0" marR="104204" marT="31261" marB="104204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400" cap="none" spc="0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</a:p>
                      </a:txBody>
                      <a:tcPr marL="0" marR="104204" marT="31261" marB="104204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sz="1400" cap="none" spc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104204" marT="31261" marB="104204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sz="1400" cap="none" spc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104204" marT="31261" marB="104204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sz="1400" cap="none" spc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104204" marT="31261" marB="104204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sz="1400" cap="none" spc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104204" marT="31261" marB="104204"/>
                    </a:tc>
                    <a:extLst>
                      <a:ext uri="{0D108BD9-81ED-4DB2-BD59-A6C34878D82A}">
                        <a16:rowId xmlns:a16="http://schemas.microsoft.com/office/drawing/2014/main" val="2867687223"/>
                      </a:ext>
                    </a:extLst>
                  </a:tr>
                  <a:tr h="38555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400" b="1" cap="none" spc="0">
                              <a:solidFill>
                                <a:schemeClr val="tx1"/>
                              </a:solidFill>
                            </a:rPr>
                            <a:t>Total </a:t>
                          </a:r>
                        </a:p>
                      </a:txBody>
                      <a:tcPr marL="0" marR="104204" marT="31261" marB="104204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sz="1400" cap="none" spc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104204" marT="31261" marB="104204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sz="1400" cap="none" spc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104204" marT="31261" marB="104204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sz="1400" cap="none" spc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104204" marT="31261" marB="104204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sz="1400" cap="none" spc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104204" marT="31261" marB="104204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sz="1400" cap="none" spc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104204" marT="31261" marB="104204"/>
                    </a:tc>
                    <a:extLst>
                      <a:ext uri="{0D108BD9-81ED-4DB2-BD59-A6C34878D82A}">
                        <a16:rowId xmlns:a16="http://schemas.microsoft.com/office/drawing/2014/main" val="69417085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Tableau 5">
                <a:extLst>
                  <a:ext uri="{FF2B5EF4-FFF2-40B4-BE49-F238E27FC236}">
                    <a16:creationId xmlns:a16="http://schemas.microsoft.com/office/drawing/2014/main" id="{8D618231-F795-4672-A643-43223F39DFB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6616636"/>
                  </p:ext>
                </p:extLst>
              </p:nvPr>
            </p:nvGraphicFramePr>
            <p:xfrm>
              <a:off x="6755308" y="2290824"/>
              <a:ext cx="4777385" cy="3035804"/>
            </p:xfrm>
            <a:graphic>
              <a:graphicData uri="http://schemas.openxmlformats.org/drawingml/2006/table">
                <a:tbl>
                  <a:tblPr firstRow="1" bandRow="1">
                    <a:tableStyleId>{85BE263C-DBD7-4A20-BB59-AAB30ACAA65A}</a:tableStyleId>
                  </a:tblPr>
                  <a:tblGrid>
                    <a:gridCol w="1573550">
                      <a:extLst>
                        <a:ext uri="{9D8B030D-6E8A-4147-A177-3AD203B41FA5}">
                          <a16:colId xmlns:a16="http://schemas.microsoft.com/office/drawing/2014/main" val="3196339109"/>
                        </a:ext>
                      </a:extLst>
                    </a:gridCol>
                    <a:gridCol w="1070622">
                      <a:extLst>
                        <a:ext uri="{9D8B030D-6E8A-4147-A177-3AD203B41FA5}">
                          <a16:colId xmlns:a16="http://schemas.microsoft.com/office/drawing/2014/main" val="623701906"/>
                        </a:ext>
                      </a:extLst>
                    </a:gridCol>
                    <a:gridCol w="576739">
                      <a:extLst>
                        <a:ext uri="{9D8B030D-6E8A-4147-A177-3AD203B41FA5}">
                          <a16:colId xmlns:a16="http://schemas.microsoft.com/office/drawing/2014/main" val="4094391380"/>
                        </a:ext>
                      </a:extLst>
                    </a:gridCol>
                    <a:gridCol w="450682">
                      <a:extLst>
                        <a:ext uri="{9D8B030D-6E8A-4147-A177-3AD203B41FA5}">
                          <a16:colId xmlns:a16="http://schemas.microsoft.com/office/drawing/2014/main" val="3619983102"/>
                        </a:ext>
                      </a:extLst>
                    </a:gridCol>
                    <a:gridCol w="530282">
                      <a:extLst>
                        <a:ext uri="{9D8B030D-6E8A-4147-A177-3AD203B41FA5}">
                          <a16:colId xmlns:a16="http://schemas.microsoft.com/office/drawing/2014/main" val="3899218944"/>
                        </a:ext>
                      </a:extLst>
                    </a:gridCol>
                    <a:gridCol w="575510">
                      <a:extLst>
                        <a:ext uri="{9D8B030D-6E8A-4147-A177-3AD203B41FA5}">
                          <a16:colId xmlns:a16="http://schemas.microsoft.com/office/drawing/2014/main" val="533469163"/>
                        </a:ext>
                      </a:extLst>
                    </a:gridCol>
                  </a:tblGrid>
                  <a:tr h="7224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800" b="1" cap="none" spc="0" err="1">
                              <a:solidFill>
                                <a:schemeClr val="tx1"/>
                              </a:solidFill>
                            </a:rPr>
                            <a:t>Temperature</a:t>
                          </a:r>
                          <a:endParaRPr lang="fr-FR" sz="1800" b="1" cap="none" spc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104204" marT="20841" marB="104204" anchor="b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800" b="1" cap="none" spc="0" dirty="0" err="1">
                              <a:solidFill>
                                <a:schemeClr val="tx1"/>
                              </a:solidFill>
                            </a:rPr>
                            <a:t>Numbre</a:t>
                          </a:r>
                          <a:r>
                            <a:rPr lang="fr-FR" sz="1800" b="1" cap="none" spc="0" dirty="0">
                              <a:solidFill>
                                <a:schemeClr val="tx1"/>
                              </a:solidFill>
                            </a:rPr>
                            <a:t> of </a:t>
                          </a:r>
                          <a:r>
                            <a:rPr lang="fr-FR" sz="1800" b="1" cap="none" spc="0" dirty="0" err="1">
                              <a:solidFill>
                                <a:schemeClr val="tx1"/>
                              </a:solidFill>
                            </a:rPr>
                            <a:t>days</a:t>
                          </a:r>
                          <a:endParaRPr lang="fr-FR" sz="1800" b="1" cap="none" spc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104204" marT="20841" marB="104204" anchor="b"/>
                    </a:tc>
                    <a:tc>
                      <a:txBody>
                        <a:bodyPr/>
                        <a:lstStyle/>
                        <a:p>
                          <a:endParaRPr lang="en-NL"/>
                        </a:p>
                      </a:txBody>
                      <a:tcPr marL="0" marR="104204" marT="20841" marB="104204" anchor="b">
                        <a:blipFill>
                          <a:blip r:embed="rId2"/>
                          <a:stretch>
                            <a:fillRect l="-454348" t="-1754" r="-269565" b="-32280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NL"/>
                        </a:p>
                      </a:txBody>
                      <a:tcPr marL="0" marR="104204" marT="20841" marB="104204" anchor="b">
                        <a:blipFill>
                          <a:blip r:embed="rId2"/>
                          <a:stretch>
                            <a:fillRect l="-708333" t="-1754" r="-244444" b="-32280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NL"/>
                        </a:p>
                      </a:txBody>
                      <a:tcPr marL="0" marR="104204" marT="20841" marB="104204" anchor="b">
                        <a:blipFill>
                          <a:blip r:embed="rId2"/>
                          <a:stretch>
                            <a:fillRect l="-709756" t="-1754" r="-114634" b="-32280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NL"/>
                        </a:p>
                      </a:txBody>
                      <a:tcPr marL="0" marR="104204" marT="20841" marB="104204" anchor="b">
                        <a:blipFill>
                          <a:blip r:embed="rId2"/>
                          <a:stretch>
                            <a:fillRect l="-721739" t="-1754" r="-2174" b="-32280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51406549"/>
                      </a:ext>
                    </a:extLst>
                  </a:tr>
                  <a:tr h="38555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400" cap="none" spc="0">
                              <a:solidFill>
                                <a:schemeClr val="tx1"/>
                              </a:solidFill>
                            </a:rPr>
                            <a:t>-1</a:t>
                          </a:r>
                        </a:p>
                      </a:txBody>
                      <a:tcPr marL="0" marR="104204" marT="31261" marB="104204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400" cap="none" spc="0" dirty="0">
                              <a:solidFill>
                                <a:schemeClr val="tx1"/>
                              </a:solidFill>
                            </a:rPr>
                            <a:t>20</a:t>
                          </a:r>
                        </a:p>
                      </a:txBody>
                      <a:tcPr marL="0" marR="104204" marT="31261" marB="104204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sz="1400" cap="none" spc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104204" marT="31261" marB="104204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sz="1400" cap="none" spc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104204" marT="31261" marB="104204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sz="1400" cap="none" spc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104204" marT="31261" marB="104204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sz="1400" cap="none" spc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104204" marT="31261" marB="104204"/>
                    </a:tc>
                    <a:extLst>
                      <a:ext uri="{0D108BD9-81ED-4DB2-BD59-A6C34878D82A}">
                        <a16:rowId xmlns:a16="http://schemas.microsoft.com/office/drawing/2014/main" val="1597273899"/>
                      </a:ext>
                    </a:extLst>
                  </a:tr>
                  <a:tr h="38555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400" cap="none" spc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 marL="0" marR="104204" marT="31261" marB="104204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400" cap="none" spc="0" dirty="0">
                              <a:solidFill>
                                <a:schemeClr val="tx1"/>
                              </a:solidFill>
                            </a:rPr>
                            <a:t>17</a:t>
                          </a:r>
                        </a:p>
                      </a:txBody>
                      <a:tcPr marL="0" marR="104204" marT="31261" marB="104204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sz="1400" cap="none" spc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104204" marT="31261" marB="104204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sz="1400" cap="none" spc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104204" marT="31261" marB="104204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sz="1400" cap="none" spc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104204" marT="31261" marB="104204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sz="1400" cap="none" spc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104204" marT="31261" marB="104204"/>
                    </a:tc>
                    <a:extLst>
                      <a:ext uri="{0D108BD9-81ED-4DB2-BD59-A6C34878D82A}">
                        <a16:rowId xmlns:a16="http://schemas.microsoft.com/office/drawing/2014/main" val="3340744488"/>
                      </a:ext>
                    </a:extLst>
                  </a:tr>
                  <a:tr h="38555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400" cap="none" spc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 marL="0" marR="104204" marT="31261" marB="104204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400" cap="none" spc="0" dirty="0">
                              <a:solidFill>
                                <a:schemeClr val="tx1"/>
                              </a:solidFill>
                            </a:rPr>
                            <a:t>43</a:t>
                          </a:r>
                        </a:p>
                      </a:txBody>
                      <a:tcPr marL="0" marR="104204" marT="31261" marB="104204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sz="1400" cap="none" spc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104204" marT="31261" marB="104204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sz="1400" cap="none" spc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104204" marT="31261" marB="104204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sz="1400" cap="none" spc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104204" marT="31261" marB="104204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sz="1400" cap="none" spc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104204" marT="31261" marB="104204"/>
                    </a:tc>
                    <a:extLst>
                      <a:ext uri="{0D108BD9-81ED-4DB2-BD59-A6C34878D82A}">
                        <a16:rowId xmlns:a16="http://schemas.microsoft.com/office/drawing/2014/main" val="3117472185"/>
                      </a:ext>
                    </a:extLst>
                  </a:tr>
                  <a:tr h="38555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400" cap="none" spc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 marL="0" marR="104204" marT="31261" marB="104204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400" cap="none" spc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</a:p>
                      </a:txBody>
                      <a:tcPr marL="0" marR="104204" marT="31261" marB="104204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sz="1400" cap="none" spc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104204" marT="31261" marB="104204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sz="1400" cap="none" spc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104204" marT="31261" marB="104204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sz="1400" cap="none" spc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104204" marT="31261" marB="104204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sz="1400" cap="none" spc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104204" marT="31261" marB="104204"/>
                    </a:tc>
                    <a:extLst>
                      <a:ext uri="{0D108BD9-81ED-4DB2-BD59-A6C34878D82A}">
                        <a16:rowId xmlns:a16="http://schemas.microsoft.com/office/drawing/2014/main" val="2961163649"/>
                      </a:ext>
                    </a:extLst>
                  </a:tr>
                  <a:tr h="38555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400" cap="none" spc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</a:p>
                      </a:txBody>
                      <a:tcPr marL="0" marR="104204" marT="31261" marB="104204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400" cap="none" spc="0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</a:p>
                      </a:txBody>
                      <a:tcPr marL="0" marR="104204" marT="31261" marB="104204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sz="1400" cap="none" spc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104204" marT="31261" marB="104204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sz="1400" cap="none" spc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104204" marT="31261" marB="104204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sz="1400" cap="none" spc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104204" marT="31261" marB="104204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sz="1400" cap="none" spc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104204" marT="31261" marB="104204"/>
                    </a:tc>
                    <a:extLst>
                      <a:ext uri="{0D108BD9-81ED-4DB2-BD59-A6C34878D82A}">
                        <a16:rowId xmlns:a16="http://schemas.microsoft.com/office/drawing/2014/main" val="2867687223"/>
                      </a:ext>
                    </a:extLst>
                  </a:tr>
                  <a:tr h="38555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400" b="1" cap="none" spc="0">
                              <a:solidFill>
                                <a:schemeClr val="tx1"/>
                              </a:solidFill>
                            </a:rPr>
                            <a:t>Total </a:t>
                          </a:r>
                        </a:p>
                      </a:txBody>
                      <a:tcPr marL="0" marR="104204" marT="31261" marB="104204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sz="1400" cap="none" spc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104204" marT="31261" marB="104204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sz="1400" cap="none" spc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104204" marT="31261" marB="104204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sz="1400" cap="none" spc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104204" marT="31261" marB="104204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sz="1400" cap="none" spc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104204" marT="31261" marB="104204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sz="1400" cap="none" spc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104204" marT="31261" marB="104204"/>
                    </a:tc>
                    <a:extLst>
                      <a:ext uri="{0D108BD9-81ED-4DB2-BD59-A6C34878D82A}">
                        <a16:rowId xmlns:a16="http://schemas.microsoft.com/office/drawing/2014/main" val="69417085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8844572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E1BEB12-92AF-4445-98AD-4C7756E7C9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0522C2C-7B5C-48A7-A969-03941E5D2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9C682A1A-5B2D-4111-BBD6-620165633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69476" y="220196"/>
            <a:ext cx="9422524" cy="6637806"/>
          </a:xfrm>
          <a:custGeom>
            <a:avLst/>
            <a:gdLst>
              <a:gd name="connsiteX0" fmla="*/ 4929467 w 8191500"/>
              <a:gd name="connsiteY0" fmla="*/ 0 h 5770597"/>
              <a:gd name="connsiteX1" fmla="*/ 8065066 w 8191500"/>
              <a:gd name="connsiteY1" fmla="*/ 1118513 h 5770597"/>
              <a:gd name="connsiteX2" fmla="*/ 8191500 w 8191500"/>
              <a:gd name="connsiteY2" fmla="*/ 1227339 h 5770597"/>
              <a:gd name="connsiteX3" fmla="*/ 8191500 w 8191500"/>
              <a:gd name="connsiteY3" fmla="*/ 5770597 h 5770597"/>
              <a:gd name="connsiteX4" fmla="*/ 79523 w 8191500"/>
              <a:gd name="connsiteY4" fmla="*/ 5770597 h 5770597"/>
              <a:gd name="connsiteX5" fmla="*/ 56799 w 8191500"/>
              <a:gd name="connsiteY5" fmla="*/ 5644158 h 5770597"/>
              <a:gd name="connsiteX6" fmla="*/ 0 w 8191500"/>
              <a:gd name="connsiteY6" fmla="*/ 4898209 h 5770597"/>
              <a:gd name="connsiteX7" fmla="*/ 4929467 w 8191500"/>
              <a:gd name="connsiteY7" fmla="*/ 0 h 5770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91500" h="5770597">
                <a:moveTo>
                  <a:pt x="4929467" y="0"/>
                </a:moveTo>
                <a:cubicBezTo>
                  <a:pt x="6120547" y="0"/>
                  <a:pt x="7212963" y="419755"/>
                  <a:pt x="8065066" y="1118513"/>
                </a:cubicBezTo>
                <a:lnTo>
                  <a:pt x="8191500" y="1227339"/>
                </a:lnTo>
                <a:lnTo>
                  <a:pt x="8191500" y="5770597"/>
                </a:lnTo>
                <a:lnTo>
                  <a:pt x="79523" y="5770597"/>
                </a:lnTo>
                <a:lnTo>
                  <a:pt x="56799" y="5644158"/>
                </a:lnTo>
                <a:cubicBezTo>
                  <a:pt x="19398" y="5400934"/>
                  <a:pt x="0" y="5151822"/>
                  <a:pt x="0" y="4898209"/>
                </a:cubicBezTo>
                <a:cubicBezTo>
                  <a:pt x="0" y="2193003"/>
                  <a:pt x="2206998" y="0"/>
                  <a:pt x="492946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6EE29F2-D77F-4BD0-A20B-334D316A1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09800" y="2099696"/>
            <a:ext cx="1942241" cy="1889551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Arc 16">
            <a:extLst>
              <a:ext uri="{FF2B5EF4-FFF2-40B4-BE49-F238E27FC236}">
                <a16:creationId xmlns:a16="http://schemas.microsoft.com/office/drawing/2014/main" id="{22D09ED2-868F-42C6-866E-F92E0CEF31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520172">
            <a:off x="1613162" y="1492572"/>
            <a:ext cx="2987899" cy="2987899"/>
          </a:xfrm>
          <a:prstGeom prst="arc">
            <a:avLst>
              <a:gd name="adj1" fmla="val 14455503"/>
              <a:gd name="adj2" fmla="val 227775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08DA988-83BC-4CAF-B5DC-35E19F655F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6161" y="560528"/>
            <a:ext cx="1922653" cy="886825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r"/>
            <a:r>
              <a:rPr lang="en-US" sz="6000" b="1" dirty="0">
                <a:latin typeface="Arial" panose="020B0604020202020204" pitchFamily="34" charset="0"/>
                <a:cs typeface="Arial" panose="020B0604020202020204" pitchFamily="34" charset="0"/>
              </a:rPr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07A9309-05DA-4A7D-964F-3E41DE0F761D}"/>
              </a:ext>
            </a:extLst>
          </p:cNvPr>
          <p:cNvSpPr txBox="1"/>
          <p:nvPr/>
        </p:nvSpPr>
        <p:spPr>
          <a:xfrm>
            <a:off x="4844715" y="1681022"/>
            <a:ext cx="7038473" cy="46164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61201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7C59BEC-C4CC-4741-B975-08C543178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1" name="Arc 10">
            <a:extLst>
              <a:ext uri="{FF2B5EF4-FFF2-40B4-BE49-F238E27FC236}">
                <a16:creationId xmlns:a16="http://schemas.microsoft.com/office/drawing/2014/main" id="{72DEF309-605D-4117-9340-6D589B6C3A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986173" flipV="1">
            <a:off x="3930947" y="651615"/>
            <a:ext cx="4083433" cy="4083433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59DF4AF-EB56-497F-9EC4-3792B7715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599" cy="1325563"/>
          </a:xfrm>
        </p:spPr>
        <p:txBody>
          <a:bodyPr>
            <a:normAutofit/>
          </a:bodyPr>
          <a:lstStyle/>
          <a:p>
            <a:r>
              <a:rPr lang="fr-FR" b="1" dirty="0" err="1">
                <a:latin typeface="Arial" panose="020B0604020202020204" pitchFamily="34" charset="0"/>
                <a:cs typeface="Arial" panose="020B0604020202020204" pitchFamily="34" charset="0"/>
              </a:rPr>
              <a:t>Exercise</a:t>
            </a:r>
            <a:r>
              <a:rPr lang="fr-FR" b="1" dirty="0">
                <a:latin typeface="Arial" panose="020B0604020202020204" pitchFamily="34" charset="0"/>
                <a:cs typeface="Arial" panose="020B0604020202020204" pitchFamily="34" charset="0"/>
              </a:rPr>
              <a:t> 2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6DA4EC6-6600-48BE-AED2-90A0A908CF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393361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We studied the morning speed (i.e. measured (in Km/h) between 7am and 7.30am) of the wind on n days chosen randomly from the periods of winter observed for the last 20 years. 
Complete the following table:</a:t>
            </a:r>
            <a:r>
              <a:rPr lang="en-US" dirty="0"/>
              <a:t>
</a:t>
            </a: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A7B99495-F43F-4D80-A44F-2CB4764EB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77008" y="5228027"/>
            <a:ext cx="1107241" cy="107720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ableau 3">
                <a:extLst>
                  <a:ext uri="{FF2B5EF4-FFF2-40B4-BE49-F238E27FC236}">
                    <a16:creationId xmlns:a16="http://schemas.microsoft.com/office/drawing/2014/main" id="{D8731FE7-289F-4569-8899-DD98785D8C0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69281129"/>
                  </p:ext>
                </p:extLst>
              </p:nvPr>
            </p:nvGraphicFramePr>
            <p:xfrm>
              <a:off x="7109962" y="2615446"/>
              <a:ext cx="4221599" cy="2768036"/>
            </p:xfrm>
            <a:graphic>
              <a:graphicData uri="http://schemas.openxmlformats.org/drawingml/2006/table">
                <a:tbl>
                  <a:tblPr firstRow="1" bandRow="1">
                    <a:tableStyleId>{85BE263C-DBD7-4A20-BB59-AAB30ACAA65A}</a:tableStyleId>
                  </a:tblPr>
                  <a:tblGrid>
                    <a:gridCol w="1015364">
                      <a:extLst>
                        <a:ext uri="{9D8B030D-6E8A-4147-A177-3AD203B41FA5}">
                          <a16:colId xmlns:a16="http://schemas.microsoft.com/office/drawing/2014/main" val="2512171411"/>
                        </a:ext>
                      </a:extLst>
                    </a:gridCol>
                    <a:gridCol w="1026695">
                      <a:extLst>
                        <a:ext uri="{9D8B030D-6E8A-4147-A177-3AD203B41FA5}">
                          <a16:colId xmlns:a16="http://schemas.microsoft.com/office/drawing/2014/main" val="174336170"/>
                        </a:ext>
                      </a:extLst>
                    </a:gridCol>
                    <a:gridCol w="625642">
                      <a:extLst>
                        <a:ext uri="{9D8B030D-6E8A-4147-A177-3AD203B41FA5}">
                          <a16:colId xmlns:a16="http://schemas.microsoft.com/office/drawing/2014/main" val="681406848"/>
                        </a:ext>
                      </a:extLst>
                    </a:gridCol>
                    <a:gridCol w="618469">
                      <a:extLst>
                        <a:ext uri="{9D8B030D-6E8A-4147-A177-3AD203B41FA5}">
                          <a16:colId xmlns:a16="http://schemas.microsoft.com/office/drawing/2014/main" val="2671491569"/>
                        </a:ext>
                      </a:extLst>
                    </a:gridCol>
                    <a:gridCol w="450810">
                      <a:extLst>
                        <a:ext uri="{9D8B030D-6E8A-4147-A177-3AD203B41FA5}">
                          <a16:colId xmlns:a16="http://schemas.microsoft.com/office/drawing/2014/main" val="3509455883"/>
                        </a:ext>
                      </a:extLst>
                    </a:gridCol>
                    <a:gridCol w="484619">
                      <a:extLst>
                        <a:ext uri="{9D8B030D-6E8A-4147-A177-3AD203B41FA5}">
                          <a16:colId xmlns:a16="http://schemas.microsoft.com/office/drawing/2014/main" val="3214901987"/>
                        </a:ext>
                      </a:extLst>
                    </a:gridCol>
                  </a:tblGrid>
                  <a:tr h="5146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4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</a:rPr>
                            <a:t>Speed</a:t>
                          </a:r>
                        </a:p>
                      </a:txBody>
                      <a:tcPr marL="69549" marR="69549" marT="34774" marB="34774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400" dirty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</a:rPr>
                            <a:t>Number of </a:t>
                          </a:r>
                          <a:r>
                            <a:rPr lang="fr-FR" sz="1400" dirty="0" err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</a:rPr>
                            <a:t>days</a:t>
                          </a:r>
                          <a:endParaRPr lang="fr-FR" sz="14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</a:endParaRPr>
                        </a:p>
                      </a:txBody>
                      <a:tcPr marL="69549" marR="69549" marT="34774" marB="34774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sSubSup>
                                  <m:sSubSupPr>
                                    <m:ctrlPr>
                                      <a:rPr lang="fr-FR" sz="1400" b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fr-FR" sz="1400" b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fr-FR" sz="1400" b="1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  <m:sup>
                                    <m:r>
                                      <a:rPr lang="fr-FR" sz="1400" b="1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fr-FR" sz="1400" b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</a:endParaRPr>
                        </a:p>
                      </a:txBody>
                      <a:tcPr marL="69549" marR="69549" marT="34774" marB="34774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fr-FR" sz="1400" b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400" b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fr-FR" sz="1400" b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sz="140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</a:endParaRPr>
                        </a:p>
                      </a:txBody>
                      <a:tcPr marL="69549" marR="69549" marT="34774" marB="34774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sSubSup>
                                  <m:sSubSupPr>
                                    <m:ctrlPr>
                                      <a:rPr lang="fr-FR" sz="1400" b="1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fr-FR" sz="1400" b="1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</m:e>
                                  <m:sub>
                                    <m:r>
                                      <a:rPr lang="fr-FR" sz="1400" b="1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  <m:sup>
                                    <m:r>
                                      <a:rPr lang="fr-FR" sz="1400" b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fr-FR" sz="1400" b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</a:endParaRPr>
                        </a:p>
                      </a:txBody>
                      <a:tcPr marL="69549" marR="69549" marT="34774" marB="34774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fr-FR" sz="1400" b="1" smtClean="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fr-FR" sz="1400" b="1" smtClean="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𝒇</m:t>
                                  </m:r>
                                </m:e>
                                <m:sub>
                                  <m:r>
                                    <a:rPr lang="fr-FR" sz="1400" b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  <m:sup>
                                  <m:r>
                                    <a:rPr lang="fr-FR" sz="1400" b="1" smtClean="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</m:sup>
                              </m:sSubSup>
                            </m:oMath>
                          </a14:m>
                          <a:r>
                            <a:rPr lang="fr-FR" sz="1400" b="1" dirty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</a:rPr>
                            <a:t> </a:t>
                          </a:r>
                        </a:p>
                      </a:txBody>
                      <a:tcPr marL="69549" marR="69549" marT="34774" marB="34774"/>
                    </a:tc>
                    <a:extLst>
                      <a:ext uri="{0D108BD9-81ED-4DB2-BD59-A6C34878D82A}">
                        <a16:rowId xmlns:a16="http://schemas.microsoft.com/office/drawing/2014/main" val="1533465849"/>
                      </a:ext>
                    </a:extLst>
                  </a:tr>
                  <a:tr h="306014">
                    <a:tc>
                      <a:txBody>
                        <a:bodyPr/>
                        <a:lstStyle/>
                        <a:p>
                          <a:r>
                            <a:rPr lang="fr-FR" sz="1400" dirty="0"/>
                            <a:t>[0 ; 10]</a:t>
                          </a:r>
                        </a:p>
                      </a:txBody>
                      <a:tcPr marL="69549" marR="69549" marT="34774" marB="34774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400"/>
                            <a:t>21</a:t>
                          </a:r>
                        </a:p>
                      </a:txBody>
                      <a:tcPr marL="69549" marR="69549" marT="34774" marB="34774"/>
                    </a:tc>
                    <a:tc>
                      <a:txBody>
                        <a:bodyPr/>
                        <a:lstStyle/>
                        <a:p>
                          <a:endParaRPr lang="fr-FR" sz="1400"/>
                        </a:p>
                      </a:txBody>
                      <a:tcPr marL="69549" marR="69549" marT="34774" marB="34774"/>
                    </a:tc>
                    <a:tc>
                      <a:txBody>
                        <a:bodyPr/>
                        <a:lstStyle/>
                        <a:p>
                          <a:endParaRPr lang="fr-FR" sz="1400" dirty="0"/>
                        </a:p>
                      </a:txBody>
                      <a:tcPr marL="69549" marR="69549" marT="34774" marB="34774"/>
                    </a:tc>
                    <a:tc>
                      <a:txBody>
                        <a:bodyPr/>
                        <a:lstStyle/>
                        <a:p>
                          <a:endParaRPr lang="fr-FR" sz="1400"/>
                        </a:p>
                      </a:txBody>
                      <a:tcPr marL="69549" marR="69549" marT="34774" marB="34774"/>
                    </a:tc>
                    <a:tc>
                      <a:txBody>
                        <a:bodyPr/>
                        <a:lstStyle/>
                        <a:p>
                          <a:endParaRPr lang="fr-FR" sz="1400"/>
                        </a:p>
                      </a:txBody>
                      <a:tcPr marL="69549" marR="69549" marT="34774" marB="34774"/>
                    </a:tc>
                    <a:extLst>
                      <a:ext uri="{0D108BD9-81ED-4DB2-BD59-A6C34878D82A}">
                        <a16:rowId xmlns:a16="http://schemas.microsoft.com/office/drawing/2014/main" val="3657244147"/>
                      </a:ext>
                    </a:extLst>
                  </a:tr>
                  <a:tr h="306014">
                    <a:tc>
                      <a:txBody>
                        <a:bodyPr/>
                        <a:lstStyle/>
                        <a:p>
                          <a:r>
                            <a:rPr lang="fr-FR" sz="1400" dirty="0"/>
                            <a:t>[10 ; 30]</a:t>
                          </a:r>
                        </a:p>
                      </a:txBody>
                      <a:tcPr marL="69549" marR="69549" marT="34774" marB="34774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400" dirty="0"/>
                            <a:t>24</a:t>
                          </a:r>
                        </a:p>
                      </a:txBody>
                      <a:tcPr marL="69549" marR="69549" marT="34774" marB="34774"/>
                    </a:tc>
                    <a:tc>
                      <a:txBody>
                        <a:bodyPr/>
                        <a:lstStyle/>
                        <a:p>
                          <a:endParaRPr lang="fr-FR" sz="1400" dirty="0"/>
                        </a:p>
                      </a:txBody>
                      <a:tcPr marL="69549" marR="69549" marT="34774" marB="34774"/>
                    </a:tc>
                    <a:tc>
                      <a:txBody>
                        <a:bodyPr/>
                        <a:lstStyle/>
                        <a:p>
                          <a:endParaRPr lang="fr-FR" sz="1400" dirty="0"/>
                        </a:p>
                      </a:txBody>
                      <a:tcPr marL="69549" marR="69549" marT="34774" marB="34774"/>
                    </a:tc>
                    <a:tc>
                      <a:txBody>
                        <a:bodyPr/>
                        <a:lstStyle/>
                        <a:p>
                          <a:endParaRPr lang="fr-FR" sz="1400"/>
                        </a:p>
                      </a:txBody>
                      <a:tcPr marL="69549" marR="69549" marT="34774" marB="34774"/>
                    </a:tc>
                    <a:tc>
                      <a:txBody>
                        <a:bodyPr/>
                        <a:lstStyle/>
                        <a:p>
                          <a:endParaRPr lang="fr-FR" sz="1400"/>
                        </a:p>
                      </a:txBody>
                      <a:tcPr marL="69549" marR="69549" marT="34774" marB="34774"/>
                    </a:tc>
                    <a:extLst>
                      <a:ext uri="{0D108BD9-81ED-4DB2-BD59-A6C34878D82A}">
                        <a16:rowId xmlns:a16="http://schemas.microsoft.com/office/drawing/2014/main" val="3646404715"/>
                      </a:ext>
                    </a:extLst>
                  </a:tr>
                  <a:tr h="306014">
                    <a:tc>
                      <a:txBody>
                        <a:bodyPr/>
                        <a:lstStyle/>
                        <a:p>
                          <a:r>
                            <a:rPr lang="fr-FR" sz="1400" dirty="0"/>
                            <a:t>[30 ; 70]</a:t>
                          </a:r>
                        </a:p>
                      </a:txBody>
                      <a:tcPr marL="69549" marR="69549" marT="34774" marB="34774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400"/>
                            <a:t>45</a:t>
                          </a:r>
                        </a:p>
                      </a:txBody>
                      <a:tcPr marL="69549" marR="69549" marT="34774" marB="34774"/>
                    </a:tc>
                    <a:tc>
                      <a:txBody>
                        <a:bodyPr/>
                        <a:lstStyle/>
                        <a:p>
                          <a:endParaRPr lang="fr-FR" sz="1400"/>
                        </a:p>
                      </a:txBody>
                      <a:tcPr marL="69549" marR="69549" marT="34774" marB="34774"/>
                    </a:tc>
                    <a:tc>
                      <a:txBody>
                        <a:bodyPr/>
                        <a:lstStyle/>
                        <a:p>
                          <a:endParaRPr lang="fr-FR" sz="1400"/>
                        </a:p>
                      </a:txBody>
                      <a:tcPr marL="69549" marR="69549" marT="34774" marB="34774"/>
                    </a:tc>
                    <a:tc>
                      <a:txBody>
                        <a:bodyPr/>
                        <a:lstStyle/>
                        <a:p>
                          <a:endParaRPr lang="fr-FR" sz="1400"/>
                        </a:p>
                      </a:txBody>
                      <a:tcPr marL="69549" marR="69549" marT="34774" marB="34774"/>
                    </a:tc>
                    <a:tc>
                      <a:txBody>
                        <a:bodyPr/>
                        <a:lstStyle/>
                        <a:p>
                          <a:endParaRPr lang="fr-FR" sz="1400"/>
                        </a:p>
                      </a:txBody>
                      <a:tcPr marL="69549" marR="69549" marT="34774" marB="34774"/>
                    </a:tc>
                    <a:extLst>
                      <a:ext uri="{0D108BD9-81ED-4DB2-BD59-A6C34878D82A}">
                        <a16:rowId xmlns:a16="http://schemas.microsoft.com/office/drawing/2014/main" val="1730413526"/>
                      </a:ext>
                    </a:extLst>
                  </a:tr>
                  <a:tr h="514660">
                    <a:tc>
                      <a:txBody>
                        <a:bodyPr/>
                        <a:lstStyle/>
                        <a:p>
                          <a:r>
                            <a:rPr lang="fr-FR" sz="1400" dirty="0"/>
                            <a:t>[70 ; 100]</a:t>
                          </a:r>
                        </a:p>
                      </a:txBody>
                      <a:tcPr marL="69549" marR="69549" marT="34774" marB="34774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400"/>
                            <a:t>12</a:t>
                          </a:r>
                        </a:p>
                      </a:txBody>
                      <a:tcPr marL="69549" marR="69549" marT="34774" marB="34774"/>
                    </a:tc>
                    <a:tc>
                      <a:txBody>
                        <a:bodyPr/>
                        <a:lstStyle/>
                        <a:p>
                          <a:endParaRPr lang="fr-FR" sz="1400"/>
                        </a:p>
                      </a:txBody>
                      <a:tcPr marL="69549" marR="69549" marT="34774" marB="34774"/>
                    </a:tc>
                    <a:tc>
                      <a:txBody>
                        <a:bodyPr/>
                        <a:lstStyle/>
                        <a:p>
                          <a:endParaRPr lang="fr-FR" sz="1400"/>
                        </a:p>
                      </a:txBody>
                      <a:tcPr marL="69549" marR="69549" marT="34774" marB="34774"/>
                    </a:tc>
                    <a:tc>
                      <a:txBody>
                        <a:bodyPr/>
                        <a:lstStyle/>
                        <a:p>
                          <a:endParaRPr lang="fr-FR" sz="1400"/>
                        </a:p>
                      </a:txBody>
                      <a:tcPr marL="69549" marR="69549" marT="34774" marB="34774"/>
                    </a:tc>
                    <a:tc>
                      <a:txBody>
                        <a:bodyPr/>
                        <a:lstStyle/>
                        <a:p>
                          <a:endParaRPr lang="fr-FR" sz="1400"/>
                        </a:p>
                      </a:txBody>
                      <a:tcPr marL="69549" marR="69549" marT="34774" marB="34774"/>
                    </a:tc>
                    <a:extLst>
                      <a:ext uri="{0D108BD9-81ED-4DB2-BD59-A6C34878D82A}">
                        <a16:rowId xmlns:a16="http://schemas.microsoft.com/office/drawing/2014/main" val="1218259845"/>
                      </a:ext>
                    </a:extLst>
                  </a:tr>
                  <a:tr h="514660">
                    <a:tc>
                      <a:txBody>
                        <a:bodyPr/>
                        <a:lstStyle/>
                        <a:p>
                          <a:r>
                            <a:rPr lang="fr-FR" sz="1400" dirty="0"/>
                            <a:t>[100 ; 150]</a:t>
                          </a:r>
                        </a:p>
                      </a:txBody>
                      <a:tcPr marL="69549" marR="69549" marT="34774" marB="34774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400" dirty="0"/>
                            <a:t>18</a:t>
                          </a:r>
                        </a:p>
                      </a:txBody>
                      <a:tcPr marL="69549" marR="69549" marT="34774" marB="34774"/>
                    </a:tc>
                    <a:tc>
                      <a:txBody>
                        <a:bodyPr/>
                        <a:lstStyle/>
                        <a:p>
                          <a:endParaRPr lang="fr-FR" sz="1400"/>
                        </a:p>
                      </a:txBody>
                      <a:tcPr marL="69549" marR="69549" marT="34774" marB="34774"/>
                    </a:tc>
                    <a:tc>
                      <a:txBody>
                        <a:bodyPr/>
                        <a:lstStyle/>
                        <a:p>
                          <a:endParaRPr lang="fr-FR" sz="1400"/>
                        </a:p>
                      </a:txBody>
                      <a:tcPr marL="69549" marR="69549" marT="34774" marB="34774"/>
                    </a:tc>
                    <a:tc>
                      <a:txBody>
                        <a:bodyPr/>
                        <a:lstStyle/>
                        <a:p>
                          <a:endParaRPr lang="fr-FR" sz="1400"/>
                        </a:p>
                      </a:txBody>
                      <a:tcPr marL="69549" marR="69549" marT="34774" marB="34774"/>
                    </a:tc>
                    <a:tc>
                      <a:txBody>
                        <a:bodyPr/>
                        <a:lstStyle/>
                        <a:p>
                          <a:endParaRPr lang="fr-FR" sz="1400"/>
                        </a:p>
                      </a:txBody>
                      <a:tcPr marL="69549" marR="69549" marT="34774" marB="34774"/>
                    </a:tc>
                    <a:extLst>
                      <a:ext uri="{0D108BD9-81ED-4DB2-BD59-A6C34878D82A}">
                        <a16:rowId xmlns:a16="http://schemas.microsoft.com/office/drawing/2014/main" val="2393789884"/>
                      </a:ext>
                    </a:extLst>
                  </a:tr>
                  <a:tr h="306014">
                    <a:tc>
                      <a:txBody>
                        <a:bodyPr/>
                        <a:lstStyle/>
                        <a:p>
                          <a:r>
                            <a:rPr lang="fr-FR" sz="1400" b="1"/>
                            <a:t>Total </a:t>
                          </a:r>
                        </a:p>
                      </a:txBody>
                      <a:tcPr marL="69549" marR="69549" marT="34774" marB="34774"/>
                    </a:tc>
                    <a:tc>
                      <a:txBody>
                        <a:bodyPr/>
                        <a:lstStyle/>
                        <a:p>
                          <a:endParaRPr lang="fr-FR" sz="1400"/>
                        </a:p>
                      </a:txBody>
                      <a:tcPr marL="69549" marR="69549" marT="34774" marB="34774"/>
                    </a:tc>
                    <a:tc>
                      <a:txBody>
                        <a:bodyPr/>
                        <a:lstStyle/>
                        <a:p>
                          <a:endParaRPr lang="fr-FR" sz="1400"/>
                        </a:p>
                      </a:txBody>
                      <a:tcPr marL="69549" marR="69549" marT="34774" marB="34774"/>
                    </a:tc>
                    <a:tc>
                      <a:txBody>
                        <a:bodyPr/>
                        <a:lstStyle/>
                        <a:p>
                          <a:endParaRPr lang="fr-FR" sz="1400"/>
                        </a:p>
                      </a:txBody>
                      <a:tcPr marL="69549" marR="69549" marT="34774" marB="34774"/>
                    </a:tc>
                    <a:tc>
                      <a:txBody>
                        <a:bodyPr/>
                        <a:lstStyle/>
                        <a:p>
                          <a:endParaRPr lang="fr-FR" sz="1400"/>
                        </a:p>
                      </a:txBody>
                      <a:tcPr marL="69549" marR="69549" marT="34774" marB="34774"/>
                    </a:tc>
                    <a:tc>
                      <a:txBody>
                        <a:bodyPr/>
                        <a:lstStyle/>
                        <a:p>
                          <a:endParaRPr lang="fr-FR" sz="1400" dirty="0"/>
                        </a:p>
                      </a:txBody>
                      <a:tcPr marL="69549" marR="69549" marT="34774" marB="34774"/>
                    </a:tc>
                    <a:extLst>
                      <a:ext uri="{0D108BD9-81ED-4DB2-BD59-A6C34878D82A}">
                        <a16:rowId xmlns:a16="http://schemas.microsoft.com/office/drawing/2014/main" val="124066641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Tableau 3">
                <a:extLst>
                  <a:ext uri="{FF2B5EF4-FFF2-40B4-BE49-F238E27FC236}">
                    <a16:creationId xmlns:a16="http://schemas.microsoft.com/office/drawing/2014/main" id="{D8731FE7-289F-4569-8899-DD98785D8C0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69281129"/>
                  </p:ext>
                </p:extLst>
              </p:nvPr>
            </p:nvGraphicFramePr>
            <p:xfrm>
              <a:off x="7109962" y="2615446"/>
              <a:ext cx="4221599" cy="2768036"/>
            </p:xfrm>
            <a:graphic>
              <a:graphicData uri="http://schemas.openxmlformats.org/drawingml/2006/table">
                <a:tbl>
                  <a:tblPr firstRow="1" bandRow="1">
                    <a:tableStyleId>{85BE263C-DBD7-4A20-BB59-AAB30ACAA65A}</a:tableStyleId>
                  </a:tblPr>
                  <a:tblGrid>
                    <a:gridCol w="1015364">
                      <a:extLst>
                        <a:ext uri="{9D8B030D-6E8A-4147-A177-3AD203B41FA5}">
                          <a16:colId xmlns:a16="http://schemas.microsoft.com/office/drawing/2014/main" val="2512171411"/>
                        </a:ext>
                      </a:extLst>
                    </a:gridCol>
                    <a:gridCol w="1026695">
                      <a:extLst>
                        <a:ext uri="{9D8B030D-6E8A-4147-A177-3AD203B41FA5}">
                          <a16:colId xmlns:a16="http://schemas.microsoft.com/office/drawing/2014/main" val="174336170"/>
                        </a:ext>
                      </a:extLst>
                    </a:gridCol>
                    <a:gridCol w="625642">
                      <a:extLst>
                        <a:ext uri="{9D8B030D-6E8A-4147-A177-3AD203B41FA5}">
                          <a16:colId xmlns:a16="http://schemas.microsoft.com/office/drawing/2014/main" val="681406848"/>
                        </a:ext>
                      </a:extLst>
                    </a:gridCol>
                    <a:gridCol w="618469">
                      <a:extLst>
                        <a:ext uri="{9D8B030D-6E8A-4147-A177-3AD203B41FA5}">
                          <a16:colId xmlns:a16="http://schemas.microsoft.com/office/drawing/2014/main" val="2671491569"/>
                        </a:ext>
                      </a:extLst>
                    </a:gridCol>
                    <a:gridCol w="450810">
                      <a:extLst>
                        <a:ext uri="{9D8B030D-6E8A-4147-A177-3AD203B41FA5}">
                          <a16:colId xmlns:a16="http://schemas.microsoft.com/office/drawing/2014/main" val="3509455883"/>
                        </a:ext>
                      </a:extLst>
                    </a:gridCol>
                    <a:gridCol w="484619">
                      <a:extLst>
                        <a:ext uri="{9D8B030D-6E8A-4147-A177-3AD203B41FA5}">
                          <a16:colId xmlns:a16="http://schemas.microsoft.com/office/drawing/2014/main" val="3214901987"/>
                        </a:ext>
                      </a:extLst>
                    </a:gridCol>
                  </a:tblGrid>
                  <a:tr h="5146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4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</a:rPr>
                            <a:t>Speed</a:t>
                          </a:r>
                        </a:p>
                      </a:txBody>
                      <a:tcPr marL="69549" marR="69549" marT="34774" marB="34774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400" dirty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</a:rPr>
                            <a:t>Number of </a:t>
                          </a:r>
                          <a:r>
                            <a:rPr lang="fr-FR" sz="1400" dirty="0" err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</a:rPr>
                            <a:t>days</a:t>
                          </a:r>
                          <a:endParaRPr lang="fr-FR" sz="14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</a:endParaRPr>
                        </a:p>
                      </a:txBody>
                      <a:tcPr marL="69549" marR="69549" marT="34774" marB="34774"/>
                    </a:tc>
                    <a:tc>
                      <a:txBody>
                        <a:bodyPr/>
                        <a:lstStyle/>
                        <a:p>
                          <a:endParaRPr lang="en-NL"/>
                        </a:p>
                      </a:txBody>
                      <a:tcPr marL="69549" marR="69549" marT="34774" marB="34774">
                        <a:blipFill>
                          <a:blip r:embed="rId2"/>
                          <a:stretch>
                            <a:fillRect l="-330612" t="-2439" r="-253061" b="-4463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NL"/>
                        </a:p>
                      </a:txBody>
                      <a:tcPr marL="69549" marR="69549" marT="34774" marB="34774">
                        <a:blipFill>
                          <a:blip r:embed="rId2"/>
                          <a:stretch>
                            <a:fillRect l="-430612" t="-2439" r="-153061" b="-4463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NL"/>
                        </a:p>
                      </a:txBody>
                      <a:tcPr marL="69549" marR="69549" marT="34774" marB="34774">
                        <a:blipFill>
                          <a:blip r:embed="rId2"/>
                          <a:stretch>
                            <a:fillRect l="-722222" t="-2439" r="-108333" b="-4463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NL"/>
                        </a:p>
                      </a:txBody>
                      <a:tcPr marL="69549" marR="69549" marT="34774" marB="34774">
                        <a:blipFill>
                          <a:blip r:embed="rId2"/>
                          <a:stretch>
                            <a:fillRect l="-778947" t="-2439" r="-2632" b="-44634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3465849"/>
                      </a:ext>
                    </a:extLst>
                  </a:tr>
                  <a:tr h="306014">
                    <a:tc>
                      <a:txBody>
                        <a:bodyPr/>
                        <a:lstStyle/>
                        <a:p>
                          <a:r>
                            <a:rPr lang="fr-FR" sz="1400" dirty="0"/>
                            <a:t>[0 ; 10]</a:t>
                          </a:r>
                        </a:p>
                      </a:txBody>
                      <a:tcPr marL="69549" marR="69549" marT="34774" marB="34774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400"/>
                            <a:t>21</a:t>
                          </a:r>
                        </a:p>
                      </a:txBody>
                      <a:tcPr marL="69549" marR="69549" marT="34774" marB="34774"/>
                    </a:tc>
                    <a:tc>
                      <a:txBody>
                        <a:bodyPr/>
                        <a:lstStyle/>
                        <a:p>
                          <a:endParaRPr lang="fr-FR" sz="1400"/>
                        </a:p>
                      </a:txBody>
                      <a:tcPr marL="69549" marR="69549" marT="34774" marB="34774"/>
                    </a:tc>
                    <a:tc>
                      <a:txBody>
                        <a:bodyPr/>
                        <a:lstStyle/>
                        <a:p>
                          <a:endParaRPr lang="fr-FR" sz="1400" dirty="0"/>
                        </a:p>
                      </a:txBody>
                      <a:tcPr marL="69549" marR="69549" marT="34774" marB="34774"/>
                    </a:tc>
                    <a:tc>
                      <a:txBody>
                        <a:bodyPr/>
                        <a:lstStyle/>
                        <a:p>
                          <a:endParaRPr lang="fr-FR" sz="1400"/>
                        </a:p>
                      </a:txBody>
                      <a:tcPr marL="69549" marR="69549" marT="34774" marB="34774"/>
                    </a:tc>
                    <a:tc>
                      <a:txBody>
                        <a:bodyPr/>
                        <a:lstStyle/>
                        <a:p>
                          <a:endParaRPr lang="fr-FR" sz="1400"/>
                        </a:p>
                      </a:txBody>
                      <a:tcPr marL="69549" marR="69549" marT="34774" marB="34774"/>
                    </a:tc>
                    <a:extLst>
                      <a:ext uri="{0D108BD9-81ED-4DB2-BD59-A6C34878D82A}">
                        <a16:rowId xmlns:a16="http://schemas.microsoft.com/office/drawing/2014/main" val="3657244147"/>
                      </a:ext>
                    </a:extLst>
                  </a:tr>
                  <a:tr h="306014">
                    <a:tc>
                      <a:txBody>
                        <a:bodyPr/>
                        <a:lstStyle/>
                        <a:p>
                          <a:r>
                            <a:rPr lang="fr-FR" sz="1400" dirty="0"/>
                            <a:t>[10 ; 30]</a:t>
                          </a:r>
                        </a:p>
                      </a:txBody>
                      <a:tcPr marL="69549" marR="69549" marT="34774" marB="34774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400" dirty="0"/>
                            <a:t>24</a:t>
                          </a:r>
                        </a:p>
                      </a:txBody>
                      <a:tcPr marL="69549" marR="69549" marT="34774" marB="34774"/>
                    </a:tc>
                    <a:tc>
                      <a:txBody>
                        <a:bodyPr/>
                        <a:lstStyle/>
                        <a:p>
                          <a:endParaRPr lang="fr-FR" sz="1400" dirty="0"/>
                        </a:p>
                      </a:txBody>
                      <a:tcPr marL="69549" marR="69549" marT="34774" marB="34774"/>
                    </a:tc>
                    <a:tc>
                      <a:txBody>
                        <a:bodyPr/>
                        <a:lstStyle/>
                        <a:p>
                          <a:endParaRPr lang="fr-FR" sz="1400" dirty="0"/>
                        </a:p>
                      </a:txBody>
                      <a:tcPr marL="69549" marR="69549" marT="34774" marB="34774"/>
                    </a:tc>
                    <a:tc>
                      <a:txBody>
                        <a:bodyPr/>
                        <a:lstStyle/>
                        <a:p>
                          <a:endParaRPr lang="fr-FR" sz="1400"/>
                        </a:p>
                      </a:txBody>
                      <a:tcPr marL="69549" marR="69549" marT="34774" marB="34774"/>
                    </a:tc>
                    <a:tc>
                      <a:txBody>
                        <a:bodyPr/>
                        <a:lstStyle/>
                        <a:p>
                          <a:endParaRPr lang="fr-FR" sz="1400"/>
                        </a:p>
                      </a:txBody>
                      <a:tcPr marL="69549" marR="69549" marT="34774" marB="34774"/>
                    </a:tc>
                    <a:extLst>
                      <a:ext uri="{0D108BD9-81ED-4DB2-BD59-A6C34878D82A}">
                        <a16:rowId xmlns:a16="http://schemas.microsoft.com/office/drawing/2014/main" val="3646404715"/>
                      </a:ext>
                    </a:extLst>
                  </a:tr>
                  <a:tr h="306014">
                    <a:tc>
                      <a:txBody>
                        <a:bodyPr/>
                        <a:lstStyle/>
                        <a:p>
                          <a:r>
                            <a:rPr lang="fr-FR" sz="1400" dirty="0"/>
                            <a:t>[30 ; 70]</a:t>
                          </a:r>
                        </a:p>
                      </a:txBody>
                      <a:tcPr marL="69549" marR="69549" marT="34774" marB="34774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400"/>
                            <a:t>45</a:t>
                          </a:r>
                        </a:p>
                      </a:txBody>
                      <a:tcPr marL="69549" marR="69549" marT="34774" marB="34774"/>
                    </a:tc>
                    <a:tc>
                      <a:txBody>
                        <a:bodyPr/>
                        <a:lstStyle/>
                        <a:p>
                          <a:endParaRPr lang="fr-FR" sz="1400"/>
                        </a:p>
                      </a:txBody>
                      <a:tcPr marL="69549" marR="69549" marT="34774" marB="34774"/>
                    </a:tc>
                    <a:tc>
                      <a:txBody>
                        <a:bodyPr/>
                        <a:lstStyle/>
                        <a:p>
                          <a:endParaRPr lang="fr-FR" sz="1400"/>
                        </a:p>
                      </a:txBody>
                      <a:tcPr marL="69549" marR="69549" marT="34774" marB="34774"/>
                    </a:tc>
                    <a:tc>
                      <a:txBody>
                        <a:bodyPr/>
                        <a:lstStyle/>
                        <a:p>
                          <a:endParaRPr lang="fr-FR" sz="1400"/>
                        </a:p>
                      </a:txBody>
                      <a:tcPr marL="69549" marR="69549" marT="34774" marB="34774"/>
                    </a:tc>
                    <a:tc>
                      <a:txBody>
                        <a:bodyPr/>
                        <a:lstStyle/>
                        <a:p>
                          <a:endParaRPr lang="fr-FR" sz="1400"/>
                        </a:p>
                      </a:txBody>
                      <a:tcPr marL="69549" marR="69549" marT="34774" marB="34774"/>
                    </a:tc>
                    <a:extLst>
                      <a:ext uri="{0D108BD9-81ED-4DB2-BD59-A6C34878D82A}">
                        <a16:rowId xmlns:a16="http://schemas.microsoft.com/office/drawing/2014/main" val="1730413526"/>
                      </a:ext>
                    </a:extLst>
                  </a:tr>
                  <a:tr h="514660">
                    <a:tc>
                      <a:txBody>
                        <a:bodyPr/>
                        <a:lstStyle/>
                        <a:p>
                          <a:r>
                            <a:rPr lang="fr-FR" sz="1400" dirty="0"/>
                            <a:t>[70 ; 100]</a:t>
                          </a:r>
                        </a:p>
                      </a:txBody>
                      <a:tcPr marL="69549" marR="69549" marT="34774" marB="34774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400"/>
                            <a:t>12</a:t>
                          </a:r>
                        </a:p>
                      </a:txBody>
                      <a:tcPr marL="69549" marR="69549" marT="34774" marB="34774"/>
                    </a:tc>
                    <a:tc>
                      <a:txBody>
                        <a:bodyPr/>
                        <a:lstStyle/>
                        <a:p>
                          <a:endParaRPr lang="fr-FR" sz="1400"/>
                        </a:p>
                      </a:txBody>
                      <a:tcPr marL="69549" marR="69549" marT="34774" marB="34774"/>
                    </a:tc>
                    <a:tc>
                      <a:txBody>
                        <a:bodyPr/>
                        <a:lstStyle/>
                        <a:p>
                          <a:endParaRPr lang="fr-FR" sz="1400"/>
                        </a:p>
                      </a:txBody>
                      <a:tcPr marL="69549" marR="69549" marT="34774" marB="34774"/>
                    </a:tc>
                    <a:tc>
                      <a:txBody>
                        <a:bodyPr/>
                        <a:lstStyle/>
                        <a:p>
                          <a:endParaRPr lang="fr-FR" sz="1400"/>
                        </a:p>
                      </a:txBody>
                      <a:tcPr marL="69549" marR="69549" marT="34774" marB="34774"/>
                    </a:tc>
                    <a:tc>
                      <a:txBody>
                        <a:bodyPr/>
                        <a:lstStyle/>
                        <a:p>
                          <a:endParaRPr lang="fr-FR" sz="1400"/>
                        </a:p>
                      </a:txBody>
                      <a:tcPr marL="69549" marR="69549" marT="34774" marB="34774"/>
                    </a:tc>
                    <a:extLst>
                      <a:ext uri="{0D108BD9-81ED-4DB2-BD59-A6C34878D82A}">
                        <a16:rowId xmlns:a16="http://schemas.microsoft.com/office/drawing/2014/main" val="1218259845"/>
                      </a:ext>
                    </a:extLst>
                  </a:tr>
                  <a:tr h="514660">
                    <a:tc>
                      <a:txBody>
                        <a:bodyPr/>
                        <a:lstStyle/>
                        <a:p>
                          <a:r>
                            <a:rPr lang="fr-FR" sz="1400" dirty="0"/>
                            <a:t>[100 ; 150]</a:t>
                          </a:r>
                        </a:p>
                      </a:txBody>
                      <a:tcPr marL="69549" marR="69549" marT="34774" marB="34774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400" dirty="0"/>
                            <a:t>18</a:t>
                          </a:r>
                        </a:p>
                      </a:txBody>
                      <a:tcPr marL="69549" marR="69549" marT="34774" marB="34774"/>
                    </a:tc>
                    <a:tc>
                      <a:txBody>
                        <a:bodyPr/>
                        <a:lstStyle/>
                        <a:p>
                          <a:endParaRPr lang="fr-FR" sz="1400"/>
                        </a:p>
                      </a:txBody>
                      <a:tcPr marL="69549" marR="69549" marT="34774" marB="34774"/>
                    </a:tc>
                    <a:tc>
                      <a:txBody>
                        <a:bodyPr/>
                        <a:lstStyle/>
                        <a:p>
                          <a:endParaRPr lang="fr-FR" sz="1400"/>
                        </a:p>
                      </a:txBody>
                      <a:tcPr marL="69549" marR="69549" marT="34774" marB="34774"/>
                    </a:tc>
                    <a:tc>
                      <a:txBody>
                        <a:bodyPr/>
                        <a:lstStyle/>
                        <a:p>
                          <a:endParaRPr lang="fr-FR" sz="1400"/>
                        </a:p>
                      </a:txBody>
                      <a:tcPr marL="69549" marR="69549" marT="34774" marB="34774"/>
                    </a:tc>
                    <a:tc>
                      <a:txBody>
                        <a:bodyPr/>
                        <a:lstStyle/>
                        <a:p>
                          <a:endParaRPr lang="fr-FR" sz="1400"/>
                        </a:p>
                      </a:txBody>
                      <a:tcPr marL="69549" marR="69549" marT="34774" marB="34774"/>
                    </a:tc>
                    <a:extLst>
                      <a:ext uri="{0D108BD9-81ED-4DB2-BD59-A6C34878D82A}">
                        <a16:rowId xmlns:a16="http://schemas.microsoft.com/office/drawing/2014/main" val="2393789884"/>
                      </a:ext>
                    </a:extLst>
                  </a:tr>
                  <a:tr h="306014">
                    <a:tc>
                      <a:txBody>
                        <a:bodyPr/>
                        <a:lstStyle/>
                        <a:p>
                          <a:r>
                            <a:rPr lang="fr-FR" sz="1400" b="1"/>
                            <a:t>Total </a:t>
                          </a:r>
                        </a:p>
                      </a:txBody>
                      <a:tcPr marL="69549" marR="69549" marT="34774" marB="34774"/>
                    </a:tc>
                    <a:tc>
                      <a:txBody>
                        <a:bodyPr/>
                        <a:lstStyle/>
                        <a:p>
                          <a:endParaRPr lang="fr-FR" sz="1400"/>
                        </a:p>
                      </a:txBody>
                      <a:tcPr marL="69549" marR="69549" marT="34774" marB="34774"/>
                    </a:tc>
                    <a:tc>
                      <a:txBody>
                        <a:bodyPr/>
                        <a:lstStyle/>
                        <a:p>
                          <a:endParaRPr lang="fr-FR" sz="1400"/>
                        </a:p>
                      </a:txBody>
                      <a:tcPr marL="69549" marR="69549" marT="34774" marB="34774"/>
                    </a:tc>
                    <a:tc>
                      <a:txBody>
                        <a:bodyPr/>
                        <a:lstStyle/>
                        <a:p>
                          <a:endParaRPr lang="fr-FR" sz="1400"/>
                        </a:p>
                      </a:txBody>
                      <a:tcPr marL="69549" marR="69549" marT="34774" marB="34774"/>
                    </a:tc>
                    <a:tc>
                      <a:txBody>
                        <a:bodyPr/>
                        <a:lstStyle/>
                        <a:p>
                          <a:endParaRPr lang="fr-FR" sz="1400"/>
                        </a:p>
                      </a:txBody>
                      <a:tcPr marL="69549" marR="69549" marT="34774" marB="34774"/>
                    </a:tc>
                    <a:tc>
                      <a:txBody>
                        <a:bodyPr/>
                        <a:lstStyle/>
                        <a:p>
                          <a:endParaRPr lang="fr-FR" sz="1400" dirty="0"/>
                        </a:p>
                      </a:txBody>
                      <a:tcPr marL="69549" marR="69549" marT="34774" marB="34774"/>
                    </a:tc>
                    <a:extLst>
                      <a:ext uri="{0D108BD9-81ED-4DB2-BD59-A6C34878D82A}">
                        <a16:rowId xmlns:a16="http://schemas.microsoft.com/office/drawing/2014/main" val="124066641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3426252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E1BEB12-92AF-4445-98AD-4C7756E7C9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0522C2C-7B5C-48A7-A969-03941E5D2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9C682A1A-5B2D-4111-BBD6-620165633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69476" y="220196"/>
            <a:ext cx="9422524" cy="6637806"/>
          </a:xfrm>
          <a:custGeom>
            <a:avLst/>
            <a:gdLst>
              <a:gd name="connsiteX0" fmla="*/ 4929467 w 8191500"/>
              <a:gd name="connsiteY0" fmla="*/ 0 h 5770597"/>
              <a:gd name="connsiteX1" fmla="*/ 8065066 w 8191500"/>
              <a:gd name="connsiteY1" fmla="*/ 1118513 h 5770597"/>
              <a:gd name="connsiteX2" fmla="*/ 8191500 w 8191500"/>
              <a:gd name="connsiteY2" fmla="*/ 1227339 h 5770597"/>
              <a:gd name="connsiteX3" fmla="*/ 8191500 w 8191500"/>
              <a:gd name="connsiteY3" fmla="*/ 5770597 h 5770597"/>
              <a:gd name="connsiteX4" fmla="*/ 79523 w 8191500"/>
              <a:gd name="connsiteY4" fmla="*/ 5770597 h 5770597"/>
              <a:gd name="connsiteX5" fmla="*/ 56799 w 8191500"/>
              <a:gd name="connsiteY5" fmla="*/ 5644158 h 5770597"/>
              <a:gd name="connsiteX6" fmla="*/ 0 w 8191500"/>
              <a:gd name="connsiteY6" fmla="*/ 4898209 h 5770597"/>
              <a:gd name="connsiteX7" fmla="*/ 4929467 w 8191500"/>
              <a:gd name="connsiteY7" fmla="*/ 0 h 5770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91500" h="5770597">
                <a:moveTo>
                  <a:pt x="4929467" y="0"/>
                </a:moveTo>
                <a:cubicBezTo>
                  <a:pt x="6120547" y="0"/>
                  <a:pt x="7212963" y="419755"/>
                  <a:pt x="8065066" y="1118513"/>
                </a:cubicBezTo>
                <a:lnTo>
                  <a:pt x="8191500" y="1227339"/>
                </a:lnTo>
                <a:lnTo>
                  <a:pt x="8191500" y="5770597"/>
                </a:lnTo>
                <a:lnTo>
                  <a:pt x="79523" y="5770597"/>
                </a:lnTo>
                <a:lnTo>
                  <a:pt x="56799" y="5644158"/>
                </a:lnTo>
                <a:cubicBezTo>
                  <a:pt x="19398" y="5400934"/>
                  <a:pt x="0" y="5151822"/>
                  <a:pt x="0" y="4898209"/>
                </a:cubicBezTo>
                <a:cubicBezTo>
                  <a:pt x="0" y="2193003"/>
                  <a:pt x="2206998" y="0"/>
                  <a:pt x="492946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6EE29F2-D77F-4BD0-A20B-334D316A1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09800" y="2099696"/>
            <a:ext cx="1942241" cy="1889551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Arc 16">
            <a:extLst>
              <a:ext uri="{FF2B5EF4-FFF2-40B4-BE49-F238E27FC236}">
                <a16:creationId xmlns:a16="http://schemas.microsoft.com/office/drawing/2014/main" id="{22D09ED2-868F-42C6-866E-F92E0CEF31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520172">
            <a:off x="1613162" y="1492572"/>
            <a:ext cx="2987899" cy="2987899"/>
          </a:xfrm>
          <a:prstGeom prst="arc">
            <a:avLst>
              <a:gd name="adj1" fmla="val 14455503"/>
              <a:gd name="adj2" fmla="val 227775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07A9309-05DA-4A7D-964F-3E41DE0F761D}"/>
              </a:ext>
            </a:extLst>
          </p:cNvPr>
          <p:cNvSpPr txBox="1"/>
          <p:nvPr/>
        </p:nvSpPr>
        <p:spPr>
          <a:xfrm>
            <a:off x="4900862" y="1876425"/>
            <a:ext cx="6561221" cy="46164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185C1F6B-F95E-BE4E-9417-5A22E2FFA120}"/>
              </a:ext>
            </a:extLst>
          </p:cNvPr>
          <p:cNvSpPr txBox="1">
            <a:spLocks/>
          </p:cNvSpPr>
          <p:nvPr/>
        </p:nvSpPr>
        <p:spPr>
          <a:xfrm>
            <a:off x="7226161" y="560528"/>
            <a:ext cx="1922653" cy="88682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6000" b="1">
                <a:latin typeface="Arial" panose="020B0604020202020204" pitchFamily="34" charset="0"/>
                <a:cs typeface="Arial" panose="020B0604020202020204" pitchFamily="34" charset="0"/>
              </a:rPr>
              <a:t>Note</a:t>
            </a:r>
            <a:endParaRPr lang="en-US" sz="6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5043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</TotalTime>
  <Words>177</Words>
  <Application>Microsoft Macintosh PowerPoint</Application>
  <PresentationFormat>Widescreen</PresentationFormat>
  <Paragraphs>44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Cambria Math</vt:lpstr>
      <vt:lpstr>Thème Office</vt:lpstr>
      <vt:lpstr>Data Description </vt:lpstr>
      <vt:lpstr>Exercise 1</vt:lpstr>
      <vt:lpstr>Note</vt:lpstr>
      <vt:lpstr>Exercise 2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Description </dc:title>
  <dc:creator>KACHOUR Maher</dc:creator>
  <cp:lastModifiedBy>Mercede Erfanianghasab</cp:lastModifiedBy>
  <cp:revision>8</cp:revision>
  <dcterms:created xsi:type="dcterms:W3CDTF">2021-10-14T08:08:29Z</dcterms:created>
  <dcterms:modified xsi:type="dcterms:W3CDTF">2026-09-09T16:37:59Z</dcterms:modified>
</cp:coreProperties>
</file>