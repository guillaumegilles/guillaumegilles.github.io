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8" r:id="rId4"/>
    <p:sldId id="265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A43E8-E69E-4987-8994-99024FEA5A58}" v="12" dt="2021-10-14T14:58:07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4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6FFA43E8-E69E-4987-8994-99024FEA5A58}"/>
    <pc:docChg chg="undo custSel modSld">
      <pc:chgData name="KACHOUR Maher" userId="09775c39-7739-40bf-ba04-c8ef3ab24a94" providerId="ADAL" clId="{6FFA43E8-E69E-4987-8994-99024FEA5A58}" dt="2021-10-16T15:40:34.104" v="62" actId="255"/>
      <pc:docMkLst>
        <pc:docMk/>
      </pc:docMkLst>
      <pc:sldChg chg="modSp mod">
        <pc:chgData name="KACHOUR Maher" userId="09775c39-7739-40bf-ba04-c8ef3ab24a94" providerId="ADAL" clId="{6FFA43E8-E69E-4987-8994-99024FEA5A58}" dt="2021-10-16T15:40:19.851" v="59"/>
        <pc:sldMkLst>
          <pc:docMk/>
          <pc:sldMk cId="3884457258" sldId="256"/>
        </pc:sldMkLst>
        <pc:spChg chg="mod">
          <ac:chgData name="KACHOUR Maher" userId="09775c39-7739-40bf-ba04-c8ef3ab24a94" providerId="ADAL" clId="{6FFA43E8-E69E-4987-8994-99024FEA5A58}" dt="2021-10-14T14:56:46.618" v="29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6FFA43E8-E69E-4987-8994-99024FEA5A58}" dt="2021-10-16T15:40:19.851" v="59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6FFA43E8-E69E-4987-8994-99024FEA5A58}" dt="2021-10-16T15:33:12.427" v="58" actId="20577"/>
        <pc:sldMkLst>
          <pc:docMk/>
          <pc:sldMk cId="0" sldId="257"/>
        </pc:sldMkLst>
        <pc:spChg chg="mod">
          <ac:chgData name="KACHOUR Maher" userId="09775c39-7739-40bf-ba04-c8ef3ab24a94" providerId="ADAL" clId="{6FFA43E8-E69E-4987-8994-99024FEA5A58}" dt="2021-10-16T15:33:12.427" v="5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6FFA43E8-E69E-4987-8994-99024FEA5A58}" dt="2021-10-14T14:57:07.110" v="31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FFA43E8-E69E-4987-8994-99024FEA5A58}" dt="2021-10-14T14:57:07.110" v="31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6FFA43E8-E69E-4987-8994-99024FEA5A58}" dt="2021-10-16T15:40:34.104" v="62" actId="255"/>
        <pc:sldMkLst>
          <pc:docMk/>
          <pc:sldMk cId="3342625250" sldId="259"/>
        </pc:sldMkLst>
        <pc:spChg chg="mod">
          <ac:chgData name="KACHOUR Maher" userId="09775c39-7739-40bf-ba04-c8ef3ab24a94" providerId="ADAL" clId="{6FFA43E8-E69E-4987-8994-99024FEA5A58}" dt="2021-10-16T15:40:34.104" v="62" actId="255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6FFA43E8-E69E-4987-8994-99024FEA5A58}" dt="2021-10-14T16:12:01.739" v="47" actId="20577"/>
        <pc:sldMkLst>
          <pc:docMk/>
          <pc:sldMk cId="962425727" sldId="260"/>
        </pc:sldMkLst>
        <pc:spChg chg="mod">
          <ac:chgData name="KACHOUR Maher" userId="09775c39-7739-40bf-ba04-c8ef3ab24a94" providerId="ADAL" clId="{6FFA43E8-E69E-4987-8994-99024FEA5A58}" dt="2021-10-14T14:58:34.860" v="38" actId="20577"/>
          <ac:spMkLst>
            <pc:docMk/>
            <pc:sldMk cId="962425727" sldId="260"/>
            <ac:spMk id="2" creationId="{159DF4AF-EB56-497F-9EC4-3792B7715C09}"/>
          </ac:spMkLst>
        </pc:spChg>
        <pc:graphicFrameChg chg="modGraphic">
          <ac:chgData name="KACHOUR Maher" userId="09775c39-7739-40bf-ba04-c8ef3ab24a94" providerId="ADAL" clId="{6FFA43E8-E69E-4987-8994-99024FEA5A58}" dt="2021-10-14T16:12:01.739" v="47" actId="20577"/>
          <ac:graphicFrameMkLst>
            <pc:docMk/>
            <pc:sldMk cId="962425727" sldId="260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6FFA43E8-E69E-4987-8994-99024FEA5A58}" dt="2021-10-14T14:57:22.372" v="34" actId="14734"/>
        <pc:sldMkLst>
          <pc:docMk/>
          <pc:sldMk cId="925746931" sldId="261"/>
        </pc:sldMkLst>
        <pc:spChg chg="mod">
          <ac:chgData name="KACHOUR Maher" userId="09775c39-7739-40bf-ba04-c8ef3ab24a94" providerId="ADAL" clId="{6FFA43E8-E69E-4987-8994-99024FEA5A58}" dt="2021-10-14T14:57:11.292" v="33" actId="20577"/>
          <ac:spMkLst>
            <pc:docMk/>
            <pc:sldMk cId="925746931" sldId="261"/>
            <ac:spMk id="2" creationId="{A4AEDEBA-6FE9-4F23-B02B-9FB71BC17484}"/>
          </ac:spMkLst>
        </pc:spChg>
        <pc:graphicFrameChg chg="modGraphic">
          <ac:chgData name="KACHOUR Maher" userId="09775c39-7739-40bf-ba04-c8ef3ab24a94" providerId="ADAL" clId="{6FFA43E8-E69E-4987-8994-99024FEA5A58}" dt="2021-10-14T14:57:22.372" v="34" actId="14734"/>
          <ac:graphicFrameMkLst>
            <pc:docMk/>
            <pc:sldMk cId="925746931" sldId="261"/>
            <ac:graphicFrameMk id="5" creationId="{C5935286-E84C-4A5B-9E95-1C36A0F9B1CD}"/>
          </ac:graphicFrameMkLst>
        </pc:graphicFrameChg>
      </pc:sldChg>
      <pc:sldChg chg="addSp delSp modSp mod">
        <pc:chgData name="KACHOUR Maher" userId="09775c39-7739-40bf-ba04-c8ef3ab24a94" providerId="ADAL" clId="{6FFA43E8-E69E-4987-8994-99024FEA5A58}" dt="2021-10-14T16:11:53.214" v="4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2" creationId="{159DF4AF-EB56-497F-9EC4-3792B7715C09}"/>
          </ac:spMkLst>
        </pc:spChg>
        <pc:spChg chg="del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22" creationId="{385E1BDC-A9B0-4A87-82E3-F3187F69A802}"/>
          </ac:spMkLst>
        </pc:spChg>
        <pc:spChg chg="del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24" creationId="{0990C621-3B8B-4820-8328-D47EF7CE823C}"/>
          </ac:spMkLst>
        </pc:spChg>
        <pc:spChg chg="del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26" creationId="{C1A2385B-1D2A-4E17-84FA-6CB7F0AAE473}"/>
          </ac:spMkLst>
        </pc:spChg>
        <pc:spChg chg="del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28" creationId="{5E791F2F-79DB-4CC0-9FA1-001E3E91E8B7}"/>
          </ac:spMkLst>
        </pc:spChg>
        <pc:spChg chg="add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33" creationId="{385E1BDC-A9B0-4A87-82E3-F3187F69A802}"/>
          </ac:spMkLst>
        </pc:spChg>
        <pc:spChg chg="add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35" creationId="{0990C621-3B8B-4820-8328-D47EF7CE823C}"/>
          </ac:spMkLst>
        </pc:spChg>
        <pc:spChg chg="add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37" creationId="{C1A2385B-1D2A-4E17-84FA-6CB7F0AAE473}"/>
          </ac:spMkLst>
        </pc:spChg>
        <pc:spChg chg="add">
          <ac:chgData name="KACHOUR Maher" userId="09775c39-7739-40bf-ba04-c8ef3ab24a94" providerId="ADAL" clId="{6FFA43E8-E69E-4987-8994-99024FEA5A58}" dt="2021-10-14T16:11:50.187" v="43" actId="26606"/>
          <ac:spMkLst>
            <pc:docMk/>
            <pc:sldMk cId="4200507792" sldId="262"/>
            <ac:spMk id="39" creationId="{5E791F2F-79DB-4CC0-9FA1-001E3E91E8B7}"/>
          </ac:spMkLst>
        </pc:spChg>
        <pc:graphicFrameChg chg="mod ord modGraphic">
          <ac:chgData name="KACHOUR Maher" userId="09775c39-7739-40bf-ba04-c8ef3ab24a94" providerId="ADAL" clId="{6FFA43E8-E69E-4987-8994-99024FEA5A58}" dt="2021-10-14T16:11:53.214" v="45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6FFA43E8-E69E-4987-8994-99024FEA5A58}" dt="2021-10-14T16:11:50.187" v="43" actId="26606"/>
          <ac:picMkLst>
            <pc:docMk/>
            <pc:sldMk cId="4200507792" sldId="262"/>
            <ac:picMk id="6" creationId="{B043A0F8-0E29-4B0F-B046-1D88B99025E7}"/>
          </ac:picMkLst>
        </pc:picChg>
        <pc:picChg chg="del">
          <ac:chgData name="KACHOUR Maher" userId="09775c39-7739-40bf-ba04-c8ef3ab24a94" providerId="ADAL" clId="{6FFA43E8-E69E-4987-8994-99024FEA5A58}" dt="2021-10-14T16:11:45.603" v="41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5" name="Rectangle 1444">
            <a:extLst>
              <a:ext uri="{FF2B5EF4-FFF2-40B4-BE49-F238E27FC236}">
                <a16:creationId xmlns:a16="http://schemas.microsoft.com/office/drawing/2014/main" id="{407C9FC5-0C1E-42A8-97E6-F940775A0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88085" y="3049907"/>
            <a:ext cx="6514539" cy="1885199"/>
          </a:xfrm>
        </p:spPr>
        <p:txBody>
          <a:bodyPr anchor="ctr">
            <a:noAutofit/>
          </a:bodyPr>
          <a:lstStyle/>
          <a:p>
            <a:pPr algn="l"/>
            <a:r>
              <a:rPr lang="en-AU" sz="8000" b="1" dirty="0">
                <a:latin typeface="Arial" panose="020B0604020202020204" pitchFamily="34" charset="0"/>
                <a:cs typeface="Arial" panose="020B0604020202020204" pitchFamily="34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210917" y="4689580"/>
            <a:ext cx="4649588" cy="1885199"/>
          </a:xfrm>
        </p:spPr>
        <p:txBody>
          <a:bodyPr anchor="ctr">
            <a:normAutofit/>
          </a:bodyPr>
          <a:lstStyle/>
          <a:p>
            <a:pPr algn="l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Session 2 </a:t>
            </a:r>
          </a:p>
          <a:p>
            <a:pPr algn="l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Mercedeh ERFANIANGHASAB &amp; Jérémy CELSE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F95DD-533A-19FB-1B29-5CBCDD2F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14" y="351484"/>
            <a:ext cx="10823796" cy="1921223"/>
          </a:xfrm>
          <a:custGeom>
            <a:avLst/>
            <a:gdLst/>
            <a:ahLst/>
            <a:cxnLst/>
            <a:rect l="l" t="t" r="r" b="b"/>
            <a:pathLst>
              <a:path w="10823796" h="3287267">
                <a:moveTo>
                  <a:pt x="98881" y="0"/>
                </a:moveTo>
                <a:lnTo>
                  <a:pt x="10724915" y="0"/>
                </a:lnTo>
                <a:cubicBezTo>
                  <a:pt x="10779525" y="0"/>
                  <a:pt x="10823796" y="44271"/>
                  <a:pt x="10823796" y="98881"/>
                </a:cubicBezTo>
                <a:lnTo>
                  <a:pt x="10823796" y="3188386"/>
                </a:lnTo>
                <a:cubicBezTo>
                  <a:pt x="10823796" y="3242996"/>
                  <a:pt x="10779525" y="3287267"/>
                  <a:pt x="10724915" y="3287267"/>
                </a:cubicBezTo>
                <a:lnTo>
                  <a:pt x="98881" y="3287267"/>
                </a:lnTo>
                <a:cubicBezTo>
                  <a:pt x="44271" y="3287267"/>
                  <a:pt x="0" y="3242996"/>
                  <a:pt x="0" y="3188386"/>
                </a:cubicBezTo>
                <a:lnTo>
                  <a:pt x="0" y="98881"/>
                </a:lnTo>
                <a:cubicBezTo>
                  <a:pt x="0" y="44271"/>
                  <a:pt x="44271" y="0"/>
                  <a:pt x="98881" y="0"/>
                </a:cubicBezTo>
                <a:close/>
              </a:path>
            </a:pathLst>
          </a:custGeom>
        </p:spPr>
      </p:pic>
      <p:sp>
        <p:nvSpPr>
          <p:cNvPr id="1447" name="Oval 1446">
            <a:extLst>
              <a:ext uri="{FF2B5EF4-FFF2-40B4-BE49-F238E27FC236}">
                <a16:creationId xmlns:a16="http://schemas.microsoft.com/office/drawing/2014/main" id="{9EE371B4-A1D9-4EFE-8FE1-00049583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617" y="421828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solidFill>
                <a:schemeClr val="accent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9" name="Arc 1448">
            <a:extLst>
              <a:ext uri="{FF2B5EF4-FFF2-40B4-BE49-F238E27FC236}">
                <a16:creationId xmlns:a16="http://schemas.microsoft.com/office/drawing/2014/main" id="{2E19C174-9C7C-461E-970B-43201990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8539" y="3295432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59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temperature (i.e. measured between 7am and 7.30am) over 200 days chosen randomly from the winter periods observed over the last 20 years.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are represented in the following table: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 Graphically  data
Plot the curve of increasing cumulative frequencies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67983"/>
              </p:ext>
            </p:extLst>
          </p:nvPr>
        </p:nvGraphicFramePr>
        <p:xfrm>
          <a:off x="7109962" y="2401415"/>
          <a:ext cx="4221598" cy="282038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929615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91983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89911">
                <a:tc>
                  <a:txBody>
                    <a:bodyPr/>
                    <a:lstStyle/>
                    <a:p>
                      <a:r>
                        <a:rPr lang="fr-FR" sz="2100" dirty="0" err="1"/>
                        <a:t>Temperature</a:t>
                      </a:r>
                      <a:endParaRPr lang="fr-FR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tc>
                  <a:txBody>
                    <a:bodyPr/>
                    <a:lstStyle/>
                    <a:p>
                      <a:r>
                        <a:rPr lang="fr-FR" sz="2100" dirty="0"/>
                        <a:t>Number of </a:t>
                      </a:r>
                      <a:r>
                        <a:rPr lang="fr-FR" sz="2100" dirty="0" err="1"/>
                        <a:t>days</a:t>
                      </a:r>
                      <a:endParaRPr lang="fr-FR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478327">
                <a:tc>
                  <a:txBody>
                    <a:bodyPr/>
                    <a:lstStyle/>
                    <a:p>
                      <a:r>
                        <a:rPr lang="fr-FR" sz="2100"/>
                        <a:t>-1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tc>
                  <a:txBody>
                    <a:bodyPr/>
                    <a:lstStyle/>
                    <a:p>
                      <a:r>
                        <a:rPr lang="fr-FR" sz="2100"/>
                        <a:t>40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478327">
                <a:tc>
                  <a:txBody>
                    <a:bodyPr/>
                    <a:lstStyle/>
                    <a:p>
                      <a:r>
                        <a:rPr lang="fr-FR" sz="2100"/>
                        <a:t>0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tc>
                  <a:txBody>
                    <a:bodyPr/>
                    <a:lstStyle/>
                    <a:p>
                      <a:r>
                        <a:rPr lang="fr-FR" sz="2100"/>
                        <a:t>34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478327">
                <a:tc>
                  <a:txBody>
                    <a:bodyPr/>
                    <a:lstStyle/>
                    <a:p>
                      <a:r>
                        <a:rPr lang="fr-FR" sz="2100"/>
                        <a:t>2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tc>
                  <a:txBody>
                    <a:bodyPr/>
                    <a:lstStyle/>
                    <a:p>
                      <a:r>
                        <a:rPr lang="fr-FR" sz="2100"/>
                        <a:t>86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478327">
                <a:tc>
                  <a:txBody>
                    <a:bodyPr/>
                    <a:lstStyle/>
                    <a:p>
                      <a:r>
                        <a:rPr lang="fr-FR" sz="2100"/>
                        <a:t>3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tc>
                  <a:txBody>
                    <a:bodyPr/>
                    <a:lstStyle/>
                    <a:p>
                      <a:r>
                        <a:rPr lang="fr-FR" sz="2100" dirty="0"/>
                        <a:t>20</a:t>
                      </a:r>
                      <a:endParaRPr lang="fr-FR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478327">
                <a:tc>
                  <a:txBody>
                    <a:bodyPr/>
                    <a:lstStyle/>
                    <a:p>
                      <a:r>
                        <a:rPr lang="fr-FR" sz="2100"/>
                        <a:t>7</a:t>
                      </a:r>
                      <a:endParaRPr lang="fr-FR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tc>
                  <a:txBody>
                    <a:bodyPr/>
                    <a:lstStyle/>
                    <a:p>
                      <a:r>
                        <a:rPr lang="fr-FR" sz="2100" dirty="0"/>
                        <a:t>20</a:t>
                      </a:r>
                      <a:endParaRPr lang="fr-FR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711" marR="108711" marT="54355" marB="54355"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sz="4400" b="1" dirty="0">
                <a:latin typeface="Arial" panose="020B0604020202020204" pitchFamily="34" charset="0"/>
                <a:cs typeface="Arial" panose="020B0604020202020204" pitchFamily="34" charset="0"/>
              </a:rPr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3778685"/>
                  </p:ext>
                </p:extLst>
              </p:nvPr>
            </p:nvGraphicFramePr>
            <p:xfrm>
              <a:off x="895348" y="2288830"/>
              <a:ext cx="5133976" cy="3108960"/>
            </p:xfrm>
            <a:graphic>
              <a:graphicData uri="http://schemas.openxmlformats.org/drawingml/2006/table">
                <a:tbl>
                  <a:tblPr firstRow="1" bandRow="1">
                    <a:tableStyleId>{EB344D84-9AFB-497E-A393-DC336BA19D2E}</a:tableStyleId>
                  </a:tblPr>
                  <a:tblGrid>
                    <a:gridCol w="1847852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13566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Temperature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of </a:t>
                          </a:r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days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3778685"/>
                  </p:ext>
                </p:extLst>
              </p:nvPr>
            </p:nvGraphicFramePr>
            <p:xfrm>
              <a:off x="895348" y="2288830"/>
              <a:ext cx="5133976" cy="3108960"/>
            </p:xfrm>
            <a:graphic>
              <a:graphicData uri="http://schemas.openxmlformats.org/drawingml/2006/table">
                <a:tbl>
                  <a:tblPr firstRow="1" bandRow="1">
                    <a:tableStyleId>{EB344D84-9AFB-497E-A393-DC336BA19D2E}</a:tableStyleId>
                  </a:tblPr>
                  <a:tblGrid>
                    <a:gridCol w="1847852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13566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Temperature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of </a:t>
                          </a:r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days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368056" t="-2778" r="-97222" b="-25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495588" t="-2778" r="-2941" b="-25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B924E54-9142-FE1D-23DB-D9FCB797E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26" y="2288830"/>
            <a:ext cx="5719709" cy="32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C89EA-CFE2-D717-171C-73FB884E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1070B7-00B4-7A26-6054-7189F19DC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79493"/>
            <a:ext cx="525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au 5">
                <a:extLst>
                  <a:ext uri="{FF2B5EF4-FFF2-40B4-BE49-F238E27FC236}">
                    <a16:creationId xmlns:a16="http://schemas.microsoft.com/office/drawing/2014/main" id="{49ED5BFC-6D40-452E-AB14-C3AF6DC1FA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2718666"/>
                  </p:ext>
                </p:extLst>
              </p:nvPr>
            </p:nvGraphicFramePr>
            <p:xfrm>
              <a:off x="962025" y="2282890"/>
              <a:ext cx="5133975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8262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137516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Temperature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</a:t>
                          </a:r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days</a:t>
                          </a:r>
                          <a:endParaRPr lang="fr-FR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au 5">
                <a:extLst>
                  <a:ext uri="{FF2B5EF4-FFF2-40B4-BE49-F238E27FC236}">
                    <a16:creationId xmlns:a16="http://schemas.microsoft.com/office/drawing/2014/main" id="{49ED5BFC-6D40-452E-AB14-C3AF6DC1FA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2718666"/>
                  </p:ext>
                </p:extLst>
              </p:nvPr>
            </p:nvGraphicFramePr>
            <p:xfrm>
              <a:off x="962025" y="2282890"/>
              <a:ext cx="5133975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8262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137516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Temperature</a:t>
                          </a:r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</a:t>
                          </a:r>
                          <a:r>
                            <a:rPr lang="fr-FR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days</a:t>
                          </a:r>
                          <a:endParaRPr lang="fr-FR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3922" r="-79775" b="-354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497059" t="-3922" r="-4412" b="-354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4FAD231-6A23-0E5B-DE02-D08CA0DD6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853" y="2207349"/>
            <a:ext cx="5309718" cy="298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3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speed (i.e. measured (in Km/h) between 7am and 7.30am) of the wind over 240 days chosen randomly from the winter periods observed over the last 20 years. 
The data are represented in the following table: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Represent Graphically  data
Plot the curve of increasing cumulative frequencies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13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898692"/>
              </p:ext>
            </p:extLst>
          </p:nvPr>
        </p:nvGraphicFramePr>
        <p:xfrm>
          <a:off x="7204224" y="1847506"/>
          <a:ext cx="4033073" cy="3858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761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2007312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935799">
                <a:tc>
                  <a:txBody>
                    <a:bodyPr/>
                    <a:lstStyle/>
                    <a:p>
                      <a:pPr algn="ctr"/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marL="132837" marR="132837" marT="66418" marB="664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</a:t>
                      </a:r>
                      <a:r>
                        <a:rPr lang="fr-F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days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2837" marR="132837" marT="66418" marB="66418"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584482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 ; 10]</a:t>
                      </a:r>
                    </a:p>
                  </a:txBody>
                  <a:tcPr marL="132837" marR="132837" marT="66418" marB="66418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132837" marR="132837" marT="66418" marB="66418"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584482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 ; 30]</a:t>
                      </a:r>
                    </a:p>
                  </a:txBody>
                  <a:tcPr marL="132837" marR="132837" marT="66418" marB="66418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132837" marR="132837" marT="66418" marB="66418"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584482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[30 ; 70]</a:t>
                      </a:r>
                    </a:p>
                  </a:txBody>
                  <a:tcPr marL="132837" marR="132837" marT="66418" marB="66418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132837" marR="132837" marT="66418" marB="66418"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584482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[70 ; 100]</a:t>
                      </a:r>
                    </a:p>
                  </a:txBody>
                  <a:tcPr marL="132837" marR="132837" marT="66418" marB="66418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132837" marR="132837" marT="66418" marB="66418"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584482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[100 ; 150]</a:t>
                      </a:r>
                    </a:p>
                  </a:txBody>
                  <a:tcPr marL="132837" marR="132837" marT="66418" marB="66418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132837" marR="132837" marT="66418" marB="66418"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  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160400"/>
                  </p:ext>
                </p:extLst>
              </p:nvPr>
            </p:nvGraphicFramePr>
            <p:xfrm>
              <a:off x="6198781" y="2747809"/>
              <a:ext cx="5523083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5040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7754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[0 ; 10]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 ; 30]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[30 ; 70]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[70 ; 100]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[100 ; 150]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160400"/>
                  </p:ext>
                </p:extLst>
              </p:nvPr>
            </p:nvGraphicFramePr>
            <p:xfrm>
              <a:off x="6198781" y="2747809"/>
              <a:ext cx="5523083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5040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7754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132258" t="-5128" r="-239785" b="-61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234783" t="-5128" r="-142391" b="-61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560000" t="-5128" r="-138182" b="-61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497260" t="-5128" r="-4110" b="-6102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[0 ; 10]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 ; 30]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[30 ; 70]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[70 ; 100]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[100 ; 150]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54CEB40-3C04-47A0-7D97-5FED59AD4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4"/>
          <a:stretch>
            <a:fillRect/>
          </a:stretch>
        </p:blipFill>
        <p:spPr>
          <a:xfrm>
            <a:off x="470136" y="2676139"/>
            <a:ext cx="5166167" cy="358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2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 Solution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457029"/>
                  </p:ext>
                </p:extLst>
              </p:nvPr>
            </p:nvGraphicFramePr>
            <p:xfrm>
              <a:off x="6198781" y="2779533"/>
              <a:ext cx="5523085" cy="33835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21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0689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1946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89188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Vitesse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[0 ; 10]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 ; 30]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[30 ; 70]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2.25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[70 ; 100]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[100 ; 150]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457029"/>
                  </p:ext>
                </p:extLst>
              </p:nvPr>
            </p:nvGraphicFramePr>
            <p:xfrm>
              <a:off x="6198781" y="2779533"/>
              <a:ext cx="5523085" cy="33835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21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0689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1946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89188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Vitesse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135870" t="-5128" r="-241304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235870" t="-5128" r="-141304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572222" t="-5128" r="-140741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497260" t="-5128" r="-4110" b="-6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[0 ; 10]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 ; 30]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[30 ; 70]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2.25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[70 ; 100]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[100 ; 150]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4C3BDAC-84A2-C121-A768-FAE38259E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9"/>
          <a:stretch>
            <a:fillRect/>
          </a:stretch>
        </p:blipFill>
        <p:spPr>
          <a:xfrm>
            <a:off x="470134" y="2676139"/>
            <a:ext cx="5395069" cy="37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414</Words>
  <Application>Microsoft Macintosh PowerPoint</Application>
  <PresentationFormat>Widescreen</PresentationFormat>
  <Paragraphs>159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Thème Office</vt:lpstr>
      <vt:lpstr>Data Description </vt:lpstr>
      <vt:lpstr>Exercise 1</vt:lpstr>
      <vt:lpstr>Exercise 1 - Solution</vt:lpstr>
      <vt:lpstr>Exercise 1</vt:lpstr>
      <vt:lpstr>Exercise 2</vt:lpstr>
      <vt:lpstr>Exercise 2  Solution</vt:lpstr>
      <vt:lpstr>Exercise 2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5</cp:revision>
  <dcterms:created xsi:type="dcterms:W3CDTF">2021-10-14T08:08:29Z</dcterms:created>
  <dcterms:modified xsi:type="dcterms:W3CDTF">2026-09-09T17:25:16Z</dcterms:modified>
</cp:coreProperties>
</file>