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93A36-5827-43EF-82E3-7D2043326F3D}" v="30" dt="2021-10-15T12:40:10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66193A36-5827-43EF-82E3-7D2043326F3D}"/>
    <pc:docChg chg="custSel modSld">
      <pc:chgData name="KACHOUR Maher" userId="09775c39-7739-40bf-ba04-c8ef3ab24a94" providerId="ADAL" clId="{66193A36-5827-43EF-82E3-7D2043326F3D}" dt="2021-10-16T15:42:15.635" v="99" actId="27636"/>
      <pc:docMkLst>
        <pc:docMk/>
      </pc:docMkLst>
      <pc:sldChg chg="modSp mod">
        <pc:chgData name="KACHOUR Maher" userId="09775c39-7739-40bf-ba04-c8ef3ab24a94" providerId="ADAL" clId="{66193A36-5827-43EF-82E3-7D2043326F3D}" dt="2021-10-16T15:41:39.374" v="9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6193A36-5827-43EF-82E3-7D2043326F3D}" dt="2021-10-14T16:24:24.117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6T15:41:39.374" v="90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66193A36-5827-43EF-82E3-7D2043326F3D}" dt="2021-10-14T16:24:49.874" v="2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66193A36-5827-43EF-82E3-7D2043326F3D}" dt="2021-10-16T15:34:07.457" v="88" actId="20577"/>
        <pc:sldMkLst>
          <pc:docMk/>
          <pc:sldMk cId="0" sldId="257"/>
        </pc:sldMkLst>
        <pc:spChg chg="mod">
          <ac:chgData name="KACHOUR Maher" userId="09775c39-7739-40bf-ba04-c8ef3ab24a94" providerId="ADAL" clId="{66193A36-5827-43EF-82E3-7D2043326F3D}" dt="2021-10-16T15:34:07.457" v="8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66193A36-5827-43EF-82E3-7D2043326F3D}" dt="2021-10-15T12:41:11.016" v="77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6193A36-5827-43EF-82E3-7D2043326F3D}" dt="2021-10-14T16:26:18.169" v="14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5T12:41:11.016" v="77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66193A36-5827-43EF-82E3-7D2043326F3D}" dt="2021-10-16T15:42:15.635" v="99" actId="27636"/>
        <pc:sldMkLst>
          <pc:docMk/>
          <pc:sldMk cId="3342625250" sldId="259"/>
        </pc:sldMkLst>
        <pc:spChg chg="mod">
          <ac:chgData name="KACHOUR Maher" userId="09775c39-7739-40bf-ba04-c8ef3ab24a94" providerId="ADAL" clId="{66193A36-5827-43EF-82E3-7D2043326F3D}" dt="2021-10-14T16:26:13.756" v="1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6T15:42:15.635" v="99" actId="27636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66193A36-5827-43EF-82E3-7D2043326F3D}" dt="2021-10-14T16:27:32.850" v="49" actId="790"/>
        <pc:sldMkLst>
          <pc:docMk/>
          <pc:sldMk cId="4200507792" sldId="262"/>
        </pc:sldMkLst>
        <pc:spChg chg="mod">
          <ac:chgData name="KACHOUR Maher" userId="09775c39-7739-40bf-ba04-c8ef3ab24a94" providerId="ADAL" clId="{66193A36-5827-43EF-82E3-7D2043326F3D}" dt="2021-10-14T16:26:07.375" v="10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4T16:27:32.850" v="49" actId="790"/>
          <ac:spMkLst>
            <pc:docMk/>
            <pc:sldMk cId="4200507792" sldId="262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4" name="Rectangle 1443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6" name="Rectangle 1445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48" name="Rectangle 1447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0" name="Oval 1449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pPr>
              <a:defRPr sz="2200" b="1"/>
            </a:pPr>
            <a:r>
              <a:t>Session 4</a:t>
            </a:r>
            <a:endParaRPr lang="en-NL"/>
          </a:p>
          <a:p>
            <a:pPr>
              <a:defRPr sz="1400"/>
            </a:pPr>
            <a:r>
              <a:t>Mercedeh ERFANIANGHASAB &amp; Jérémy CELSE</a:t>
            </a:r>
            <a:endParaRPr lang="en-NL"/>
          </a:p>
          <a:p>
            <a:pPr>
              <a:defRPr sz="1000"/>
            </a:pPr>
            <a:r>
              <a:t>Mercedeh.ERFANIANGHASAB@essca.fr | jeremy.celse@essca.fr</a:t>
            </a:r>
            <a:endParaRPr lang="en-NL"/>
          </a:p>
        </p:txBody>
      </p:sp>
      <p:sp>
        <p:nvSpPr>
          <p:cNvPr id="1452" name="Arc 1451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4" name="Oval 1453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9" name="Picture 1438" descr="essc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92608"/>
            <a:ext cx="914400" cy="785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Study the existence of outliers 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14474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264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68311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470430"/>
                  </p:ext>
                </p:extLst>
              </p:nvPr>
            </p:nvGraphicFramePr>
            <p:xfrm>
              <a:off x="180975" y="1849754"/>
              <a:ext cx="5133975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470430"/>
                  </p:ext>
                </p:extLst>
              </p:nvPr>
            </p:nvGraphicFramePr>
            <p:xfrm>
              <a:off x="180975" y="1849754"/>
              <a:ext cx="5133975" cy="2565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71158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68667" t="-8197" r="-97333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98582" t="-8197" r="-3546" b="-61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6515099" y="2295525"/>
                <a:ext cx="5591176" cy="2884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 −1.5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=−3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=−1=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 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  <a:p>
                <a:r>
                  <a:rPr lang="fr-FR" i="1" dirty="0">
                    <a:latin typeface="Cambria Math" panose="02040503050406030204" pitchFamily="18" charset="0"/>
                  </a:rPr>
                  <a:t>
Data have 7 as </a:t>
                </a:r>
                <a:r>
                  <a:rPr lang="en-BZ" i="1" dirty="0">
                    <a:latin typeface="Cambria Math" panose="02040503050406030204" pitchFamily="18" charset="0"/>
                  </a:rPr>
                  <a:t>outlier value</a:t>
                </a:r>
                <a:r>
                  <a:rPr lang="fr-FR" i="1" dirty="0">
                    <a:latin typeface="Cambria Math" panose="02040503050406030204" pitchFamily="18" charset="0"/>
                  </a:rPr>
                  <a:t>
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099" y="2295525"/>
                <a:ext cx="5591176" cy="2884892"/>
              </a:xfrm>
              <a:prstGeom prst="rect">
                <a:avLst/>
              </a:prstGeom>
              <a:blipFill>
                <a:blip r:embed="rId3"/>
                <a:stretch>
                  <a:fillRect l="-9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dirty="0">
                <a:ea typeface="Cambria" panose="02040503050406030204" pitchFamily="18" charset="0"/>
              </a:rPr>
              <a:t>We studied the morning speed (i.e. measured (in Km/h) between 7am and 7.30am) of the wind over</a:t>
            </a:r>
          </a:p>
          <a:p>
            <a:pPr marL="0" indent="0">
              <a:buNone/>
            </a:pPr>
            <a:r>
              <a:rPr lang="en-US" sz="2900" dirty="0">
                <a:ea typeface="Cambria" panose="02040503050406030204" pitchFamily="18" charset="0"/>
              </a:rPr>
              <a:t> 240 days chosen </a:t>
            </a:r>
            <a:r>
              <a:rPr lang="en-US" sz="2900" dirty="0"/>
              <a:t>randomly </a:t>
            </a:r>
            <a:r>
              <a:rPr lang="en-US" sz="2900" dirty="0"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900" dirty="0"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900" dirty="0">
                <a:ea typeface="Cambria" panose="02040503050406030204" pitchFamily="18" charset="0"/>
              </a:rPr>
              <a:t>
Study the existence of outliers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 dirty="0" err="1"/>
              <a:t>Exercise</a:t>
            </a:r>
            <a:r>
              <a:rPr lang="fr-FR" sz="3200" dirty="0"/>
              <a:t>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668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
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6161815" cy="3691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30 −10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(0.25 −0.175)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(0.375 −0.175)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=17.5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70 −30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(0.5 −0.375)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(0.75 −0.375)</m:t>
                          </m:r>
                        </m:den>
                      </m:f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=70+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100 −70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(0.75 −0.75)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(0.85 −0.75)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=70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−1.5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61.25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=148.75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 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dirty="0"/>
              </a:p>
              <a:p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class [100, 150[ </a:t>
                </a:r>
                <a:r>
                  <a:rPr lang="en-CA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considered as outlier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6161815" cy="3691844"/>
              </a:xfrm>
              <a:prstGeom prst="rect">
                <a:avLst/>
              </a:prstGeom>
              <a:blipFill>
                <a:blip r:embed="rId3"/>
                <a:stretch>
                  <a:fillRect l="-2275" b="-28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411</Words>
  <Application>Microsoft Macintosh PowerPoint</Application>
  <PresentationFormat>Widescreen</PresentationFormat>
  <Paragraphs>121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2</vt:lpstr>
      <vt:lpstr>Exercise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Mercede Erfanianghasab</cp:lastModifiedBy>
  <cp:revision>2</cp:revision>
  <dcterms:created xsi:type="dcterms:W3CDTF">2021-10-14T08:08:29Z</dcterms:created>
  <dcterms:modified xsi:type="dcterms:W3CDTF">2026-08-23T15:38:13Z</dcterms:modified>
</cp:coreProperties>
</file>