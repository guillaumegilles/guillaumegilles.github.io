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3" r:id="rId4"/>
    <p:sldId id="259" r:id="rId5"/>
    <p:sldId id="265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F10073-7BFB-416B-9BB5-86F835D22E82}" v="1" dt="2021-10-14T16:31:10.7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5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62F10073-7BFB-416B-9BB5-86F835D22E82}"/>
    <pc:docChg chg="custSel addSld delSld modSld sldOrd">
      <pc:chgData name="KACHOUR Maher" userId="09775c39-7739-40bf-ba04-c8ef3ab24a94" providerId="ADAL" clId="{62F10073-7BFB-416B-9BB5-86F835D22E82}" dt="2021-10-16T15:50:00.061" v="32" actId="6549"/>
      <pc:docMkLst>
        <pc:docMk/>
      </pc:docMkLst>
      <pc:sldChg chg="modSp mod">
        <pc:chgData name="KACHOUR Maher" userId="09775c39-7739-40bf-ba04-c8ef3ab24a94" providerId="ADAL" clId="{62F10073-7BFB-416B-9BB5-86F835D22E82}" dt="2021-10-16T15:49:43.582" v="27" actId="20577"/>
        <pc:sldMkLst>
          <pc:docMk/>
          <pc:sldMk cId="3884457258" sldId="256"/>
        </pc:sldMkLst>
        <pc:spChg chg="mod">
          <ac:chgData name="KACHOUR Maher" userId="09775c39-7739-40bf-ba04-c8ef3ab24a94" providerId="ADAL" clId="{62F10073-7BFB-416B-9BB5-86F835D22E82}" dt="2021-10-16T15:49:43.582" v="27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62F10073-7BFB-416B-9BB5-86F835D22E82}" dt="2021-10-16T15:49:36.078" v="25" actId="20577"/>
        <pc:sldMkLst>
          <pc:docMk/>
          <pc:sldMk cId="0" sldId="257"/>
        </pc:sldMkLst>
        <pc:spChg chg="mod">
          <ac:chgData name="KACHOUR Maher" userId="09775c39-7739-40bf-ba04-c8ef3ab24a94" providerId="ADAL" clId="{62F10073-7BFB-416B-9BB5-86F835D22E82}" dt="2021-10-16T15:49:36.078" v="25" actId="20577"/>
          <ac:spMkLst>
            <pc:docMk/>
            <pc:sldMk cId="0" sldId="257"/>
            <ac:spMk id="3" creationId="{00000000-0000-0000-0000-000000000000}"/>
          </ac:spMkLst>
        </pc:spChg>
      </pc:sldChg>
      <pc:sldChg chg="del">
        <pc:chgData name="KACHOUR Maher" userId="09775c39-7739-40bf-ba04-c8ef3ab24a94" providerId="ADAL" clId="{62F10073-7BFB-416B-9BB5-86F835D22E82}" dt="2021-10-14T16:30:55.305" v="0" actId="47"/>
        <pc:sldMkLst>
          <pc:docMk/>
          <pc:sldMk cId="1632906986" sldId="258"/>
        </pc:sldMkLst>
      </pc:sldChg>
      <pc:sldChg chg="modSp mod">
        <pc:chgData name="KACHOUR Maher" userId="09775c39-7739-40bf-ba04-c8ef3ab24a94" providerId="ADAL" clId="{62F10073-7BFB-416B-9BB5-86F835D22E82}" dt="2021-10-16T15:50:00.061" v="32" actId="6549"/>
        <pc:sldMkLst>
          <pc:docMk/>
          <pc:sldMk cId="3342625250" sldId="259"/>
        </pc:sldMkLst>
        <pc:spChg chg="mod">
          <ac:chgData name="KACHOUR Maher" userId="09775c39-7739-40bf-ba04-c8ef3ab24a94" providerId="ADAL" clId="{62F10073-7BFB-416B-9BB5-86F835D22E82}" dt="2021-10-16T15:50:00.061" v="32" actId="6549"/>
          <ac:spMkLst>
            <pc:docMk/>
            <pc:sldMk cId="3342625250" sldId="259"/>
            <ac:spMk id="3" creationId="{86DA4EC6-6600-48BE-AED2-90A0A908CF8F}"/>
          </ac:spMkLst>
        </pc:spChg>
      </pc:sldChg>
      <pc:sldChg chg="del">
        <pc:chgData name="KACHOUR Maher" userId="09775c39-7739-40bf-ba04-c8ef3ab24a94" providerId="ADAL" clId="{62F10073-7BFB-416B-9BB5-86F835D22E82}" dt="2021-10-14T16:31:31.300" v="13" actId="47"/>
        <pc:sldMkLst>
          <pc:docMk/>
          <pc:sldMk cId="4200507792" sldId="262"/>
        </pc:sldMkLst>
      </pc:sldChg>
      <pc:sldChg chg="addSp delSp modSp new mod">
        <pc:chgData name="KACHOUR Maher" userId="09775c39-7739-40bf-ba04-c8ef3ab24a94" providerId="ADAL" clId="{62F10073-7BFB-416B-9BB5-86F835D22E82}" dt="2021-10-14T16:31:16.654" v="8" actId="208"/>
        <pc:sldMkLst>
          <pc:docMk/>
          <pc:sldMk cId="2529638212" sldId="263"/>
        </pc:sldMkLst>
        <pc:spChg chg="mod">
          <ac:chgData name="KACHOUR Maher" userId="09775c39-7739-40bf-ba04-c8ef3ab24a94" providerId="ADAL" clId="{62F10073-7BFB-416B-9BB5-86F835D22E82}" dt="2021-10-14T16:31:00.732" v="5" actId="20577"/>
          <ac:spMkLst>
            <pc:docMk/>
            <pc:sldMk cId="2529638212" sldId="263"/>
            <ac:spMk id="2" creationId="{390788EB-E31A-4C58-AF19-DDA249A0E7E4}"/>
          </ac:spMkLst>
        </pc:spChg>
        <pc:spChg chg="del">
          <ac:chgData name="KACHOUR Maher" userId="09775c39-7739-40bf-ba04-c8ef3ab24a94" providerId="ADAL" clId="{62F10073-7BFB-416B-9BB5-86F835D22E82}" dt="2021-10-14T16:31:03.428" v="6" actId="478"/>
          <ac:spMkLst>
            <pc:docMk/>
            <pc:sldMk cId="2529638212" sldId="263"/>
            <ac:spMk id="3" creationId="{E893320D-711C-4197-9A31-F911F6213AE3}"/>
          </ac:spMkLst>
        </pc:spChg>
        <pc:spChg chg="add mod">
          <ac:chgData name="KACHOUR Maher" userId="09775c39-7739-40bf-ba04-c8ef3ab24a94" providerId="ADAL" clId="{62F10073-7BFB-416B-9BB5-86F835D22E82}" dt="2021-10-14T16:31:16.654" v="8" actId="208"/>
          <ac:spMkLst>
            <pc:docMk/>
            <pc:sldMk cId="2529638212" sldId="263"/>
            <ac:spMk id="4" creationId="{B0B91877-5CCF-47BA-A7CF-539C4FA45252}"/>
          </ac:spMkLst>
        </pc:spChg>
      </pc:sldChg>
      <pc:sldChg chg="add">
        <pc:chgData name="KACHOUR Maher" userId="09775c39-7739-40bf-ba04-c8ef3ab24a94" providerId="ADAL" clId="{62F10073-7BFB-416B-9BB5-86F835D22E82}" dt="2021-10-14T16:31:24.224" v="9" actId="2890"/>
        <pc:sldMkLst>
          <pc:docMk/>
          <pc:sldMk cId="2319014010" sldId="264"/>
        </pc:sldMkLst>
      </pc:sldChg>
      <pc:sldChg chg="add ord">
        <pc:chgData name="KACHOUR Maher" userId="09775c39-7739-40bf-ba04-c8ef3ab24a94" providerId="ADAL" clId="{62F10073-7BFB-416B-9BB5-86F835D22E82}" dt="2021-10-14T16:31:29.162" v="12"/>
        <pc:sldMkLst>
          <pc:docMk/>
          <pc:sldMk cId="2816235611" sldId="265"/>
        </pc:sldMkLst>
      </pc:sldChg>
      <pc:sldChg chg="add">
        <pc:chgData name="KACHOUR Maher" userId="09775c39-7739-40bf-ba04-c8ef3ab24a94" providerId="ADAL" clId="{62F10073-7BFB-416B-9BB5-86F835D22E82}" dt="2021-10-14T16:31:33.872" v="14" actId="2890"/>
        <pc:sldMkLst>
          <pc:docMk/>
          <pc:sldMk cId="1069155916" sldId="266"/>
        </pc:sldMkLst>
      </pc:sldChg>
    </pc:docChg>
  </pc:docChgLst>
  <pc:docChgLst>
    <pc:chgData name="KACHOUR Maher" userId="09775c39-7739-40bf-ba04-c8ef3ab24a94" providerId="ADAL" clId="{2370CBF8-D1D8-4922-A968-E90E226146FA}"/>
    <pc:docChg chg="undo custSel addSld modSld">
      <pc:chgData name="KACHOUR Maher" userId="09775c39-7739-40bf-ba04-c8ef3ab24a94" providerId="ADAL" clId="{2370CBF8-D1D8-4922-A968-E90E226146FA}" dt="2021-10-14T14:52:58.120" v="341" actId="26606"/>
      <pc:docMkLst>
        <pc:docMk/>
      </pc:docMkLst>
      <pc:sldChg chg="modSp mod">
        <pc:chgData name="KACHOUR Maher" userId="09775c39-7739-40bf-ba04-c8ef3ab24a94" providerId="ADAL" clId="{2370CBF8-D1D8-4922-A968-E90E226146FA}" dt="2021-10-14T14:21:33.156" v="202" actId="1076"/>
        <pc:sldMkLst>
          <pc:docMk/>
          <pc:sldMk cId="3884457258" sldId="256"/>
        </pc:sldMkLst>
        <pc:spChg chg="mod">
          <ac:chgData name="KACHOUR Maher" userId="09775c39-7739-40bf-ba04-c8ef3ab24a94" providerId="ADAL" clId="{2370CBF8-D1D8-4922-A968-E90E226146FA}" dt="2021-10-14T14:21:33.156" v="202" actId="1076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2370CBF8-D1D8-4922-A968-E90E226146FA}" dt="2021-10-14T14:21:02.557" v="199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 modGraphic">
          <ac:chgData name="KACHOUR Maher" userId="09775c39-7739-40bf-ba04-c8ef3ab24a94" providerId="ADAL" clId="{2370CBF8-D1D8-4922-A968-E90E226146FA}" dt="2021-10-14T14:11:19.595" v="64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2370CBF8-D1D8-4922-A968-E90E226146FA}" dt="2021-10-14T14:07:55.333" v="1" actId="20577"/>
        <pc:sldMkLst>
          <pc:docMk/>
          <pc:sldMk cId="0" sldId="257"/>
        </pc:sldMkLst>
        <pc:spChg chg="mod">
          <ac:chgData name="KACHOUR Maher" userId="09775c39-7739-40bf-ba04-c8ef3ab24a94" providerId="ADAL" clId="{2370CBF8-D1D8-4922-A968-E90E226146FA}" dt="2021-10-14T14:07:55.333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KACHOUR Maher" userId="09775c39-7739-40bf-ba04-c8ef3ab24a94" providerId="ADAL" clId="{2370CBF8-D1D8-4922-A968-E90E226146FA}" dt="2021-10-14T14:21:23.943" v="201" actId="1076"/>
        <pc:sldMkLst>
          <pc:docMk/>
          <pc:sldMk cId="1632906986" sldId="258"/>
        </pc:sldMkLst>
        <pc:spChg chg="mod">
          <ac:chgData name="KACHOUR Maher" userId="09775c39-7739-40bf-ba04-c8ef3ab24a94" providerId="ADAL" clId="{2370CBF8-D1D8-4922-A968-E90E226146FA}" dt="2021-10-14T14:14:18.992" v="72" actId="1076"/>
          <ac:spMkLst>
            <pc:docMk/>
            <pc:sldMk cId="1632906986" sldId="258"/>
            <ac:spMk id="2" creationId="{A4AEDEBA-6FE9-4F23-B02B-9FB71BC17484}"/>
          </ac:spMkLst>
        </pc:spChg>
        <pc:graphicFrameChg chg="mod modGraphic">
          <ac:chgData name="KACHOUR Maher" userId="09775c39-7739-40bf-ba04-c8ef3ab24a94" providerId="ADAL" clId="{2370CBF8-D1D8-4922-A968-E90E226146FA}" dt="2021-10-14T14:21:19.090" v="200" actId="14734"/>
          <ac:graphicFrameMkLst>
            <pc:docMk/>
            <pc:sldMk cId="1632906986" sldId="258"/>
            <ac:graphicFrameMk id="5" creationId="{C5935286-E84C-4A5B-9E95-1C36A0F9B1CD}"/>
          </ac:graphicFrameMkLst>
        </pc:graphicFrameChg>
        <pc:picChg chg="add mod">
          <ac:chgData name="KACHOUR Maher" userId="09775c39-7739-40bf-ba04-c8ef3ab24a94" providerId="ADAL" clId="{2370CBF8-D1D8-4922-A968-E90E226146FA}" dt="2021-10-14T14:21:23.943" v="201" actId="1076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2370CBF8-D1D8-4922-A968-E90E226146FA}" dt="2021-10-14T14:34:58.077" v="263" actId="14734"/>
        <pc:sldMkLst>
          <pc:docMk/>
          <pc:sldMk cId="3342625250" sldId="259"/>
        </pc:sldMkLst>
        <pc:spChg chg="mod">
          <ac:chgData name="KACHOUR Maher" userId="09775c39-7739-40bf-ba04-c8ef3ab24a94" providerId="ADAL" clId="{2370CBF8-D1D8-4922-A968-E90E226146FA}" dt="2021-10-14T14:15:14.332" v="77" actId="1076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34:47.405" v="260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2370CBF8-D1D8-4922-A968-E90E226146FA}" dt="2021-10-14T14:34:58.077" v="263" actId="14734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addSp modSp mod setBg">
        <pc:chgData name="KACHOUR Maher" userId="09775c39-7739-40bf-ba04-c8ef3ab24a94" providerId="ADAL" clId="{2370CBF8-D1D8-4922-A968-E90E226146FA}" dt="2021-10-14T14:48:39.199" v="337" actId="26606"/>
        <pc:sldMkLst>
          <pc:docMk/>
          <pc:sldMk cId="962425727" sldId="260"/>
        </pc:sldMkLst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3" creationId="{86DA4EC6-6600-48BE-AED2-90A0A908CF8F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1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3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5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7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48:39.199" v="337" actId="26606"/>
          <ac:graphicFrameMkLst>
            <pc:docMk/>
            <pc:sldMk cId="962425727" sldId="260"/>
            <ac:graphicFrameMk id="4" creationId="{D8731FE7-289F-4569-8899-DD98785D8C02}"/>
          </ac:graphicFrameMkLst>
        </pc:graphicFrameChg>
        <pc:picChg chg="add mod">
          <ac:chgData name="KACHOUR Maher" userId="09775c39-7739-40bf-ba04-c8ef3ab24a94" providerId="ADAL" clId="{2370CBF8-D1D8-4922-A968-E90E226146FA}" dt="2021-10-14T14:48:39.199" v="337" actId="26606"/>
          <ac:picMkLst>
            <pc:docMk/>
            <pc:sldMk cId="962425727" sldId="260"/>
            <ac:picMk id="6" creationId="{D9442BFA-85B6-46F2-A05F-18E8C23113C9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31:11.788" v="212" actId="1076"/>
        <pc:sldMkLst>
          <pc:docMk/>
          <pc:sldMk cId="925746931" sldId="261"/>
        </pc:sldMkLst>
        <pc:picChg chg="del">
          <ac:chgData name="KACHOUR Maher" userId="09775c39-7739-40bf-ba04-c8ef3ab24a94" providerId="ADAL" clId="{2370CBF8-D1D8-4922-A968-E90E226146FA}" dt="2021-10-14T14:31:00.341" v="204" actId="478"/>
          <ac:picMkLst>
            <pc:docMk/>
            <pc:sldMk cId="925746931" sldId="261"/>
            <ac:picMk id="6" creationId="{C89D6DEA-6D91-456E-968B-68D46AFB39DB}"/>
          </ac:picMkLst>
        </pc:picChg>
        <pc:picChg chg="add mod">
          <ac:chgData name="KACHOUR Maher" userId="09775c39-7739-40bf-ba04-c8ef3ab24a94" providerId="ADAL" clId="{2370CBF8-D1D8-4922-A968-E90E226146FA}" dt="2021-10-14T14:31:11.788" v="212" actId="1076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52:58.120" v="341" actId="26606"/>
        <pc:sldMkLst>
          <pc:docMk/>
          <pc:sldMk cId="4200507792" sldId="262"/>
        </pc:sldMkLst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1" creationId="{385E1BDC-A9B0-4A87-82E3-F3187F69A802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3" creationId="{0990C621-3B8B-4820-8328-D47EF7CE823C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5" creationId="{C1A2385B-1D2A-4E17-84FA-6CB7F0AAE473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7" creationId="{5E791F2F-79DB-4CC0-9FA1-001E3E91E8B7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2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4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6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8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52:58.120" v="341" actId="26606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2370CBF8-D1D8-4922-A968-E90E226146FA}" dt="2021-10-14T14:52:53.431" v="339" actId="478"/>
          <ac:picMkLst>
            <pc:docMk/>
            <pc:sldMk cId="4200507792" sldId="262"/>
            <ac:picMk id="6" creationId="{D9442BFA-85B6-46F2-A05F-18E8C23113C9}"/>
          </ac:picMkLst>
        </pc:picChg>
        <pc:picChg chg="add mod">
          <ac:chgData name="KACHOUR Maher" userId="09775c39-7739-40bf-ba04-c8ef3ab24a94" providerId="ADAL" clId="{2370CBF8-D1D8-4922-A968-E90E226146FA}" dt="2021-10-14T14:52:58.120" v="341" actId="26606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  <pc:docChgLst>
    <pc:chgData name="KACHOUR Maher" userId="09775c39-7739-40bf-ba04-c8ef3ab24a94" providerId="ADAL" clId="{E5A1AE0A-D964-4669-B03E-987D59F22204}"/>
    <pc:docChg chg="modSld">
      <pc:chgData name="KACHOUR Maher" userId="09775c39-7739-40bf-ba04-c8ef3ab24a94" providerId="ADAL" clId="{E5A1AE0A-D964-4669-B03E-987D59F22204}" dt="2021-10-14T10:16:47.651" v="1" actId="20577"/>
      <pc:docMkLst>
        <pc:docMk/>
      </pc:docMkLst>
      <pc:sldChg chg="modSp mod">
        <pc:chgData name="KACHOUR Maher" userId="09775c39-7739-40bf-ba04-c8ef3ab24a94" providerId="ADAL" clId="{E5A1AE0A-D964-4669-B03E-987D59F22204}" dt="2021-10-14T10:16:42.339" v="0" actId="20577"/>
        <pc:sldMkLst>
          <pc:docMk/>
          <pc:sldMk cId="3884457258" sldId="256"/>
        </pc:sldMkLst>
        <pc:spChg chg="mod">
          <ac:chgData name="KACHOUR Maher" userId="09775c39-7739-40bf-ba04-c8ef3ab24a94" providerId="ADAL" clId="{E5A1AE0A-D964-4669-B03E-987D59F22204}" dt="2021-10-14T10:16:42.339" v="0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E5A1AE0A-D964-4669-B03E-987D59F22204}" dt="2021-10-14T10:16:47.651" v="1" actId="20577"/>
        <pc:sldMkLst>
          <pc:docMk/>
          <pc:sldMk cId="3342625250" sldId="259"/>
        </pc:sldMkLst>
        <pc:spChg chg="mod">
          <ac:chgData name="KACHOUR Maher" userId="09775c39-7739-40bf-ba04-c8ef3ab24a94" providerId="ADAL" clId="{E5A1AE0A-D964-4669-B03E-987D59F22204}" dt="2021-10-14T10:16:47.651" v="1" actId="20577"/>
          <ac:spMkLst>
            <pc:docMk/>
            <pc:sldMk cId="3342625250" sldId="259"/>
            <ac:spMk id="3" creationId="{86DA4EC6-6600-48BE-AED2-90A0A908CF8F}"/>
          </ac:spMkLst>
        </pc:spChg>
      </pc:sldChg>
    </pc:docChg>
  </pc:docChgLst>
  <pc:docChgLst>
    <pc:chgData name="KACHOUR Maher" userId="09775c39-7739-40bf-ba04-c8ef3ab24a94" providerId="ADAL" clId="{66193A36-5827-43EF-82E3-7D2043326F3D}"/>
    <pc:docChg chg="custSel modSld">
      <pc:chgData name="KACHOUR Maher" userId="09775c39-7739-40bf-ba04-c8ef3ab24a94" providerId="ADAL" clId="{66193A36-5827-43EF-82E3-7D2043326F3D}" dt="2021-10-14T16:27:32.850" v="49" actId="790"/>
      <pc:docMkLst>
        <pc:docMk/>
      </pc:docMkLst>
      <pc:sldChg chg="modSp mod">
        <pc:chgData name="KACHOUR Maher" userId="09775c39-7739-40bf-ba04-c8ef3ab24a94" providerId="ADAL" clId="{66193A36-5827-43EF-82E3-7D2043326F3D}" dt="2021-10-14T16:26:31.705" v="16" actId="20577"/>
        <pc:sldMkLst>
          <pc:docMk/>
          <pc:sldMk cId="3884457258" sldId="256"/>
        </pc:sldMkLst>
        <pc:spChg chg="mod">
          <ac:chgData name="KACHOUR Maher" userId="09775c39-7739-40bf-ba04-c8ef3ab24a94" providerId="ADAL" clId="{66193A36-5827-43EF-82E3-7D2043326F3D}" dt="2021-10-14T16:24:24.117" v="1" actId="20577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66193A36-5827-43EF-82E3-7D2043326F3D}" dt="2021-10-14T16:26:31.705" v="16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Graphic">
          <ac:chgData name="KACHOUR Maher" userId="09775c39-7739-40bf-ba04-c8ef3ab24a94" providerId="ADAL" clId="{66193A36-5827-43EF-82E3-7D2043326F3D}" dt="2021-10-14T16:24:49.874" v="2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66193A36-5827-43EF-82E3-7D2043326F3D}" dt="2021-10-14T16:26:18.169" v="14" actId="20577"/>
        <pc:sldMkLst>
          <pc:docMk/>
          <pc:sldMk cId="1632906986" sldId="258"/>
        </pc:sldMkLst>
        <pc:spChg chg="mod">
          <ac:chgData name="KACHOUR Maher" userId="09775c39-7739-40bf-ba04-c8ef3ab24a94" providerId="ADAL" clId="{66193A36-5827-43EF-82E3-7D2043326F3D}" dt="2021-10-14T16:26:18.169" v="14" actId="20577"/>
          <ac:spMkLst>
            <pc:docMk/>
            <pc:sldMk cId="1632906986" sldId="258"/>
            <ac:spMk id="2" creationId="{A4AEDEBA-6FE9-4F23-B02B-9FB71BC17484}"/>
          </ac:spMkLst>
        </pc:spChg>
        <pc:spChg chg="mod">
          <ac:chgData name="KACHOUR Maher" userId="09775c39-7739-40bf-ba04-c8ef3ab24a94" providerId="ADAL" clId="{66193A36-5827-43EF-82E3-7D2043326F3D}" dt="2021-10-14T16:25:37.393" v="7" actId="790"/>
          <ac:spMkLst>
            <pc:docMk/>
            <pc:sldMk cId="1632906986" sldId="258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66193A36-5827-43EF-82E3-7D2043326F3D}" dt="2021-10-14T16:26:13.756" v="12" actId="20577"/>
        <pc:sldMkLst>
          <pc:docMk/>
          <pc:sldMk cId="3342625250" sldId="259"/>
        </pc:sldMkLst>
        <pc:spChg chg="mod">
          <ac:chgData name="KACHOUR Maher" userId="09775c39-7739-40bf-ba04-c8ef3ab24a94" providerId="ADAL" clId="{66193A36-5827-43EF-82E3-7D2043326F3D}" dt="2021-10-14T16:26:13.756" v="12" actId="20577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66193A36-5827-43EF-82E3-7D2043326F3D}" dt="2021-10-14T16:25:51.878" v="8" actId="27636"/>
          <ac:spMkLst>
            <pc:docMk/>
            <pc:sldMk cId="3342625250" sldId="259"/>
            <ac:spMk id="3" creationId="{86DA4EC6-6600-48BE-AED2-90A0A908CF8F}"/>
          </ac:spMkLst>
        </pc:spChg>
      </pc:sldChg>
      <pc:sldChg chg="modSp mod">
        <pc:chgData name="KACHOUR Maher" userId="09775c39-7739-40bf-ba04-c8ef3ab24a94" providerId="ADAL" clId="{66193A36-5827-43EF-82E3-7D2043326F3D}" dt="2021-10-14T16:27:32.850" v="49" actId="790"/>
        <pc:sldMkLst>
          <pc:docMk/>
          <pc:sldMk cId="4200507792" sldId="262"/>
        </pc:sldMkLst>
        <pc:spChg chg="mod">
          <ac:chgData name="KACHOUR Maher" userId="09775c39-7739-40bf-ba04-c8ef3ab24a94" providerId="ADAL" clId="{66193A36-5827-43EF-82E3-7D2043326F3D}" dt="2021-10-14T16:26:07.375" v="10" actId="20577"/>
          <ac:spMkLst>
            <pc:docMk/>
            <pc:sldMk cId="4200507792" sldId="262"/>
            <ac:spMk id="2" creationId="{159DF4AF-EB56-497F-9EC4-3792B7715C09}"/>
          </ac:spMkLst>
        </pc:spChg>
        <pc:spChg chg="mod">
          <ac:chgData name="KACHOUR Maher" userId="09775c39-7739-40bf-ba04-c8ef3ab24a94" providerId="ADAL" clId="{66193A36-5827-43EF-82E3-7D2043326F3D}" dt="2021-10-14T16:27:32.850" v="49" actId="790"/>
          <ac:spMkLst>
            <pc:docMk/>
            <pc:sldMk cId="4200507792" sldId="262"/>
            <ac:spMk id="5" creationId="{D7B24147-55AB-4BC4-B183-ED51FCA4DB97}"/>
          </ac:spMkLst>
        </pc:spChg>
      </pc:sldChg>
    </pc:docChg>
  </pc:docChgLst>
  <pc:docChgLst>
    <pc:chgData name="KACHOUR Maher" userId="09775c39-7739-40bf-ba04-c8ef3ab24a94" providerId="ADAL" clId="{A485481B-7CFB-49EC-B580-AB3492269FCD}"/>
    <pc:docChg chg="undo custSel delSld modSld">
      <pc:chgData name="KACHOUR Maher" userId="09775c39-7739-40bf-ba04-c8ef3ab24a94" providerId="ADAL" clId="{A485481B-7CFB-49EC-B580-AB3492269FCD}" dt="2021-10-14T16:21:46.485" v="467" actId="255"/>
      <pc:docMkLst>
        <pc:docMk/>
      </pc:docMkLst>
      <pc:sldChg chg="modSp mod">
        <pc:chgData name="KACHOUR Maher" userId="09775c39-7739-40bf-ba04-c8ef3ab24a94" providerId="ADAL" clId="{A485481B-7CFB-49EC-B580-AB3492269FCD}" dt="2021-10-14T16:21:46.485" v="467" actId="255"/>
        <pc:sldMkLst>
          <pc:docMk/>
          <pc:sldMk cId="3884457258" sldId="256"/>
        </pc:sldMkLst>
        <pc:spChg chg="mod">
          <ac:chgData name="KACHOUR Maher" userId="09775c39-7739-40bf-ba04-c8ef3ab24a94" providerId="ADAL" clId="{A485481B-7CFB-49EC-B580-AB3492269FCD}" dt="2021-10-14T16:21:46.485" v="467" actId="255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A485481B-7CFB-49EC-B580-AB3492269FCD}" dt="2021-10-14T15:39:01.978" v="1" actId="20577"/>
        <pc:sldMkLst>
          <pc:docMk/>
          <pc:sldMk cId="0" sldId="257"/>
        </pc:sldMkLst>
        <pc:spChg chg="mod">
          <ac:chgData name="KACHOUR Maher" userId="09775c39-7739-40bf-ba04-c8ef3ab24a94" providerId="ADAL" clId="{A485481B-7CFB-49EC-B580-AB3492269FCD}" dt="2021-10-14T15:39:01.978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KACHOUR Maher" userId="09775c39-7739-40bf-ba04-c8ef3ab24a94" providerId="ADAL" clId="{A485481B-7CFB-49EC-B580-AB3492269FCD}" dt="2021-10-14T15:47:29.387" v="241" actId="20577"/>
        <pc:sldMkLst>
          <pc:docMk/>
          <pc:sldMk cId="1632906986" sldId="258"/>
        </pc:sldMkLst>
        <pc:spChg chg="add mod">
          <ac:chgData name="KACHOUR Maher" userId="09775c39-7739-40bf-ba04-c8ef3ab24a94" providerId="ADAL" clId="{A485481B-7CFB-49EC-B580-AB3492269FCD}" dt="2021-10-14T15:47:29.387" v="241" actId="20577"/>
          <ac:spMkLst>
            <pc:docMk/>
            <pc:sldMk cId="1632906986" sldId="258"/>
            <ac:spMk id="3" creationId="{CC9FE004-1C6E-4667-8710-CA96506DE21E}"/>
          </ac:spMkLst>
        </pc:spChg>
        <pc:picChg chg="del">
          <ac:chgData name="KACHOUR Maher" userId="09775c39-7739-40bf-ba04-c8ef3ab24a94" providerId="ADAL" clId="{A485481B-7CFB-49EC-B580-AB3492269FCD}" dt="2021-10-14T15:39:42.963" v="49" actId="478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A485481B-7CFB-49EC-B580-AB3492269FCD}" dt="2021-10-14T16:21:33.183" v="465" actId="5793"/>
        <pc:sldMkLst>
          <pc:docMk/>
          <pc:sldMk cId="3342625250" sldId="259"/>
        </pc:sldMkLst>
        <pc:spChg chg="mod">
          <ac:chgData name="KACHOUR Maher" userId="09775c39-7739-40bf-ba04-c8ef3ab24a94" providerId="ADAL" clId="{A485481B-7CFB-49EC-B580-AB3492269FCD}" dt="2021-10-14T16:21:33.183" v="465" actId="5793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A485481B-7CFB-49EC-B580-AB3492269FCD}" dt="2021-10-14T16:21:29.049" v="464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del">
        <pc:chgData name="KACHOUR Maher" userId="09775c39-7739-40bf-ba04-c8ef3ab24a94" providerId="ADAL" clId="{A485481B-7CFB-49EC-B580-AB3492269FCD}" dt="2021-10-14T15:47:59.547" v="243" actId="47"/>
        <pc:sldMkLst>
          <pc:docMk/>
          <pc:sldMk cId="962425727" sldId="260"/>
        </pc:sldMkLst>
      </pc:sldChg>
      <pc:sldChg chg="delSp del mod">
        <pc:chgData name="KACHOUR Maher" userId="09775c39-7739-40bf-ba04-c8ef3ab24a94" providerId="ADAL" clId="{A485481B-7CFB-49EC-B580-AB3492269FCD}" dt="2021-10-14T15:47:34.163" v="242" actId="47"/>
        <pc:sldMkLst>
          <pc:docMk/>
          <pc:sldMk cId="925746931" sldId="261"/>
        </pc:sldMkLst>
        <pc:graphicFrameChg chg="del">
          <ac:chgData name="KACHOUR Maher" userId="09775c39-7739-40bf-ba04-c8ef3ab24a94" providerId="ADAL" clId="{A485481B-7CFB-49EC-B580-AB3492269FCD}" dt="2021-10-14T15:39:50.801" v="50" actId="478"/>
          <ac:graphicFrameMkLst>
            <pc:docMk/>
            <pc:sldMk cId="925746931" sldId="261"/>
            <ac:graphicFrameMk id="5" creationId="{C5935286-E84C-4A5B-9E95-1C36A0F9B1CD}"/>
          </ac:graphicFrameMkLst>
        </pc:graphicFrameChg>
        <pc:picChg chg="del">
          <ac:chgData name="KACHOUR Maher" userId="09775c39-7739-40bf-ba04-c8ef3ab24a94" providerId="ADAL" clId="{A485481B-7CFB-49EC-B580-AB3492269FCD}" dt="2021-10-14T15:39:53.045" v="51" actId="478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mod">
        <pc:chgData name="KACHOUR Maher" userId="09775c39-7739-40bf-ba04-c8ef3ab24a94" providerId="ADAL" clId="{A485481B-7CFB-49EC-B580-AB3492269FCD}" dt="2021-10-14T16:20:16.665" v="458" actId="2711"/>
        <pc:sldMkLst>
          <pc:docMk/>
          <pc:sldMk cId="4200507792" sldId="262"/>
        </pc:sldMkLst>
        <pc:spChg chg="add mod">
          <ac:chgData name="KACHOUR Maher" userId="09775c39-7739-40bf-ba04-c8ef3ab24a94" providerId="ADAL" clId="{A485481B-7CFB-49EC-B580-AB3492269FCD}" dt="2021-10-14T16:20:16.665" v="458" actId="2711"/>
          <ac:spMkLst>
            <pc:docMk/>
            <pc:sldMk cId="4200507792" sldId="262"/>
            <ac:spMk id="5" creationId="{D7B24147-55AB-4BC4-B183-ED51FCA4DB97}"/>
          </ac:spMkLst>
        </pc:spChg>
        <pc:graphicFrameChg chg="mod modGraphic">
          <ac:chgData name="KACHOUR Maher" userId="09775c39-7739-40bf-ba04-c8ef3ab24a94" providerId="ADAL" clId="{A485481B-7CFB-49EC-B580-AB3492269FCD}" dt="2021-10-14T16:04:52.105" v="376" actId="20577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A485481B-7CFB-49EC-B580-AB3492269FCD}" dt="2021-10-14T15:48:05.667" v="244" actId="478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09/09/2026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09/09/2026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09/09/2026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09/09/2026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09/09/2026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09/09/2026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09/09/2026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62" name="Rectangle 1461">
            <a:extLst>
              <a:ext uri="{FF2B5EF4-FFF2-40B4-BE49-F238E27FC236}">
                <a16:creationId xmlns:a16="http://schemas.microsoft.com/office/drawing/2014/main" id="{59EF30C2-29AC-4A0D-BC0A-A679CF113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3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093520" y="2744662"/>
            <a:ext cx="6589707" cy="2387600"/>
          </a:xfrm>
        </p:spPr>
        <p:txBody>
          <a:bodyPr>
            <a:normAutofit/>
          </a:bodyPr>
          <a:lstStyle/>
          <a:p>
            <a:pPr algn="r"/>
            <a:r>
              <a:rPr lang="en-AU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093520" y="5224337"/>
            <a:ext cx="6589707" cy="1329443"/>
          </a:xfrm>
        </p:spPr>
        <p:txBody>
          <a:bodyPr>
            <a:normAutofit/>
          </a:bodyPr>
          <a:lstStyle/>
          <a:p>
            <a:pPr algn="r">
              <a:defRPr sz="2200" b="1"/>
            </a:pPr>
            <a:r>
              <a:rPr lang="en-GB">
                <a:solidFill>
                  <a:srgbClr val="FFFFFF"/>
                </a:solidFill>
              </a:rPr>
              <a:t>Session 4</a:t>
            </a:r>
          </a:p>
          <a:p>
            <a:pPr algn="r">
              <a:defRPr sz="1400"/>
            </a:pPr>
            <a:r>
              <a:rPr lang="en-GB">
                <a:solidFill>
                  <a:srgbClr val="FFFFFF"/>
                </a:solidFill>
              </a:rPr>
              <a:t>Mercedeh ERFANIANGHASAB &amp; Jérémy CELSE</a:t>
            </a:r>
          </a:p>
          <a:p>
            <a:pPr algn="r">
              <a:defRPr sz="1000"/>
            </a:pPr>
            <a:r>
              <a:rPr lang="en-GB">
                <a:solidFill>
                  <a:srgbClr val="FFFFFF"/>
                </a:solidFill>
              </a:rPr>
              <a:t>Mercedeh.ERFANIANGHASAB@essca.fr | jeremy.celse@essca.fr</a:t>
            </a:r>
          </a:p>
        </p:txBody>
      </p:sp>
      <p:cxnSp>
        <p:nvCxnSpPr>
          <p:cNvPr id="1464" name="Straight Connector 1463">
            <a:extLst>
              <a:ext uri="{FF2B5EF4-FFF2-40B4-BE49-F238E27FC236}">
                <a16:creationId xmlns:a16="http://schemas.microsoft.com/office/drawing/2014/main" id="{266A0658-1CC4-4B0D-AAB7-A702286AF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5" name="Freeform: Shape 1449">
            <a:extLst>
              <a:ext uri="{FF2B5EF4-FFF2-40B4-BE49-F238E27FC236}">
                <a16:creationId xmlns:a16="http://schemas.microsoft.com/office/drawing/2014/main" id="{A04F1504-431A-4D86-9091-AE7E4B33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66" name="Freeform: Shape 1451">
            <a:extLst>
              <a:ext uri="{FF2B5EF4-FFF2-40B4-BE49-F238E27FC236}">
                <a16:creationId xmlns:a16="http://schemas.microsoft.com/office/drawing/2014/main" id="{EA804283-B929-4503-802F-4585376E2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67" name="Oval 1466">
            <a:extLst>
              <a:ext uri="{FF2B5EF4-FFF2-40B4-BE49-F238E27FC236}">
                <a16:creationId xmlns:a16="http://schemas.microsoft.com/office/drawing/2014/main" id="{AD3811F5-514E-49A4-B382-673ED228A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68" name="Freeform: Shape 1455">
            <a:extLst>
              <a:ext uri="{FF2B5EF4-FFF2-40B4-BE49-F238E27FC236}">
                <a16:creationId xmlns:a16="http://schemas.microsoft.com/office/drawing/2014/main" id="{067AD921-1CEE-4C1B-9AA3-C66D908DD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69" name="Arc 1468">
            <a:extLst>
              <a:ext uri="{FF2B5EF4-FFF2-40B4-BE49-F238E27FC236}">
                <a16:creationId xmlns:a16="http://schemas.microsoft.com/office/drawing/2014/main" id="{C36A08F5-3B56-47C5-A371-9187BE56E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39" name="Picture 1438" descr="essc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292608"/>
            <a:ext cx="914400" cy="7858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7325" y="25698"/>
            <a:ext cx="9144000" cy="1230312"/>
          </a:xfrm>
        </p:spPr>
        <p:txBody>
          <a:bodyPr/>
          <a:lstStyle/>
          <a:p>
            <a:r>
              <a:rPr lang="fr-FR" dirty="0" err="1">
                <a:latin typeface="Cambria" panose="02040503050406030204" pitchFamily="18" charset="0"/>
              </a:rPr>
              <a:t>Exercise</a:t>
            </a:r>
            <a:r>
              <a:rPr lang="fr-FR" dirty="0">
                <a:latin typeface="Cambria" panose="02040503050406030204" pitchFamily="18" charset="0"/>
              </a:rPr>
              <a:t>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438150" y="1438275"/>
            <a:ext cx="1003935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We studied the morning temperature (i.e. measured between 7am and 7.30am) over 200 days chosen </a:t>
            </a:r>
            <a:r>
              <a:rPr lang="en-US" sz="2000" dirty="0"/>
              <a:t>randomly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from the winter periods observed over the last 20 years. 
The data are represented in the following table:
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Study the existence of outliers </a:t>
            </a:r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8D618231-F795-4672-A643-43223F39D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114474"/>
              </p:ext>
            </p:extLst>
          </p:nvPr>
        </p:nvGraphicFramePr>
        <p:xfrm>
          <a:off x="4337050" y="2743200"/>
          <a:ext cx="3711575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3264">
                  <a:extLst>
                    <a:ext uri="{9D8B030D-6E8A-4147-A177-3AD203B41FA5}">
                      <a16:colId xmlns:a16="http://schemas.microsoft.com/office/drawing/2014/main" val="3196339109"/>
                    </a:ext>
                  </a:extLst>
                </a:gridCol>
                <a:gridCol w="2268311">
                  <a:extLst>
                    <a:ext uri="{9D8B030D-6E8A-4147-A177-3AD203B41FA5}">
                      <a16:colId xmlns:a16="http://schemas.microsoft.com/office/drawing/2014/main" val="623701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Temperature</a:t>
                      </a:r>
                      <a:r>
                        <a:rPr lang="fr-FR" dirty="0"/>
                        <a:t>
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Number</a:t>
                      </a:r>
                      <a:r>
                        <a:rPr lang="fr-FR" dirty="0"/>
                        <a:t> of </a:t>
                      </a:r>
                      <a:r>
                        <a:rPr lang="fr-FR" dirty="0" err="1"/>
                        <a:t>days</a:t>
                      </a:r>
                      <a:r>
                        <a:rPr lang="fr-FR" dirty="0"/>
                        <a:t>
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406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273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744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472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163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687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0788EB-E31A-4C58-AF19-DDA249A0E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0B91877-5CCF-47BA-A7CF-539C4FA45252}"/>
              </a:ext>
            </a:extLst>
          </p:cNvPr>
          <p:cNvSpPr txBox="1"/>
          <p:nvPr/>
        </p:nvSpPr>
        <p:spPr>
          <a:xfrm>
            <a:off x="561975" y="1914525"/>
            <a:ext cx="10791825" cy="419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9638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153"/>
            <a:ext cx="10515600" cy="1325563"/>
          </a:xfrm>
        </p:spPr>
        <p:txBody>
          <a:bodyPr/>
          <a:lstStyle/>
          <a:p>
            <a:pPr algn="ctr"/>
            <a:r>
              <a:rPr lang="fr-FR" sz="6000" dirty="0" err="1">
                <a:latin typeface="Cambria" panose="02040503050406030204" pitchFamily="18" charset="0"/>
              </a:rPr>
              <a:t>Exercise</a:t>
            </a:r>
            <a:r>
              <a:rPr lang="fr-FR" sz="6000" dirty="0">
                <a:latin typeface="Cambria" panose="02040503050406030204" pitchFamily="18" charset="0"/>
              </a:rPr>
              <a:t>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716"/>
            <a:ext cx="10515600" cy="484203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We studied the morning speed (i.e. measured (in Km/h) between 7am and 7.30am) of the wind</a:t>
            </a:r>
          </a:p>
          <a:p>
            <a:pPr marL="0" indent="0">
              <a:buNone/>
            </a:pP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over 240 days chosen </a:t>
            </a:r>
            <a:r>
              <a:rPr lang="en-US" sz="2600" dirty="0"/>
              <a:t>randomly </a:t>
            </a: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from the winter periods observed over the last 20 years. 
The data are represented in the following table: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
Study the existence of outliers 
</a:t>
            </a:r>
            <a:endParaRPr lang="fr-FR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8731FE7-289F-4569-8899-DD98785D8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6399390"/>
              </p:ext>
            </p:extLst>
          </p:nvPr>
        </p:nvGraphicFramePr>
        <p:xfrm>
          <a:off x="5103283" y="3093244"/>
          <a:ext cx="3612092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744">
                  <a:extLst>
                    <a:ext uri="{9D8B030D-6E8A-4147-A177-3AD203B41FA5}">
                      <a16:colId xmlns:a16="http://schemas.microsoft.com/office/drawing/2014/main" val="2512171411"/>
                    </a:ext>
                  </a:extLst>
                </a:gridCol>
                <a:gridCol w="1981348">
                  <a:extLst>
                    <a:ext uri="{9D8B030D-6E8A-4147-A177-3AD203B41FA5}">
                      <a16:colId xmlns:a16="http://schemas.microsoft.com/office/drawing/2014/main" val="1743361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Speed
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Number</a:t>
                      </a:r>
                      <a:r>
                        <a:rPr lang="fr-FR" dirty="0"/>
                        <a:t> of </a:t>
                      </a:r>
                      <a:r>
                        <a:rPr lang="fr-FR" dirty="0" err="1"/>
                        <a:t>days</a:t>
                      </a:r>
                      <a:r>
                        <a:rPr lang="fr-FR" dirty="0"/>
                        <a:t>
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465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[0 ; 10]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244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 ; 30]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40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[30 ; 70]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413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[70 ; 100]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259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[100 ; 150]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789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625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0788EB-E31A-4C58-AF19-DDA249A0E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0B91877-5CCF-47BA-A7CF-539C4FA45252}"/>
              </a:ext>
            </a:extLst>
          </p:cNvPr>
          <p:cNvSpPr txBox="1"/>
          <p:nvPr/>
        </p:nvSpPr>
        <p:spPr>
          <a:xfrm>
            <a:off x="561975" y="1914525"/>
            <a:ext cx="10791825" cy="419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1623561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190</Words>
  <Application>Microsoft Macintosh PowerPoint</Application>
  <PresentationFormat>Widescreen</PresentationFormat>
  <Paragraphs>55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</vt:lpstr>
      <vt:lpstr>Thème Office</vt:lpstr>
      <vt:lpstr>Data Description </vt:lpstr>
      <vt:lpstr>Exercise 1</vt:lpstr>
      <vt:lpstr>Note</vt:lpstr>
      <vt:lpstr>Exercise 2</vt:lpstr>
      <vt:lpstr>Note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 </dc:title>
  <dc:creator>KACHOUR Maher</dc:creator>
  <cp:lastModifiedBy>Mercede Erfanianghasab</cp:lastModifiedBy>
  <cp:revision>4</cp:revision>
  <dcterms:created xsi:type="dcterms:W3CDTF">2021-10-14T08:08:29Z</dcterms:created>
  <dcterms:modified xsi:type="dcterms:W3CDTF">2026-09-09T18:03:37Z</dcterms:modified>
</cp:coreProperties>
</file>