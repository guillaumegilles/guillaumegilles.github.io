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6" r:id="rId3"/>
    <p:sldId id="263" r:id="rId4"/>
    <p:sldId id="259" r:id="rId5"/>
    <p:sldId id="264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BC05B2-A338-4A26-84FC-B725A8780109}" v="1" dt="2021-10-15T11:34:46.3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5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02BC05B2-A338-4A26-84FC-B725A8780109}"/>
    <pc:docChg chg="custSel addSld delSld modSld sldOrd">
      <pc:chgData name="KACHOUR Maher" userId="09775c39-7739-40bf-ba04-c8ef3ab24a94" providerId="ADAL" clId="{02BC05B2-A338-4A26-84FC-B725A8780109}" dt="2021-10-16T15:50:58.349" v="31" actId="20577"/>
      <pc:docMkLst>
        <pc:docMk/>
      </pc:docMkLst>
      <pc:sldChg chg="modSp mod">
        <pc:chgData name="KACHOUR Maher" userId="09775c39-7739-40bf-ba04-c8ef3ab24a94" providerId="ADAL" clId="{02BC05B2-A338-4A26-84FC-B725A8780109}" dt="2021-10-16T15:50:44.562" v="27" actId="20577"/>
        <pc:sldMkLst>
          <pc:docMk/>
          <pc:sldMk cId="3884457258" sldId="256"/>
        </pc:sldMkLst>
        <pc:spChg chg="mod">
          <ac:chgData name="KACHOUR Maher" userId="09775c39-7739-40bf-ba04-c8ef3ab24a94" providerId="ADAL" clId="{02BC05B2-A338-4A26-84FC-B725A8780109}" dt="2021-10-16T15:50:44.562" v="27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02BC05B2-A338-4A26-84FC-B725A8780109}" dt="2021-10-16T15:50:36.995" v="25" actId="20577"/>
        <pc:sldMkLst>
          <pc:docMk/>
          <pc:sldMk cId="0" sldId="257"/>
        </pc:sldMkLst>
        <pc:spChg chg="mod">
          <ac:chgData name="KACHOUR Maher" userId="09775c39-7739-40bf-ba04-c8ef3ab24a94" providerId="ADAL" clId="{02BC05B2-A338-4A26-84FC-B725A8780109}" dt="2021-10-16T15:50:36.995" v="25" actId="20577"/>
          <ac:spMkLst>
            <pc:docMk/>
            <pc:sldMk cId="0" sldId="257"/>
            <ac:spMk id="3" creationId="{00000000-0000-0000-0000-000000000000}"/>
          </ac:spMkLst>
        </pc:spChg>
      </pc:sldChg>
      <pc:sldChg chg="del">
        <pc:chgData name="KACHOUR Maher" userId="09775c39-7739-40bf-ba04-c8ef3ab24a94" providerId="ADAL" clId="{02BC05B2-A338-4A26-84FC-B725A8780109}" dt="2021-10-15T11:34:59.966" v="11" actId="47"/>
        <pc:sldMkLst>
          <pc:docMk/>
          <pc:sldMk cId="1632906986" sldId="258"/>
        </pc:sldMkLst>
      </pc:sldChg>
      <pc:sldChg chg="modSp mod">
        <pc:chgData name="KACHOUR Maher" userId="09775c39-7739-40bf-ba04-c8ef3ab24a94" providerId="ADAL" clId="{02BC05B2-A338-4A26-84FC-B725A8780109}" dt="2021-10-16T15:50:58.349" v="31" actId="20577"/>
        <pc:sldMkLst>
          <pc:docMk/>
          <pc:sldMk cId="3342625250" sldId="259"/>
        </pc:sldMkLst>
        <pc:spChg chg="mod">
          <ac:chgData name="KACHOUR Maher" userId="09775c39-7739-40bf-ba04-c8ef3ab24a94" providerId="ADAL" clId="{02BC05B2-A338-4A26-84FC-B725A8780109}" dt="2021-10-16T15:50:58.349" v="31" actId="20577"/>
          <ac:spMkLst>
            <pc:docMk/>
            <pc:sldMk cId="3342625250" sldId="259"/>
            <ac:spMk id="3" creationId="{86DA4EC6-6600-48BE-AED2-90A0A908CF8F}"/>
          </ac:spMkLst>
        </pc:spChg>
      </pc:sldChg>
      <pc:sldChg chg="del">
        <pc:chgData name="KACHOUR Maher" userId="09775c39-7739-40bf-ba04-c8ef3ab24a94" providerId="ADAL" clId="{02BC05B2-A338-4A26-84FC-B725A8780109}" dt="2021-10-15T11:35:02.679" v="12" actId="47"/>
        <pc:sldMkLst>
          <pc:docMk/>
          <pc:sldMk cId="4200507792" sldId="262"/>
        </pc:sldMkLst>
      </pc:sldChg>
      <pc:sldChg chg="addSp delSp modSp new mod">
        <pc:chgData name="KACHOUR Maher" userId="09775c39-7739-40bf-ba04-c8ef3ab24a94" providerId="ADAL" clId="{02BC05B2-A338-4A26-84FC-B725A8780109}" dt="2021-10-15T11:34:52.052" v="9" actId="208"/>
        <pc:sldMkLst>
          <pc:docMk/>
          <pc:sldMk cId="3083335501" sldId="263"/>
        </pc:sldMkLst>
        <pc:spChg chg="mod">
          <ac:chgData name="KACHOUR Maher" userId="09775c39-7739-40bf-ba04-c8ef3ab24a94" providerId="ADAL" clId="{02BC05B2-A338-4A26-84FC-B725A8780109}" dt="2021-10-15T11:34:35.503" v="6" actId="20577"/>
          <ac:spMkLst>
            <pc:docMk/>
            <pc:sldMk cId="3083335501" sldId="263"/>
            <ac:spMk id="2" creationId="{1A9A95EB-2C03-4BAC-9B4D-5ECF9253A3BD}"/>
          </ac:spMkLst>
        </pc:spChg>
        <pc:spChg chg="del">
          <ac:chgData name="KACHOUR Maher" userId="09775c39-7739-40bf-ba04-c8ef3ab24a94" providerId="ADAL" clId="{02BC05B2-A338-4A26-84FC-B725A8780109}" dt="2021-10-15T11:34:38.153" v="7" actId="478"/>
          <ac:spMkLst>
            <pc:docMk/>
            <pc:sldMk cId="3083335501" sldId="263"/>
            <ac:spMk id="3" creationId="{118C9D28-73CD-45B3-9171-DB6934D3C38E}"/>
          </ac:spMkLst>
        </pc:spChg>
        <pc:spChg chg="add mod">
          <ac:chgData name="KACHOUR Maher" userId="09775c39-7739-40bf-ba04-c8ef3ab24a94" providerId="ADAL" clId="{02BC05B2-A338-4A26-84FC-B725A8780109}" dt="2021-10-15T11:34:52.052" v="9" actId="208"/>
          <ac:spMkLst>
            <pc:docMk/>
            <pc:sldMk cId="3083335501" sldId="263"/>
            <ac:spMk id="4" creationId="{09BDF2A9-0F54-414B-A9C7-4A2CD5CC2641}"/>
          </ac:spMkLst>
        </pc:spChg>
      </pc:sldChg>
      <pc:sldChg chg="add ord">
        <pc:chgData name="KACHOUR Maher" userId="09775c39-7739-40bf-ba04-c8ef3ab24a94" providerId="ADAL" clId="{02BC05B2-A338-4A26-84FC-B725A8780109}" dt="2021-10-15T11:35:05.198" v="14"/>
        <pc:sldMkLst>
          <pc:docMk/>
          <pc:sldMk cId="4172925774" sldId="264"/>
        </pc:sldMkLst>
      </pc:sldChg>
    </pc:docChg>
  </pc:docChgLst>
  <pc:docChgLst>
    <pc:chgData name="KACHOUR Maher" userId="09775c39-7739-40bf-ba04-c8ef3ab24a94" providerId="ADAL" clId="{D1D76165-D7C6-4F30-894C-A7B7B38EC536}"/>
    <pc:docChg chg="custSel modSld">
      <pc:chgData name="KACHOUR Maher" userId="09775c39-7739-40bf-ba04-c8ef3ab24a94" providerId="ADAL" clId="{D1D76165-D7C6-4F30-894C-A7B7B38EC536}" dt="2021-10-15T11:33:45.293" v="25" actId="20577"/>
      <pc:docMkLst>
        <pc:docMk/>
      </pc:docMkLst>
      <pc:sldChg chg="modSp mod">
        <pc:chgData name="KACHOUR Maher" userId="09775c39-7739-40bf-ba04-c8ef3ab24a94" providerId="ADAL" clId="{D1D76165-D7C6-4F30-894C-A7B7B38EC536}" dt="2021-10-15T11:31:57.409" v="2" actId="1076"/>
        <pc:sldMkLst>
          <pc:docMk/>
          <pc:sldMk cId="3884457258" sldId="256"/>
        </pc:sldMkLst>
        <pc:spChg chg="mod">
          <ac:chgData name="KACHOUR Maher" userId="09775c39-7739-40bf-ba04-c8ef3ab24a94" providerId="ADAL" clId="{D1D76165-D7C6-4F30-894C-A7B7B38EC536}" dt="2021-10-15T11:31:15.582" v="1" actId="20577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D1D76165-D7C6-4F30-894C-A7B7B38EC536}" dt="2021-10-15T11:31:57.409" v="2" actId="1076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D1D76165-D7C6-4F30-894C-A7B7B38EC536}" dt="2021-10-15T11:32:14.767" v="4" actId="20577"/>
        <pc:sldMkLst>
          <pc:docMk/>
          <pc:sldMk cId="1632906986" sldId="258"/>
        </pc:sldMkLst>
        <pc:spChg chg="mod">
          <ac:chgData name="KACHOUR Maher" userId="09775c39-7739-40bf-ba04-c8ef3ab24a94" providerId="ADAL" clId="{D1D76165-D7C6-4F30-894C-A7B7B38EC536}" dt="2021-10-15T11:32:14.767" v="4" actId="20577"/>
          <ac:spMkLst>
            <pc:docMk/>
            <pc:sldMk cId="1632906986" sldId="258"/>
            <ac:spMk id="2" creationId="{A4AEDEBA-6FE9-4F23-B02B-9FB71BC17484}"/>
          </ac:spMkLst>
        </pc:spChg>
      </pc:sldChg>
      <pc:sldChg chg="modSp mod">
        <pc:chgData name="KACHOUR Maher" userId="09775c39-7739-40bf-ba04-c8ef3ab24a94" providerId="ADAL" clId="{D1D76165-D7C6-4F30-894C-A7B7B38EC536}" dt="2021-10-15T11:33:37.179" v="23" actId="27636"/>
        <pc:sldMkLst>
          <pc:docMk/>
          <pc:sldMk cId="3342625250" sldId="259"/>
        </pc:sldMkLst>
        <pc:spChg chg="mod">
          <ac:chgData name="KACHOUR Maher" userId="09775c39-7739-40bf-ba04-c8ef3ab24a94" providerId="ADAL" clId="{D1D76165-D7C6-4F30-894C-A7B7B38EC536}" dt="2021-10-15T11:32:20.356" v="6" actId="20577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D1D76165-D7C6-4F30-894C-A7B7B38EC536}" dt="2021-10-15T11:33:37.179" v="23" actId="27636"/>
          <ac:spMkLst>
            <pc:docMk/>
            <pc:sldMk cId="3342625250" sldId="259"/>
            <ac:spMk id="3" creationId="{86DA4EC6-6600-48BE-AED2-90A0A908CF8F}"/>
          </ac:spMkLst>
        </pc:spChg>
        <pc:graphicFrameChg chg="mod">
          <ac:chgData name="KACHOUR Maher" userId="09775c39-7739-40bf-ba04-c8ef3ab24a94" providerId="ADAL" clId="{D1D76165-D7C6-4F30-894C-A7B7B38EC536}" dt="2021-10-15T11:33:01.216" v="16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modSp mod">
        <pc:chgData name="KACHOUR Maher" userId="09775c39-7739-40bf-ba04-c8ef3ab24a94" providerId="ADAL" clId="{D1D76165-D7C6-4F30-894C-A7B7B38EC536}" dt="2021-10-15T11:33:45.293" v="25" actId="20577"/>
        <pc:sldMkLst>
          <pc:docMk/>
          <pc:sldMk cId="4200507792" sldId="262"/>
        </pc:sldMkLst>
        <pc:spChg chg="mod">
          <ac:chgData name="KACHOUR Maher" userId="09775c39-7739-40bf-ba04-c8ef3ab24a94" providerId="ADAL" clId="{D1D76165-D7C6-4F30-894C-A7B7B38EC536}" dt="2021-10-15T11:33:45.293" v="25" actId="20577"/>
          <ac:spMkLst>
            <pc:docMk/>
            <pc:sldMk cId="4200507792" sldId="262"/>
            <ac:spMk id="2" creationId="{159DF4AF-EB56-497F-9EC4-3792B7715C09}"/>
          </ac:spMkLst>
        </pc:spChg>
      </pc:sldChg>
    </pc:docChg>
  </pc:docChgLst>
  <pc:docChgLst>
    <pc:chgData name="KACHOUR Maher" userId="09775c39-7739-40bf-ba04-c8ef3ab24a94" providerId="ADAL" clId="{2370CBF8-D1D8-4922-A968-E90E226146FA}"/>
    <pc:docChg chg="undo custSel addSld modSld">
      <pc:chgData name="KACHOUR Maher" userId="09775c39-7739-40bf-ba04-c8ef3ab24a94" providerId="ADAL" clId="{2370CBF8-D1D8-4922-A968-E90E226146FA}" dt="2021-10-14T14:52:58.120" v="341" actId="26606"/>
      <pc:docMkLst>
        <pc:docMk/>
      </pc:docMkLst>
      <pc:sldChg chg="modSp mod">
        <pc:chgData name="KACHOUR Maher" userId="09775c39-7739-40bf-ba04-c8ef3ab24a94" providerId="ADAL" clId="{2370CBF8-D1D8-4922-A968-E90E226146FA}" dt="2021-10-14T14:21:33.156" v="202" actId="1076"/>
        <pc:sldMkLst>
          <pc:docMk/>
          <pc:sldMk cId="3884457258" sldId="256"/>
        </pc:sldMkLst>
        <pc:spChg chg="mod">
          <ac:chgData name="KACHOUR Maher" userId="09775c39-7739-40bf-ba04-c8ef3ab24a94" providerId="ADAL" clId="{2370CBF8-D1D8-4922-A968-E90E226146FA}" dt="2021-10-14T14:21:33.156" v="202" actId="1076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2370CBF8-D1D8-4922-A968-E90E226146FA}" dt="2021-10-14T14:21:02.557" v="199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 modGraphic">
          <ac:chgData name="KACHOUR Maher" userId="09775c39-7739-40bf-ba04-c8ef3ab24a94" providerId="ADAL" clId="{2370CBF8-D1D8-4922-A968-E90E226146FA}" dt="2021-10-14T14:11:19.595" v="64" actId="14734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2370CBF8-D1D8-4922-A968-E90E226146FA}" dt="2021-10-14T14:07:55.333" v="1" actId="20577"/>
        <pc:sldMkLst>
          <pc:docMk/>
          <pc:sldMk cId="0" sldId="257"/>
        </pc:sldMkLst>
        <pc:spChg chg="mod">
          <ac:chgData name="KACHOUR Maher" userId="09775c39-7739-40bf-ba04-c8ef3ab24a94" providerId="ADAL" clId="{2370CBF8-D1D8-4922-A968-E90E226146FA}" dt="2021-10-14T14:07:55.333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modSp mod">
        <pc:chgData name="KACHOUR Maher" userId="09775c39-7739-40bf-ba04-c8ef3ab24a94" providerId="ADAL" clId="{2370CBF8-D1D8-4922-A968-E90E226146FA}" dt="2021-10-14T14:21:23.943" v="201" actId="1076"/>
        <pc:sldMkLst>
          <pc:docMk/>
          <pc:sldMk cId="1632906986" sldId="258"/>
        </pc:sldMkLst>
        <pc:spChg chg="mod">
          <ac:chgData name="KACHOUR Maher" userId="09775c39-7739-40bf-ba04-c8ef3ab24a94" providerId="ADAL" clId="{2370CBF8-D1D8-4922-A968-E90E226146FA}" dt="2021-10-14T14:14:18.992" v="72" actId="1076"/>
          <ac:spMkLst>
            <pc:docMk/>
            <pc:sldMk cId="1632906986" sldId="258"/>
            <ac:spMk id="2" creationId="{A4AEDEBA-6FE9-4F23-B02B-9FB71BC17484}"/>
          </ac:spMkLst>
        </pc:spChg>
        <pc:graphicFrameChg chg="mod modGraphic">
          <ac:chgData name="KACHOUR Maher" userId="09775c39-7739-40bf-ba04-c8ef3ab24a94" providerId="ADAL" clId="{2370CBF8-D1D8-4922-A968-E90E226146FA}" dt="2021-10-14T14:21:19.090" v="200" actId="14734"/>
          <ac:graphicFrameMkLst>
            <pc:docMk/>
            <pc:sldMk cId="1632906986" sldId="258"/>
            <ac:graphicFrameMk id="5" creationId="{C5935286-E84C-4A5B-9E95-1C36A0F9B1CD}"/>
          </ac:graphicFrameMkLst>
        </pc:graphicFrameChg>
        <pc:picChg chg="add mod">
          <ac:chgData name="KACHOUR Maher" userId="09775c39-7739-40bf-ba04-c8ef3ab24a94" providerId="ADAL" clId="{2370CBF8-D1D8-4922-A968-E90E226146FA}" dt="2021-10-14T14:21:23.943" v="201" actId="1076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2370CBF8-D1D8-4922-A968-E90E226146FA}" dt="2021-10-14T14:34:58.077" v="263" actId="14734"/>
        <pc:sldMkLst>
          <pc:docMk/>
          <pc:sldMk cId="3342625250" sldId="259"/>
        </pc:sldMkLst>
        <pc:spChg chg="mod">
          <ac:chgData name="KACHOUR Maher" userId="09775c39-7739-40bf-ba04-c8ef3ab24a94" providerId="ADAL" clId="{2370CBF8-D1D8-4922-A968-E90E226146FA}" dt="2021-10-14T14:15:14.332" v="77" actId="1076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34:47.405" v="260" actId="27636"/>
          <ac:spMkLst>
            <pc:docMk/>
            <pc:sldMk cId="3342625250" sldId="259"/>
            <ac:spMk id="3" creationId="{86DA4EC6-6600-48BE-AED2-90A0A908CF8F}"/>
          </ac:spMkLst>
        </pc:spChg>
        <pc:graphicFrameChg chg="mod modGraphic">
          <ac:chgData name="KACHOUR Maher" userId="09775c39-7739-40bf-ba04-c8ef3ab24a94" providerId="ADAL" clId="{2370CBF8-D1D8-4922-A968-E90E226146FA}" dt="2021-10-14T14:34:58.077" v="263" actId="14734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addSp modSp mod setBg">
        <pc:chgData name="KACHOUR Maher" userId="09775c39-7739-40bf-ba04-c8ef3ab24a94" providerId="ADAL" clId="{2370CBF8-D1D8-4922-A968-E90E226146FA}" dt="2021-10-14T14:48:39.199" v="337" actId="26606"/>
        <pc:sldMkLst>
          <pc:docMk/>
          <pc:sldMk cId="962425727" sldId="260"/>
        </pc:sldMkLst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3" creationId="{86DA4EC6-6600-48BE-AED2-90A0A908CF8F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1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3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5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7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48:39.199" v="337" actId="26606"/>
          <ac:graphicFrameMkLst>
            <pc:docMk/>
            <pc:sldMk cId="962425727" sldId="260"/>
            <ac:graphicFrameMk id="4" creationId="{D8731FE7-289F-4569-8899-DD98785D8C02}"/>
          </ac:graphicFrameMkLst>
        </pc:graphicFrameChg>
        <pc:picChg chg="add mod">
          <ac:chgData name="KACHOUR Maher" userId="09775c39-7739-40bf-ba04-c8ef3ab24a94" providerId="ADAL" clId="{2370CBF8-D1D8-4922-A968-E90E226146FA}" dt="2021-10-14T14:48:39.199" v="337" actId="26606"/>
          <ac:picMkLst>
            <pc:docMk/>
            <pc:sldMk cId="962425727" sldId="260"/>
            <ac:picMk id="6" creationId="{D9442BFA-85B6-46F2-A05F-18E8C23113C9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31:11.788" v="212" actId="1076"/>
        <pc:sldMkLst>
          <pc:docMk/>
          <pc:sldMk cId="925746931" sldId="261"/>
        </pc:sldMkLst>
        <pc:picChg chg="del">
          <ac:chgData name="KACHOUR Maher" userId="09775c39-7739-40bf-ba04-c8ef3ab24a94" providerId="ADAL" clId="{2370CBF8-D1D8-4922-A968-E90E226146FA}" dt="2021-10-14T14:31:00.341" v="204" actId="478"/>
          <ac:picMkLst>
            <pc:docMk/>
            <pc:sldMk cId="925746931" sldId="261"/>
            <ac:picMk id="6" creationId="{C89D6DEA-6D91-456E-968B-68D46AFB39DB}"/>
          </ac:picMkLst>
        </pc:picChg>
        <pc:picChg chg="add mod">
          <ac:chgData name="KACHOUR Maher" userId="09775c39-7739-40bf-ba04-c8ef3ab24a94" providerId="ADAL" clId="{2370CBF8-D1D8-4922-A968-E90E226146FA}" dt="2021-10-14T14:31:11.788" v="212" actId="1076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52:58.120" v="341" actId="26606"/>
        <pc:sldMkLst>
          <pc:docMk/>
          <pc:sldMk cId="4200507792" sldId="262"/>
        </pc:sldMkLst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1" creationId="{385E1BDC-A9B0-4A87-82E3-F3187F69A802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3" creationId="{0990C621-3B8B-4820-8328-D47EF7CE823C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5" creationId="{C1A2385B-1D2A-4E17-84FA-6CB7F0AAE473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7" creationId="{5E791F2F-79DB-4CC0-9FA1-001E3E91E8B7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2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4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6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8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52:58.120" v="341" actId="26606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2370CBF8-D1D8-4922-A968-E90E226146FA}" dt="2021-10-14T14:52:53.431" v="339" actId="478"/>
          <ac:picMkLst>
            <pc:docMk/>
            <pc:sldMk cId="4200507792" sldId="262"/>
            <ac:picMk id="6" creationId="{D9442BFA-85B6-46F2-A05F-18E8C23113C9}"/>
          </ac:picMkLst>
        </pc:picChg>
        <pc:picChg chg="add mod">
          <ac:chgData name="KACHOUR Maher" userId="09775c39-7739-40bf-ba04-c8ef3ab24a94" providerId="ADAL" clId="{2370CBF8-D1D8-4922-A968-E90E226146FA}" dt="2021-10-14T14:52:58.120" v="341" actId="26606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  <pc:docChgLst>
    <pc:chgData name="KACHOUR Maher" userId="09775c39-7739-40bf-ba04-c8ef3ab24a94" providerId="ADAL" clId="{E5A1AE0A-D964-4669-B03E-987D59F22204}"/>
    <pc:docChg chg="modSld">
      <pc:chgData name="KACHOUR Maher" userId="09775c39-7739-40bf-ba04-c8ef3ab24a94" providerId="ADAL" clId="{E5A1AE0A-D964-4669-B03E-987D59F22204}" dt="2021-10-14T10:16:47.651" v="1" actId="20577"/>
      <pc:docMkLst>
        <pc:docMk/>
      </pc:docMkLst>
      <pc:sldChg chg="modSp mod">
        <pc:chgData name="KACHOUR Maher" userId="09775c39-7739-40bf-ba04-c8ef3ab24a94" providerId="ADAL" clId="{E5A1AE0A-D964-4669-B03E-987D59F22204}" dt="2021-10-14T10:16:42.339" v="0" actId="20577"/>
        <pc:sldMkLst>
          <pc:docMk/>
          <pc:sldMk cId="3884457258" sldId="256"/>
        </pc:sldMkLst>
        <pc:spChg chg="mod">
          <ac:chgData name="KACHOUR Maher" userId="09775c39-7739-40bf-ba04-c8ef3ab24a94" providerId="ADAL" clId="{E5A1AE0A-D964-4669-B03E-987D59F22204}" dt="2021-10-14T10:16:42.339" v="0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E5A1AE0A-D964-4669-B03E-987D59F22204}" dt="2021-10-14T10:16:47.651" v="1" actId="20577"/>
        <pc:sldMkLst>
          <pc:docMk/>
          <pc:sldMk cId="3342625250" sldId="259"/>
        </pc:sldMkLst>
        <pc:spChg chg="mod">
          <ac:chgData name="KACHOUR Maher" userId="09775c39-7739-40bf-ba04-c8ef3ab24a94" providerId="ADAL" clId="{E5A1AE0A-D964-4669-B03E-987D59F22204}" dt="2021-10-14T10:16:47.651" v="1" actId="20577"/>
          <ac:spMkLst>
            <pc:docMk/>
            <pc:sldMk cId="3342625250" sldId="259"/>
            <ac:spMk id="3" creationId="{86DA4EC6-6600-48BE-AED2-90A0A908CF8F}"/>
          </ac:spMkLst>
        </pc:spChg>
      </pc:sldChg>
    </pc:docChg>
  </pc:docChgLst>
  <pc:docChgLst>
    <pc:chgData name="KACHOUR Maher" userId="09775c39-7739-40bf-ba04-c8ef3ab24a94" providerId="ADAL" clId="{9DB9D0F6-702B-4124-8092-98911D29BF5A}"/>
    <pc:docChg chg="custSel modSld">
      <pc:chgData name="KACHOUR Maher" userId="09775c39-7739-40bf-ba04-c8ef3ab24a94" providerId="ADAL" clId="{9DB9D0F6-702B-4124-8092-98911D29BF5A}" dt="2021-10-15T11:29:56.723" v="475" actId="14100"/>
      <pc:docMkLst>
        <pc:docMk/>
      </pc:docMkLst>
      <pc:sldChg chg="modSp mod">
        <pc:chgData name="KACHOUR Maher" userId="09775c39-7739-40bf-ba04-c8ef3ab24a94" providerId="ADAL" clId="{9DB9D0F6-702B-4124-8092-98911D29BF5A}" dt="2021-10-15T10:26:13.111" v="128" actId="20577"/>
        <pc:sldMkLst>
          <pc:docMk/>
          <pc:sldMk cId="3884457258" sldId="256"/>
        </pc:sldMkLst>
        <pc:spChg chg="mod">
          <ac:chgData name="KACHOUR Maher" userId="09775c39-7739-40bf-ba04-c8ef3ab24a94" providerId="ADAL" clId="{9DB9D0F6-702B-4124-8092-98911D29BF5A}" dt="2021-10-15T10:25:15.143" v="98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Graphic">
          <ac:chgData name="KACHOUR Maher" userId="09775c39-7739-40bf-ba04-c8ef3ab24a94" providerId="ADAL" clId="{9DB9D0F6-702B-4124-8092-98911D29BF5A}" dt="2021-10-15T10:26:13.111" v="128" actId="20577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4:09.721" v="1" actId="20577"/>
        <pc:sldMkLst>
          <pc:docMk/>
          <pc:sldMk cId="0" sldId="257"/>
        </pc:sldMkLst>
        <pc:spChg chg="mod">
          <ac:chgData name="KACHOUR Maher" userId="09775c39-7739-40bf-ba04-c8ef3ab24a94" providerId="ADAL" clId="{9DB9D0F6-702B-4124-8092-98911D29BF5A}" dt="2021-10-15T10:24:09.721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9DB9D0F6-702B-4124-8092-98911D29BF5A}" dt="2021-10-15T10:38:20.518" v="283" actId="20577"/>
        <pc:sldMkLst>
          <pc:docMk/>
          <pc:sldMk cId="1632906986" sldId="258"/>
        </pc:sldMkLst>
        <pc:spChg chg="mod">
          <ac:chgData name="KACHOUR Maher" userId="09775c39-7739-40bf-ba04-c8ef3ab24a94" providerId="ADAL" clId="{9DB9D0F6-702B-4124-8092-98911D29BF5A}" dt="2021-10-15T10:38:20.518" v="283" actId="20577"/>
          <ac:spMkLst>
            <pc:docMk/>
            <pc:sldMk cId="1632906986" sldId="258"/>
            <ac:spMk id="3" creationId="{CC9FE004-1C6E-4667-8710-CA96506DE21E}"/>
          </ac:spMkLst>
        </pc:spChg>
        <pc:graphicFrameChg chg="modGraphic">
          <ac:chgData name="KACHOUR Maher" userId="09775c39-7739-40bf-ba04-c8ef3ab24a94" providerId="ADAL" clId="{9DB9D0F6-702B-4124-8092-98911D29BF5A}" dt="2021-10-15T10:33:37.819" v="148" actId="2164"/>
          <ac:graphicFrameMkLst>
            <pc:docMk/>
            <pc:sldMk cId="1632906986" sldId="258"/>
            <ac:graphicFrameMk id="5" creationId="{C5935286-E84C-4A5B-9E95-1C36A0F9B1CD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7:03.747" v="147" actId="20577"/>
        <pc:sldMkLst>
          <pc:docMk/>
          <pc:sldMk cId="3342625250" sldId="259"/>
        </pc:sldMkLst>
        <pc:spChg chg="mod">
          <ac:chgData name="KACHOUR Maher" userId="09775c39-7739-40bf-ba04-c8ef3ab24a94" providerId="ADAL" clId="{9DB9D0F6-702B-4124-8092-98911D29BF5A}" dt="2021-10-15T10:27:03.747" v="147" actId="20577"/>
          <ac:spMkLst>
            <pc:docMk/>
            <pc:sldMk cId="3342625250" sldId="259"/>
            <ac:spMk id="3" creationId="{86DA4EC6-6600-48BE-AED2-90A0A908CF8F}"/>
          </ac:spMkLst>
        </pc:spChg>
      </pc:sldChg>
      <pc:sldChg chg="addSp delSp modSp mod">
        <pc:chgData name="KACHOUR Maher" userId="09775c39-7739-40bf-ba04-c8ef3ab24a94" providerId="ADAL" clId="{9DB9D0F6-702B-4124-8092-98911D29BF5A}" dt="2021-10-15T11:29:56.723" v="475" actId="14100"/>
        <pc:sldMkLst>
          <pc:docMk/>
          <pc:sldMk cId="4200507792" sldId="262"/>
        </pc:sldMkLst>
        <pc:spChg chg="del mod">
          <ac:chgData name="KACHOUR Maher" userId="09775c39-7739-40bf-ba04-c8ef3ab24a94" providerId="ADAL" clId="{9DB9D0F6-702B-4124-8092-98911D29BF5A}" dt="2021-10-15T10:39:23.679" v="286"/>
          <ac:spMkLst>
            <pc:docMk/>
            <pc:sldMk cId="4200507792" sldId="262"/>
            <ac:spMk id="5" creationId="{D7B24147-55AB-4BC4-B183-ED51FCA4DB97}"/>
          </ac:spMkLst>
        </pc:spChg>
        <pc:spChg chg="add mod">
          <ac:chgData name="KACHOUR Maher" userId="09775c39-7739-40bf-ba04-c8ef3ab24a94" providerId="ADAL" clId="{9DB9D0F6-702B-4124-8092-98911D29BF5A}" dt="2021-10-15T11:29:56.723" v="475" actId="14100"/>
          <ac:spMkLst>
            <pc:docMk/>
            <pc:sldMk cId="4200507792" sldId="262"/>
            <ac:spMk id="6" creationId="{B9F24573-B8C6-4491-AFA0-36142DDC64B5}"/>
          </ac:spMkLst>
        </pc:spChg>
        <pc:graphicFrameChg chg="del">
          <ac:chgData name="KACHOUR Maher" userId="09775c39-7739-40bf-ba04-c8ef3ab24a94" providerId="ADAL" clId="{9DB9D0F6-702B-4124-8092-98911D29BF5A}" dt="2021-10-15T11:19:57.953" v="287" actId="478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graphicFrameChg chg="add mod modGraphic">
          <ac:chgData name="KACHOUR Maher" userId="09775c39-7739-40bf-ba04-c8ef3ab24a94" providerId="ADAL" clId="{9DB9D0F6-702B-4124-8092-98911D29BF5A}" dt="2021-10-15T11:22:36.354" v="343" actId="1473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</pc:docChg>
  </pc:docChgLst>
  <pc:docChgLst>
    <pc:chgData name="KACHOUR Maher" userId="09775c39-7739-40bf-ba04-c8ef3ab24a94" providerId="ADAL" clId="{A485481B-7CFB-49EC-B580-AB3492269FCD}"/>
    <pc:docChg chg="undo custSel delSld modSld">
      <pc:chgData name="KACHOUR Maher" userId="09775c39-7739-40bf-ba04-c8ef3ab24a94" providerId="ADAL" clId="{A485481B-7CFB-49EC-B580-AB3492269FCD}" dt="2021-10-14T16:21:46.485" v="467" actId="255"/>
      <pc:docMkLst>
        <pc:docMk/>
      </pc:docMkLst>
      <pc:sldChg chg="modSp mod">
        <pc:chgData name="KACHOUR Maher" userId="09775c39-7739-40bf-ba04-c8ef3ab24a94" providerId="ADAL" clId="{A485481B-7CFB-49EC-B580-AB3492269FCD}" dt="2021-10-14T16:21:46.485" v="467" actId="255"/>
        <pc:sldMkLst>
          <pc:docMk/>
          <pc:sldMk cId="3884457258" sldId="256"/>
        </pc:sldMkLst>
        <pc:spChg chg="mod">
          <ac:chgData name="KACHOUR Maher" userId="09775c39-7739-40bf-ba04-c8ef3ab24a94" providerId="ADAL" clId="{A485481B-7CFB-49EC-B580-AB3492269FCD}" dt="2021-10-14T16:21:46.485" v="467" actId="255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A485481B-7CFB-49EC-B580-AB3492269FCD}" dt="2021-10-14T15:39:01.978" v="1" actId="20577"/>
        <pc:sldMkLst>
          <pc:docMk/>
          <pc:sldMk cId="0" sldId="257"/>
        </pc:sldMkLst>
        <pc:spChg chg="mod">
          <ac:chgData name="KACHOUR Maher" userId="09775c39-7739-40bf-ba04-c8ef3ab24a94" providerId="ADAL" clId="{A485481B-7CFB-49EC-B580-AB3492269FCD}" dt="2021-10-14T15:39:01.978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KACHOUR Maher" userId="09775c39-7739-40bf-ba04-c8ef3ab24a94" providerId="ADAL" clId="{A485481B-7CFB-49EC-B580-AB3492269FCD}" dt="2021-10-14T15:47:29.387" v="241" actId="20577"/>
        <pc:sldMkLst>
          <pc:docMk/>
          <pc:sldMk cId="1632906986" sldId="258"/>
        </pc:sldMkLst>
        <pc:spChg chg="add mod">
          <ac:chgData name="KACHOUR Maher" userId="09775c39-7739-40bf-ba04-c8ef3ab24a94" providerId="ADAL" clId="{A485481B-7CFB-49EC-B580-AB3492269FCD}" dt="2021-10-14T15:47:29.387" v="241" actId="20577"/>
          <ac:spMkLst>
            <pc:docMk/>
            <pc:sldMk cId="1632906986" sldId="258"/>
            <ac:spMk id="3" creationId="{CC9FE004-1C6E-4667-8710-CA96506DE21E}"/>
          </ac:spMkLst>
        </pc:spChg>
        <pc:picChg chg="del">
          <ac:chgData name="KACHOUR Maher" userId="09775c39-7739-40bf-ba04-c8ef3ab24a94" providerId="ADAL" clId="{A485481B-7CFB-49EC-B580-AB3492269FCD}" dt="2021-10-14T15:39:42.963" v="49" actId="478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A485481B-7CFB-49EC-B580-AB3492269FCD}" dt="2021-10-14T16:21:33.183" v="465" actId="5793"/>
        <pc:sldMkLst>
          <pc:docMk/>
          <pc:sldMk cId="3342625250" sldId="259"/>
        </pc:sldMkLst>
        <pc:spChg chg="mod">
          <ac:chgData name="KACHOUR Maher" userId="09775c39-7739-40bf-ba04-c8ef3ab24a94" providerId="ADAL" clId="{A485481B-7CFB-49EC-B580-AB3492269FCD}" dt="2021-10-14T16:21:33.183" v="465" actId="5793"/>
          <ac:spMkLst>
            <pc:docMk/>
            <pc:sldMk cId="3342625250" sldId="259"/>
            <ac:spMk id="3" creationId="{86DA4EC6-6600-48BE-AED2-90A0A908CF8F}"/>
          </ac:spMkLst>
        </pc:spChg>
        <pc:graphicFrameChg chg="mod">
          <ac:chgData name="KACHOUR Maher" userId="09775c39-7739-40bf-ba04-c8ef3ab24a94" providerId="ADAL" clId="{A485481B-7CFB-49EC-B580-AB3492269FCD}" dt="2021-10-14T16:21:29.049" v="464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del">
        <pc:chgData name="KACHOUR Maher" userId="09775c39-7739-40bf-ba04-c8ef3ab24a94" providerId="ADAL" clId="{A485481B-7CFB-49EC-B580-AB3492269FCD}" dt="2021-10-14T15:47:59.547" v="243" actId="47"/>
        <pc:sldMkLst>
          <pc:docMk/>
          <pc:sldMk cId="962425727" sldId="260"/>
        </pc:sldMkLst>
      </pc:sldChg>
      <pc:sldChg chg="delSp del mod">
        <pc:chgData name="KACHOUR Maher" userId="09775c39-7739-40bf-ba04-c8ef3ab24a94" providerId="ADAL" clId="{A485481B-7CFB-49EC-B580-AB3492269FCD}" dt="2021-10-14T15:47:34.163" v="242" actId="47"/>
        <pc:sldMkLst>
          <pc:docMk/>
          <pc:sldMk cId="925746931" sldId="261"/>
        </pc:sldMkLst>
        <pc:graphicFrameChg chg="del">
          <ac:chgData name="KACHOUR Maher" userId="09775c39-7739-40bf-ba04-c8ef3ab24a94" providerId="ADAL" clId="{A485481B-7CFB-49EC-B580-AB3492269FCD}" dt="2021-10-14T15:39:50.801" v="50" actId="478"/>
          <ac:graphicFrameMkLst>
            <pc:docMk/>
            <pc:sldMk cId="925746931" sldId="261"/>
            <ac:graphicFrameMk id="5" creationId="{C5935286-E84C-4A5B-9E95-1C36A0F9B1CD}"/>
          </ac:graphicFrameMkLst>
        </pc:graphicFrameChg>
        <pc:picChg chg="del">
          <ac:chgData name="KACHOUR Maher" userId="09775c39-7739-40bf-ba04-c8ef3ab24a94" providerId="ADAL" clId="{A485481B-7CFB-49EC-B580-AB3492269FCD}" dt="2021-10-14T15:39:53.045" v="51" actId="478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mod">
        <pc:chgData name="KACHOUR Maher" userId="09775c39-7739-40bf-ba04-c8ef3ab24a94" providerId="ADAL" clId="{A485481B-7CFB-49EC-B580-AB3492269FCD}" dt="2021-10-14T16:20:16.665" v="458" actId="2711"/>
        <pc:sldMkLst>
          <pc:docMk/>
          <pc:sldMk cId="4200507792" sldId="262"/>
        </pc:sldMkLst>
        <pc:spChg chg="add mod">
          <ac:chgData name="KACHOUR Maher" userId="09775c39-7739-40bf-ba04-c8ef3ab24a94" providerId="ADAL" clId="{A485481B-7CFB-49EC-B580-AB3492269FCD}" dt="2021-10-14T16:20:16.665" v="458" actId="2711"/>
          <ac:spMkLst>
            <pc:docMk/>
            <pc:sldMk cId="4200507792" sldId="262"/>
            <ac:spMk id="5" creationId="{D7B24147-55AB-4BC4-B183-ED51FCA4DB97}"/>
          </ac:spMkLst>
        </pc:spChg>
        <pc:graphicFrameChg chg="mod modGraphic">
          <ac:chgData name="KACHOUR Maher" userId="09775c39-7739-40bf-ba04-c8ef3ab24a94" providerId="ADAL" clId="{A485481B-7CFB-49EC-B580-AB3492269FCD}" dt="2021-10-14T16:04:52.105" v="376" actId="20577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A485481B-7CFB-49EC-B580-AB3492269FCD}" dt="2021-10-14T15:48:05.667" v="244" actId="478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AE212-0171-46AE-8E49-1CDDCCBA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D17709-3586-4413-8C57-88A655BF6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2FB15F-31F7-42EB-97F8-CDB8699A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E9C7CD-64B8-465E-8053-798C6AE5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1F7703-1EDD-4526-BB95-F54078D1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75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7C34B-654C-4571-88BB-488402A8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5515DB-EE46-4EA1-8A3E-B632968AD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A2172-2869-4AA5-B383-D557538A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9714E-411E-4AC0-8966-07D5760F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C6D21D-937B-40C2-8A63-39058266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09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42E3D-CA4F-4BFD-AD36-0904DB5D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D7A04-81BC-4037-AD3E-A48294CE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E4EE9-6E93-4965-9058-70FB387B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8D8E3-9541-497D-9ECB-DD57953F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9D0DC-EC51-4995-BE87-F5FC4515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97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2D7BA-FC12-4C5A-AB53-E05F7C79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4F1541-9C69-4927-90B4-2122644C6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A90D8A-E81D-407C-B6C1-529389416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860C9D-CE69-43AE-8868-EEE59E38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D103D5-EAD2-451B-8D25-3BD09AE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81D7E5-B079-468B-92CF-12BB8ED9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99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FD046-AA2D-4F99-BE42-B7289FCC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0E4D5C-6CCE-4BA3-9CC4-DC8893C5E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4D4306-EC37-4953-9EE6-F4826F13D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56300F-C5BC-4DB6-B830-BA6095568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58BD14-4231-410F-A447-354D62C0D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8E48DF-9B31-4CBC-A75D-4BCF2BEB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314C72-1EDA-4BDE-BE53-5D437EE9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7C118E-36BB-4471-821A-2F130F2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0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175DE-1319-4C91-9BFD-77C791B6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0D5AD8-9D44-4AA1-9983-40F3FB55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287635-D1F4-41FD-9CBB-9AD8A796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4C0172-E288-4D63-B4BB-6564BF20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13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904FE6-BCB0-4FBF-8C1D-D66B3AE8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087665-B103-42FD-9E8E-9358EAF8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01C9F2-C9A9-432C-A5CB-435BCFF4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22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DAE7A-4833-4438-B97D-50321F0D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54D6FC-DB41-43FC-93F3-0ABE14AB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73487C-5798-4C11-928D-46165B538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7A70DF-3C03-4B95-857D-B30D0594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65463C-4C8C-42BE-9B2F-3F1FF474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FCA3A6-3649-480C-A08B-F92A721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50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E3B22-1637-4513-B016-4EB166A5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897341-9FBD-474E-A55E-14082D876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46A815-DCFA-4152-8DA8-1FDF07CBF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B3575E-3689-4618-8E8E-CBDEF1DE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64D76A-4F97-44F8-A38C-2C3735A4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7FBBC9-F694-403C-8CD9-C875965A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81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D5356-44D7-4AF8-93AB-EF50760E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3A9FDB-515C-4224-A8E8-ECE965CA9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5EA598-D460-4768-AC9B-4804E0D6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17A8A6-7F41-4137-AA90-DDF2098E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77FC1C-AF2A-422A-9E5D-140ABAD7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1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B73B33-C23C-4B6F-9A5A-C0A90D096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058171-B4A0-4913-B9D3-530F4A106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AA07E-0501-45F5-BCF3-EAAE49AD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12B5C0-2D5F-4C25-8A6A-A29E22A1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49CD76-AADA-49E9-AA96-E76AE025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78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FB94CA4-ABA4-4E64-8113-4F30EC80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E283C3-B9A1-4DBB-9349-EC7E3AF07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7D2094-3FF4-4D62-8640-40630C8C1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5F16C-AE71-49F6-89C0-B3088814C8AC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7C3CA7-F6EE-4ACF-94D4-6A8B9B50E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D4DAD6-0976-4B5B-BAF6-C35949083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56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45" name="Rectangle 1444">
            <a:extLst>
              <a:ext uri="{FF2B5EF4-FFF2-40B4-BE49-F238E27FC236}">
                <a16:creationId xmlns:a16="http://schemas.microsoft.com/office/drawing/2014/main" id="{2B577FF9-3543-4875-815D-3D87BD8A2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01253" y="798703"/>
            <a:ext cx="6002806" cy="3072015"/>
          </a:xfrm>
        </p:spPr>
        <p:txBody>
          <a:bodyPr anchor="b">
            <a:noAutofit/>
          </a:bodyPr>
          <a:lstStyle/>
          <a:p>
            <a:r>
              <a:rPr lang="en-AU" sz="8000" b="1" dirty="0">
                <a:latin typeface="Arial" panose="020B0604020202020204" pitchFamily="34" charset="0"/>
                <a:cs typeface="Arial" panose="020B0604020202020204" pitchFamily="34" charset="0"/>
              </a:rPr>
              <a:t>Data Description 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870148" y="3962792"/>
            <a:ext cx="5221185" cy="2102108"/>
          </a:xfrm>
        </p:spPr>
        <p:txBody>
          <a:bodyPr anchor="t">
            <a:norm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Session 6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Mercedeh ERFANIANGHASAB &amp; Jérémy CELSE</a:t>
            </a:r>
          </a:p>
        </p:txBody>
      </p:sp>
      <p:sp>
        <p:nvSpPr>
          <p:cNvPr id="1447" name="Freeform: Shape 1446">
            <a:extLst>
              <a:ext uri="{FF2B5EF4-FFF2-40B4-BE49-F238E27FC236}">
                <a16:creationId xmlns:a16="http://schemas.microsoft.com/office/drawing/2014/main" id="{F5569EEC-E12F-4856-B407-02B2813A4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04059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49" name="Freeform: Shape 1448">
            <a:extLst>
              <a:ext uri="{FF2B5EF4-FFF2-40B4-BE49-F238E27FC236}">
                <a16:creationId xmlns:a16="http://schemas.microsoft.com/office/drawing/2014/main" id="{CF860788-3A6A-45A3-B3F1-06F159665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67336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BF95DD-533A-19FB-1B29-5CBCDD2F75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1243" y="2799146"/>
            <a:ext cx="4939504" cy="876761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</p:spPr>
      </p:pic>
      <p:sp>
        <p:nvSpPr>
          <p:cNvPr id="1451" name="Freeform: Shape 1450">
            <a:extLst>
              <a:ext uri="{FF2B5EF4-FFF2-40B4-BE49-F238E27FC236}">
                <a16:creationId xmlns:a16="http://schemas.microsoft.com/office/drawing/2014/main" id="{DF1E3393-B852-4883-B778-ED3525112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32259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53" name="Freeform: Shape 1452">
            <a:extLst>
              <a:ext uri="{FF2B5EF4-FFF2-40B4-BE49-F238E27FC236}">
                <a16:creationId xmlns:a16="http://schemas.microsoft.com/office/drawing/2014/main" id="{39853D09-4205-4CC7-83EB-288E886AC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8440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55" name="Freeform: Shape 1454">
            <a:extLst>
              <a:ext uri="{FF2B5EF4-FFF2-40B4-BE49-F238E27FC236}">
                <a16:creationId xmlns:a16="http://schemas.microsoft.com/office/drawing/2014/main" id="{0D040B79-3E73-4A31-840D-D6B9C9FDF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7511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57" name="Freeform: Shape 1456">
            <a:extLst>
              <a:ext uri="{FF2B5EF4-FFF2-40B4-BE49-F238E27FC236}">
                <a16:creationId xmlns:a16="http://schemas.microsoft.com/office/drawing/2014/main" id="{156C6AE5-3F8B-42AC-9EA4-1B686A11E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3820" y="5835650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40" name="TextBox 1439"/>
          <p:cNvSpPr txBox="1"/>
          <p:nvPr/>
        </p:nvSpPr>
        <p:spPr>
          <a:xfrm>
            <a:off x="411480" y="6291072"/>
            <a:ext cx="285206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800">
                <a:solidFill>
                  <a:srgbClr val="595959"/>
                </a:solidFill>
              </a:defRPr>
            </a:pPr>
            <a:r>
              <a:rPr lang="en-GB" sz="800"/>
              <a:t>Mercedeh.ERFANIANGHASAB@essca.fr | jeremy.celse@essca.fr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94962" y="479493"/>
            <a:ext cx="545883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Exercise 1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5894962" y="1984443"/>
            <a:ext cx="5458838" cy="4192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studied the morning temperature (i.e. measured between 7am and 7.30am) over 200 days chosen randomly from the winter periods observed over the last 20 years.</a:t>
            </a:r>
          </a:p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data are represented in the following table:</a:t>
            </a:r>
          </a:p>
          <a:p>
            <a:pPr marL="285750" indent="-285750" algn="just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Calculate the mode(s) associated with the data
Calculate the average morning temperature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 dirty="0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8D618231-F795-4672-A643-43223F39D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3944128"/>
              </p:ext>
            </p:extLst>
          </p:nvPr>
        </p:nvGraphicFramePr>
        <p:xfrm>
          <a:off x="703182" y="1179177"/>
          <a:ext cx="4777382" cy="395853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51517">
                  <a:extLst>
                    <a:ext uri="{9D8B030D-6E8A-4147-A177-3AD203B41FA5}">
                      <a16:colId xmlns:a16="http://schemas.microsoft.com/office/drawing/2014/main" val="3196339109"/>
                    </a:ext>
                  </a:extLst>
                </a:gridCol>
                <a:gridCol w="2425865">
                  <a:extLst>
                    <a:ext uri="{9D8B030D-6E8A-4147-A177-3AD203B41FA5}">
                      <a16:colId xmlns:a16="http://schemas.microsoft.com/office/drawing/2014/main" val="623701906"/>
                    </a:ext>
                  </a:extLst>
                </a:gridCol>
              </a:tblGrid>
              <a:tr h="528959">
                <a:tc>
                  <a:txBody>
                    <a:bodyPr/>
                    <a:lstStyle/>
                    <a:p>
                      <a:pPr algn="ctr"/>
                      <a:r>
                        <a:rPr lang="fr-FR" sz="2600" b="1" cap="none" spc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Temperature</a:t>
                      </a:r>
                      <a:endParaRPr lang="fr-FR" sz="2600" b="1" cap="none" spc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8506" marR="155008" marT="31002" marB="232513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600" b="1" cap="none" spc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Frequency</a:t>
                      </a:r>
                    </a:p>
                  </a:txBody>
                  <a:tcPr marL="108506" marR="155008" marT="31002" marB="232513" anchor="b"/>
                </a:tc>
                <a:extLst>
                  <a:ext uri="{0D108BD9-81ED-4DB2-BD59-A6C34878D82A}">
                    <a16:rowId xmlns:a16="http://schemas.microsoft.com/office/drawing/2014/main" val="751406549"/>
                  </a:ext>
                </a:extLst>
              </a:tr>
              <a:tr h="635535">
                <a:tc>
                  <a:txBody>
                    <a:bodyPr/>
                    <a:lstStyle/>
                    <a:p>
                      <a:r>
                        <a:rPr lang="fr-FR" sz="2600" cap="none" spc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108506" marR="155008" marT="31002" marB="232513"/>
                </a:tc>
                <a:tc>
                  <a:txBody>
                    <a:bodyPr/>
                    <a:lstStyle/>
                    <a:p>
                      <a:r>
                        <a:rPr lang="fr-FR" sz="2600" cap="none" spc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20%</a:t>
                      </a:r>
                    </a:p>
                  </a:txBody>
                  <a:tcPr marL="108506" marR="155008" marT="31002" marB="232513"/>
                </a:tc>
                <a:extLst>
                  <a:ext uri="{0D108BD9-81ED-4DB2-BD59-A6C34878D82A}">
                    <a16:rowId xmlns:a16="http://schemas.microsoft.com/office/drawing/2014/main" val="1597273899"/>
                  </a:ext>
                </a:extLst>
              </a:tr>
              <a:tr h="635535">
                <a:tc>
                  <a:txBody>
                    <a:bodyPr/>
                    <a:lstStyle/>
                    <a:p>
                      <a:r>
                        <a:rPr lang="fr-FR" sz="2600" cap="none" spc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108506" marR="155008" marT="31002" marB="232513"/>
                </a:tc>
                <a:tc>
                  <a:txBody>
                    <a:bodyPr/>
                    <a:lstStyle/>
                    <a:p>
                      <a:r>
                        <a:rPr lang="fr-FR" sz="2600" cap="none" spc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17%</a:t>
                      </a:r>
                    </a:p>
                  </a:txBody>
                  <a:tcPr marL="108506" marR="155008" marT="31002" marB="232513"/>
                </a:tc>
                <a:extLst>
                  <a:ext uri="{0D108BD9-81ED-4DB2-BD59-A6C34878D82A}">
                    <a16:rowId xmlns:a16="http://schemas.microsoft.com/office/drawing/2014/main" val="3340744488"/>
                  </a:ext>
                </a:extLst>
              </a:tr>
              <a:tr h="635535">
                <a:tc>
                  <a:txBody>
                    <a:bodyPr/>
                    <a:lstStyle/>
                    <a:p>
                      <a:r>
                        <a:rPr lang="fr-FR" sz="26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108506" marR="155008" marT="31002" marB="232513"/>
                </a:tc>
                <a:tc>
                  <a:txBody>
                    <a:bodyPr/>
                    <a:lstStyle/>
                    <a:p>
                      <a:r>
                        <a:rPr lang="fr-FR" sz="2600" cap="none" spc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43%</a:t>
                      </a:r>
                    </a:p>
                  </a:txBody>
                  <a:tcPr marL="108506" marR="155008" marT="31002" marB="232513"/>
                </a:tc>
                <a:extLst>
                  <a:ext uri="{0D108BD9-81ED-4DB2-BD59-A6C34878D82A}">
                    <a16:rowId xmlns:a16="http://schemas.microsoft.com/office/drawing/2014/main" val="3117472185"/>
                  </a:ext>
                </a:extLst>
              </a:tr>
              <a:tr h="635535">
                <a:tc>
                  <a:txBody>
                    <a:bodyPr/>
                    <a:lstStyle/>
                    <a:p>
                      <a:r>
                        <a:rPr lang="fr-FR" sz="26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108506" marR="155008" marT="31002" marB="232513"/>
                </a:tc>
                <a:tc>
                  <a:txBody>
                    <a:bodyPr/>
                    <a:lstStyle/>
                    <a:p>
                      <a:r>
                        <a:rPr lang="fr-FR" sz="2600" cap="none" spc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10%</a:t>
                      </a:r>
                    </a:p>
                  </a:txBody>
                  <a:tcPr marL="108506" marR="155008" marT="31002" marB="232513"/>
                </a:tc>
                <a:extLst>
                  <a:ext uri="{0D108BD9-81ED-4DB2-BD59-A6C34878D82A}">
                    <a16:rowId xmlns:a16="http://schemas.microsoft.com/office/drawing/2014/main" val="2961163649"/>
                  </a:ext>
                </a:extLst>
              </a:tr>
              <a:tr h="635535">
                <a:tc>
                  <a:txBody>
                    <a:bodyPr/>
                    <a:lstStyle/>
                    <a:p>
                      <a:r>
                        <a:rPr lang="fr-FR" sz="26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108506" marR="155008" marT="31002" marB="232513"/>
                </a:tc>
                <a:tc>
                  <a:txBody>
                    <a:bodyPr/>
                    <a:lstStyle/>
                    <a:p>
                      <a:r>
                        <a:rPr lang="fr-FR" sz="2600" cap="none" spc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10%</a:t>
                      </a:r>
                    </a:p>
                  </a:txBody>
                  <a:tcPr marL="108506" marR="155008" marT="31002" marB="232513"/>
                </a:tc>
                <a:extLst>
                  <a:ext uri="{0D108BD9-81ED-4DB2-BD59-A6C34878D82A}">
                    <a16:rowId xmlns:a16="http://schemas.microsoft.com/office/drawing/2014/main" val="2867687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445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A9A95EB-2C03-4BAC-9B4D-5ECF9253A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5031" y="624850"/>
            <a:ext cx="5561938" cy="886958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6000" b="1" dirty="0">
                <a:latin typeface="Arial" panose="020B0604020202020204" pitchFamily="34" charset="0"/>
                <a:cs typeface="Arial" panose="020B0604020202020204" pitchFamily="34" charset="0"/>
              </a:rPr>
              <a:t>Note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9BDF2A9-0F54-414B-A9C7-4A2CD5CC2641}"/>
              </a:ext>
            </a:extLst>
          </p:cNvPr>
          <p:cNvSpPr txBox="1"/>
          <p:nvPr/>
        </p:nvSpPr>
        <p:spPr>
          <a:xfrm>
            <a:off x="3767327" y="1630368"/>
            <a:ext cx="4669537" cy="43624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83335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AC6B390-BC59-4F1D-A0EE-D71A92F0A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6C60D79-16F1-4C4B-B7E3-7634E706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426B127E-6498-4C77-9C9D-4553A5113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2050" y="65016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9493"/>
            <a:ext cx="5257800" cy="1325563"/>
          </a:xfrm>
        </p:spPr>
        <p:txBody>
          <a:bodyPr>
            <a:normAutofit/>
          </a:bodyPr>
          <a:lstStyle/>
          <a:p>
            <a:r>
              <a:rPr lang="fr-FR" b="1" dirty="0" err="1">
                <a:latin typeface="Arial" panose="020B0604020202020204" pitchFamily="34" charset="0"/>
                <a:cs typeface="Arial" panose="020B0604020202020204" pitchFamily="34" charset="0"/>
              </a:rPr>
              <a:t>Exercise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984443"/>
            <a:ext cx="5257800" cy="419252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We studied the morning speed (i.e. measured (in Km/h) between 7am and 7.30am) of the wind over 240 days chosen randomly from the winter periods observed over the last 20 years. 
The data are represented in the following table:</a:t>
            </a:r>
            <a:endParaRPr lang="fr-F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Calculate the mode(s) associated with the data
Calculate the mean morning wind speed</a:t>
            </a:r>
            <a:endParaRPr lang="fr-FR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D8731FE7-289F-4569-8899-DD98785D8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6655110"/>
              </p:ext>
            </p:extLst>
          </p:nvPr>
        </p:nvGraphicFramePr>
        <p:xfrm>
          <a:off x="6551314" y="1630390"/>
          <a:ext cx="5185373" cy="40153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0336">
                  <a:extLst>
                    <a:ext uri="{9D8B030D-6E8A-4147-A177-3AD203B41FA5}">
                      <a16:colId xmlns:a16="http://schemas.microsoft.com/office/drawing/2014/main" val="2512171411"/>
                    </a:ext>
                  </a:extLst>
                </a:gridCol>
                <a:gridCol w="3125037">
                  <a:extLst>
                    <a:ext uri="{9D8B030D-6E8A-4147-A177-3AD203B41FA5}">
                      <a16:colId xmlns:a16="http://schemas.microsoft.com/office/drawing/2014/main" val="174336170"/>
                    </a:ext>
                  </a:extLst>
                </a:gridCol>
              </a:tblGrid>
              <a:tr h="552935">
                <a:tc>
                  <a:txBody>
                    <a:bodyPr/>
                    <a:lstStyle/>
                    <a:p>
                      <a:r>
                        <a:rPr lang="fr-F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Speed</a:t>
                      </a:r>
                    </a:p>
                  </a:txBody>
                  <a:tcPr marL="157352" marR="157352" marT="78676" marB="78676"/>
                </a:tc>
                <a:tc>
                  <a:txBody>
                    <a:bodyPr/>
                    <a:lstStyle/>
                    <a:p>
                      <a:r>
                        <a:rPr lang="fr-F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Number of </a:t>
                      </a:r>
                      <a:r>
                        <a:rPr lang="fr-FR" sz="2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days</a:t>
                      </a:r>
                      <a:endParaRPr lang="fr-FR"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7352" marR="157352" marT="78676" marB="78676"/>
                </a:tc>
                <a:extLst>
                  <a:ext uri="{0D108BD9-81ED-4DB2-BD59-A6C34878D82A}">
                    <a16:rowId xmlns:a16="http://schemas.microsoft.com/office/drawing/2014/main" val="1533465849"/>
                  </a:ext>
                </a:extLst>
              </a:tr>
              <a:tr h="692349">
                <a:tc>
                  <a:txBody>
                    <a:bodyPr/>
                    <a:lstStyle/>
                    <a:p>
                      <a:r>
                        <a:rPr lang="fr-F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[0 ; 10]</a:t>
                      </a:r>
                    </a:p>
                  </a:txBody>
                  <a:tcPr marL="157352" marR="157352" marT="78676" marB="78676"/>
                </a:tc>
                <a:tc>
                  <a:txBody>
                    <a:bodyPr/>
                    <a:lstStyle/>
                    <a:p>
                      <a:r>
                        <a:rPr lang="fr-F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</a:t>
                      </a:r>
                    </a:p>
                  </a:txBody>
                  <a:tcPr marL="157352" marR="157352" marT="78676" marB="78676"/>
                </a:tc>
                <a:extLst>
                  <a:ext uri="{0D108BD9-81ED-4DB2-BD59-A6C34878D82A}">
                    <a16:rowId xmlns:a16="http://schemas.microsoft.com/office/drawing/2014/main" val="3657244147"/>
                  </a:ext>
                </a:extLst>
              </a:tr>
              <a:tr h="692349">
                <a:tc>
                  <a:txBody>
                    <a:bodyPr/>
                    <a:lstStyle/>
                    <a:p>
                      <a:r>
                        <a:rPr lang="fr-F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[10 ; 30]</a:t>
                      </a:r>
                    </a:p>
                  </a:txBody>
                  <a:tcPr marL="157352" marR="157352" marT="78676" marB="78676"/>
                </a:tc>
                <a:tc>
                  <a:txBody>
                    <a:bodyPr/>
                    <a:lstStyle/>
                    <a:p>
                      <a:r>
                        <a:rPr lang="fr-FR" sz="2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</a:t>
                      </a:r>
                    </a:p>
                  </a:txBody>
                  <a:tcPr marL="157352" marR="157352" marT="78676" marB="78676"/>
                </a:tc>
                <a:extLst>
                  <a:ext uri="{0D108BD9-81ED-4DB2-BD59-A6C34878D82A}">
                    <a16:rowId xmlns:a16="http://schemas.microsoft.com/office/drawing/2014/main" val="3646404715"/>
                  </a:ext>
                </a:extLst>
              </a:tr>
              <a:tr h="692349">
                <a:tc>
                  <a:txBody>
                    <a:bodyPr/>
                    <a:lstStyle/>
                    <a:p>
                      <a:r>
                        <a:rPr lang="fr-F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[30 ; 70]</a:t>
                      </a:r>
                    </a:p>
                  </a:txBody>
                  <a:tcPr marL="157352" marR="157352" marT="78676" marB="78676"/>
                </a:tc>
                <a:tc>
                  <a:txBody>
                    <a:bodyPr/>
                    <a:lstStyle/>
                    <a:p>
                      <a:r>
                        <a:rPr lang="fr-FR" sz="2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</a:t>
                      </a:r>
                    </a:p>
                  </a:txBody>
                  <a:tcPr marL="157352" marR="157352" marT="78676" marB="78676"/>
                </a:tc>
                <a:extLst>
                  <a:ext uri="{0D108BD9-81ED-4DB2-BD59-A6C34878D82A}">
                    <a16:rowId xmlns:a16="http://schemas.microsoft.com/office/drawing/2014/main" val="1730413526"/>
                  </a:ext>
                </a:extLst>
              </a:tr>
              <a:tr h="692349">
                <a:tc>
                  <a:txBody>
                    <a:bodyPr/>
                    <a:lstStyle/>
                    <a:p>
                      <a:r>
                        <a:rPr lang="fr-F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[70 ; 100]</a:t>
                      </a:r>
                    </a:p>
                  </a:txBody>
                  <a:tcPr marL="157352" marR="157352" marT="78676" marB="78676"/>
                </a:tc>
                <a:tc>
                  <a:txBody>
                    <a:bodyPr/>
                    <a:lstStyle/>
                    <a:p>
                      <a:r>
                        <a:rPr lang="fr-FR" sz="2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</a:p>
                  </a:txBody>
                  <a:tcPr marL="157352" marR="157352" marT="78676" marB="78676"/>
                </a:tc>
                <a:extLst>
                  <a:ext uri="{0D108BD9-81ED-4DB2-BD59-A6C34878D82A}">
                    <a16:rowId xmlns:a16="http://schemas.microsoft.com/office/drawing/2014/main" val="1218259845"/>
                  </a:ext>
                </a:extLst>
              </a:tr>
              <a:tr h="692349">
                <a:tc>
                  <a:txBody>
                    <a:bodyPr/>
                    <a:lstStyle/>
                    <a:p>
                      <a:r>
                        <a:rPr lang="fr-F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[100 ; 150]</a:t>
                      </a:r>
                    </a:p>
                  </a:txBody>
                  <a:tcPr marL="157352" marR="157352" marT="78676" marB="78676"/>
                </a:tc>
                <a:tc>
                  <a:txBody>
                    <a:bodyPr/>
                    <a:lstStyle/>
                    <a:p>
                      <a:r>
                        <a:rPr lang="fr-F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</a:t>
                      </a:r>
                    </a:p>
                  </a:txBody>
                  <a:tcPr marL="157352" marR="157352" marT="78676" marB="78676"/>
                </a:tc>
                <a:extLst>
                  <a:ext uri="{0D108BD9-81ED-4DB2-BD59-A6C34878D82A}">
                    <a16:rowId xmlns:a16="http://schemas.microsoft.com/office/drawing/2014/main" val="2393789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2625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A9A95EB-2C03-4BAC-9B4D-5ECF9253A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0738" y="886640"/>
            <a:ext cx="1941786" cy="983877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r"/>
            <a:r>
              <a:rPr lang="en-US" sz="6000" b="1" dirty="0">
                <a:latin typeface="Arial" panose="020B0604020202020204" pitchFamily="34" charset="0"/>
                <a:cs typeface="Arial" panose="020B0604020202020204" pitchFamily="34" charset="0"/>
              </a:rPr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9BDF2A9-0F54-414B-A9C7-4A2CD5CC2641}"/>
              </a:ext>
            </a:extLst>
          </p:cNvPr>
          <p:cNvSpPr txBox="1"/>
          <p:nvPr/>
        </p:nvSpPr>
        <p:spPr>
          <a:xfrm>
            <a:off x="4437888" y="2099696"/>
            <a:ext cx="7242048" cy="43624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7292577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703</TotalTime>
  <Words>207</Words>
  <Application>Microsoft Macintosh PowerPoint</Application>
  <PresentationFormat>Widescreen</PresentationFormat>
  <Paragraphs>38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Wingdings</vt:lpstr>
      <vt:lpstr>Thème Office</vt:lpstr>
      <vt:lpstr>Data Description </vt:lpstr>
      <vt:lpstr>Exercise 1</vt:lpstr>
      <vt:lpstr>Note</vt:lpstr>
      <vt:lpstr>Exercise 2</vt:lpstr>
      <vt:lpstr>Note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Description </dc:title>
  <dc:creator>KACHOUR Maher</dc:creator>
  <cp:lastModifiedBy>Mercede Erfanianghasab</cp:lastModifiedBy>
  <cp:revision>4</cp:revision>
  <dcterms:created xsi:type="dcterms:W3CDTF">2021-10-14T08:08:29Z</dcterms:created>
  <dcterms:modified xsi:type="dcterms:W3CDTF">2026-07-17T22:19:21Z</dcterms:modified>
</cp:coreProperties>
</file>