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6" r:id="rId3"/>
    <p:sldId id="258" r:id="rId4"/>
    <p:sldId id="263" r:id="rId5"/>
    <p:sldId id="259" r:id="rId6"/>
    <p:sldId id="262" r:id="rId7"/>
    <p:sldId id="264"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630FBB-2E40-4ECD-9A6F-A1042FA7C207}" v="41" dt="2021-10-15T13:51:48.47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127" d="100"/>
          <a:sy n="127" d="100"/>
        </p:scale>
        <p:origin x="5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4ABD2275-C5F7-41A4-8E89-05497293A01B}"/>
    <pc:docChg chg="undo custSel addSld delSld modSld">
      <pc:chgData name="KACHOUR Maher" userId="09775c39-7739-40bf-ba04-c8ef3ab24a94" providerId="ADAL" clId="{4ABD2275-C5F7-41A4-8E89-05497293A01B}" dt="2021-10-15T12:54:04.799" v="370"/>
      <pc:docMkLst>
        <pc:docMk/>
      </pc:docMkLst>
      <pc:sldChg chg="modSp mod">
        <pc:chgData name="KACHOUR Maher" userId="09775c39-7739-40bf-ba04-c8ef3ab24a94" providerId="ADAL" clId="{4ABD2275-C5F7-41A4-8E89-05497293A01B}" dt="2021-10-15T12:19:46.946" v="32" actId="20577"/>
        <pc:sldMkLst>
          <pc:docMk/>
          <pc:sldMk cId="3884457258" sldId="256"/>
        </pc:sldMkLst>
        <pc:spChg chg="mod">
          <ac:chgData name="KACHOUR Maher" userId="09775c39-7739-40bf-ba04-c8ef3ab24a94" providerId="ADAL" clId="{4ABD2275-C5F7-41A4-8E89-05497293A01B}" dt="2021-10-15T12:19:46.946" v="32" actId="20577"/>
          <ac:spMkLst>
            <pc:docMk/>
            <pc:sldMk cId="3884457258" sldId="256"/>
            <ac:spMk id="4" creationId="{DF25F7F9-D26E-4B65-8387-484298AE7CF4}"/>
          </ac:spMkLst>
        </pc:spChg>
      </pc:sldChg>
      <pc:sldChg chg="modSp mod">
        <pc:chgData name="KACHOUR Maher" userId="09775c39-7739-40bf-ba04-c8ef3ab24a94" providerId="ADAL" clId="{4ABD2275-C5F7-41A4-8E89-05497293A01B}" dt="2021-10-15T12:18:54.606" v="1" actId="20577"/>
        <pc:sldMkLst>
          <pc:docMk/>
          <pc:sldMk cId="0" sldId="257"/>
        </pc:sldMkLst>
        <pc:spChg chg="mod">
          <ac:chgData name="KACHOUR Maher" userId="09775c39-7739-40bf-ba04-c8ef3ab24a94" providerId="ADAL" clId="{4ABD2275-C5F7-41A4-8E89-05497293A01B}" dt="2021-10-15T12:18:54.606" v="1" actId="20577"/>
          <ac:spMkLst>
            <pc:docMk/>
            <pc:sldMk cId="0" sldId="257"/>
            <ac:spMk id="3" creationId="{00000000-0000-0000-0000-000000000000}"/>
          </ac:spMkLst>
        </pc:spChg>
      </pc:sldChg>
      <pc:sldChg chg="modSp mod">
        <pc:chgData name="KACHOUR Maher" userId="09775c39-7739-40bf-ba04-c8ef3ab24a94" providerId="ADAL" clId="{4ABD2275-C5F7-41A4-8E89-05497293A01B}" dt="2021-10-15T12:30:13.433" v="200" actId="20577"/>
        <pc:sldMkLst>
          <pc:docMk/>
          <pc:sldMk cId="1632906986" sldId="258"/>
        </pc:sldMkLst>
        <pc:spChg chg="mod">
          <ac:chgData name="KACHOUR Maher" userId="09775c39-7739-40bf-ba04-c8ef3ab24a94" providerId="ADAL" clId="{4ABD2275-C5F7-41A4-8E89-05497293A01B}" dt="2021-10-15T12:30:13.433" v="200" actId="20577"/>
          <ac:spMkLst>
            <pc:docMk/>
            <pc:sldMk cId="1632906986" sldId="258"/>
            <ac:spMk id="3" creationId="{CC9FE004-1C6E-4667-8710-CA96506DE21E}"/>
          </ac:spMkLst>
        </pc:spChg>
      </pc:sldChg>
      <pc:sldChg chg="modSp mod">
        <pc:chgData name="KACHOUR Maher" userId="09775c39-7739-40bf-ba04-c8ef3ab24a94" providerId="ADAL" clId="{4ABD2275-C5F7-41A4-8E89-05497293A01B}" dt="2021-10-15T12:31:01.760" v="201"/>
        <pc:sldMkLst>
          <pc:docMk/>
          <pc:sldMk cId="3342625250" sldId="259"/>
        </pc:sldMkLst>
        <pc:spChg chg="mod">
          <ac:chgData name="KACHOUR Maher" userId="09775c39-7739-40bf-ba04-c8ef3ab24a94" providerId="ADAL" clId="{4ABD2275-C5F7-41A4-8E89-05497293A01B}" dt="2021-10-15T12:31:01.760" v="201"/>
          <ac:spMkLst>
            <pc:docMk/>
            <pc:sldMk cId="3342625250" sldId="259"/>
            <ac:spMk id="3" creationId="{86DA4EC6-6600-48BE-AED2-90A0A908CF8F}"/>
          </ac:spMkLst>
        </pc:spChg>
      </pc:sldChg>
      <pc:sldChg chg="modSp mod">
        <pc:chgData name="KACHOUR Maher" userId="09775c39-7739-40bf-ba04-c8ef3ab24a94" providerId="ADAL" clId="{4ABD2275-C5F7-41A4-8E89-05497293A01B}" dt="2021-10-15T12:50:26.395" v="355" actId="20577"/>
        <pc:sldMkLst>
          <pc:docMk/>
          <pc:sldMk cId="4200507792" sldId="262"/>
        </pc:sldMkLst>
        <pc:spChg chg="mod">
          <ac:chgData name="KACHOUR Maher" userId="09775c39-7739-40bf-ba04-c8ef3ab24a94" providerId="ADAL" clId="{4ABD2275-C5F7-41A4-8E89-05497293A01B}" dt="2021-10-15T12:50:26.395" v="355" actId="20577"/>
          <ac:spMkLst>
            <pc:docMk/>
            <pc:sldMk cId="4200507792" sldId="262"/>
            <ac:spMk id="6" creationId="{B9F24573-B8C6-4491-AFA0-36142DDC64B5}"/>
          </ac:spMkLst>
        </pc:spChg>
        <pc:graphicFrameChg chg="modGraphic">
          <ac:chgData name="KACHOUR Maher" userId="09775c39-7739-40bf-ba04-c8ef3ab24a94" providerId="ADAL" clId="{4ABD2275-C5F7-41A4-8E89-05497293A01B}" dt="2021-10-15T12:44:32.729" v="279" actId="2164"/>
          <ac:graphicFrameMkLst>
            <pc:docMk/>
            <pc:sldMk cId="4200507792" sldId="262"/>
            <ac:graphicFrameMk id="10" creationId="{096B941A-D693-4148-80B8-A45B24E4FAD1}"/>
          </ac:graphicFrameMkLst>
        </pc:graphicFrameChg>
      </pc:sldChg>
      <pc:sldChg chg="addSp delSp modSp add mod">
        <pc:chgData name="KACHOUR Maher" userId="09775c39-7739-40bf-ba04-c8ef3ab24a94" providerId="ADAL" clId="{4ABD2275-C5F7-41A4-8E89-05497293A01B}" dt="2021-10-15T12:43:38.482" v="278" actId="14734"/>
        <pc:sldMkLst>
          <pc:docMk/>
          <pc:sldMk cId="290671189" sldId="263"/>
        </pc:sldMkLst>
        <pc:spChg chg="mod">
          <ac:chgData name="KACHOUR Maher" userId="09775c39-7739-40bf-ba04-c8ef3ab24a94" providerId="ADAL" clId="{4ABD2275-C5F7-41A4-8E89-05497293A01B}" dt="2021-10-15T12:43:14.657" v="275" actId="1076"/>
          <ac:spMkLst>
            <pc:docMk/>
            <pc:sldMk cId="290671189" sldId="263"/>
            <ac:spMk id="3" creationId="{CC9FE004-1C6E-4667-8710-CA96506DE21E}"/>
          </ac:spMkLst>
        </pc:spChg>
        <pc:graphicFrameChg chg="del mod modGraphic">
          <ac:chgData name="KACHOUR Maher" userId="09775c39-7739-40bf-ba04-c8ef3ab24a94" providerId="ADAL" clId="{4ABD2275-C5F7-41A4-8E89-05497293A01B}" dt="2021-10-15T12:42:17.404" v="265" actId="478"/>
          <ac:graphicFrameMkLst>
            <pc:docMk/>
            <pc:sldMk cId="290671189" sldId="263"/>
            <ac:graphicFrameMk id="5" creationId="{C5935286-E84C-4A5B-9E95-1C36A0F9B1CD}"/>
          </ac:graphicFrameMkLst>
        </pc:graphicFrameChg>
        <pc:graphicFrameChg chg="add mod modGraphic">
          <ac:chgData name="KACHOUR Maher" userId="09775c39-7739-40bf-ba04-c8ef3ab24a94" providerId="ADAL" clId="{4ABD2275-C5F7-41A4-8E89-05497293A01B}" dt="2021-10-15T12:43:38.482" v="278" actId="14734"/>
          <ac:graphicFrameMkLst>
            <pc:docMk/>
            <pc:sldMk cId="290671189" sldId="263"/>
            <ac:graphicFrameMk id="6" creationId="{C960491C-B5FD-4D83-9566-AD3C9234B2D6}"/>
          </ac:graphicFrameMkLst>
        </pc:graphicFrameChg>
      </pc:sldChg>
      <pc:sldChg chg="add del">
        <pc:chgData name="KACHOUR Maher" userId="09775c39-7739-40bf-ba04-c8ef3ab24a94" providerId="ADAL" clId="{4ABD2275-C5F7-41A4-8E89-05497293A01B}" dt="2021-10-15T12:52:05.238" v="357" actId="47"/>
        <pc:sldMkLst>
          <pc:docMk/>
          <pc:sldMk cId="236773734" sldId="264"/>
        </pc:sldMkLst>
      </pc:sldChg>
      <pc:sldChg chg="delSp modSp add mod setBg delDesignElem">
        <pc:chgData name="KACHOUR Maher" userId="09775c39-7739-40bf-ba04-c8ef3ab24a94" providerId="ADAL" clId="{4ABD2275-C5F7-41A4-8E89-05497293A01B}" dt="2021-10-15T12:54:04.799" v="370"/>
        <pc:sldMkLst>
          <pc:docMk/>
          <pc:sldMk cId="385761548" sldId="264"/>
        </pc:sldMkLst>
        <pc:spChg chg="mod">
          <ac:chgData name="KACHOUR Maher" userId="09775c39-7739-40bf-ba04-c8ef3ab24a94" providerId="ADAL" clId="{4ABD2275-C5F7-41A4-8E89-05497293A01B}" dt="2021-10-15T12:54:04.799" v="370"/>
          <ac:spMkLst>
            <pc:docMk/>
            <pc:sldMk cId="385761548" sldId="264"/>
            <ac:spMk id="5" creationId="{D7B24147-55AB-4BC4-B183-ED51FCA4DB97}"/>
          </ac:spMkLst>
        </pc:spChg>
        <pc:spChg chg="del">
          <ac:chgData name="KACHOUR Maher" userId="09775c39-7739-40bf-ba04-c8ef3ab24a94" providerId="ADAL" clId="{4ABD2275-C5F7-41A4-8E89-05497293A01B}" dt="2021-10-15T12:52:06.251" v="359"/>
          <ac:spMkLst>
            <pc:docMk/>
            <pc:sldMk cId="385761548" sldId="264"/>
            <ac:spMk id="22" creationId="{385E1BDC-A9B0-4A87-82E3-F3187F69A802}"/>
          </ac:spMkLst>
        </pc:spChg>
        <pc:spChg chg="del">
          <ac:chgData name="KACHOUR Maher" userId="09775c39-7739-40bf-ba04-c8ef3ab24a94" providerId="ADAL" clId="{4ABD2275-C5F7-41A4-8E89-05497293A01B}" dt="2021-10-15T12:52:06.251" v="359"/>
          <ac:spMkLst>
            <pc:docMk/>
            <pc:sldMk cId="385761548" sldId="264"/>
            <ac:spMk id="24" creationId="{0990C621-3B8B-4820-8328-D47EF7CE823C}"/>
          </ac:spMkLst>
        </pc:spChg>
        <pc:spChg chg="del">
          <ac:chgData name="KACHOUR Maher" userId="09775c39-7739-40bf-ba04-c8ef3ab24a94" providerId="ADAL" clId="{4ABD2275-C5F7-41A4-8E89-05497293A01B}" dt="2021-10-15T12:52:06.251" v="359"/>
          <ac:spMkLst>
            <pc:docMk/>
            <pc:sldMk cId="385761548" sldId="264"/>
            <ac:spMk id="26" creationId="{C1A2385B-1D2A-4E17-84FA-6CB7F0AAE473}"/>
          </ac:spMkLst>
        </pc:spChg>
        <pc:spChg chg="del">
          <ac:chgData name="KACHOUR Maher" userId="09775c39-7739-40bf-ba04-c8ef3ab24a94" providerId="ADAL" clId="{4ABD2275-C5F7-41A4-8E89-05497293A01B}" dt="2021-10-15T12:52:06.251" v="359"/>
          <ac:spMkLst>
            <pc:docMk/>
            <pc:sldMk cId="385761548" sldId="264"/>
            <ac:spMk id="28" creationId="{5E791F2F-79DB-4CC0-9FA1-001E3E91E8B7}"/>
          </ac:spMkLst>
        </pc:spChg>
      </pc:sldChg>
    </pc:docChg>
  </pc:docChgLst>
  <pc:docChgLst>
    <pc:chgData name="KACHOUR Maher" userId="09775c39-7739-40bf-ba04-c8ef3ab24a94" providerId="ADAL" clId="{2370CBF8-D1D8-4922-A968-E90E226146FA}"/>
    <pc:docChg chg="undo custSel addSld modSld">
      <pc:chgData name="KACHOUR Maher" userId="09775c39-7739-40bf-ba04-c8ef3ab24a94" providerId="ADAL" clId="{2370CBF8-D1D8-4922-A968-E90E226146FA}" dt="2021-10-14T14:52:58.120" v="341" actId="26606"/>
      <pc:docMkLst>
        <pc:docMk/>
      </pc:docMkLst>
      <pc:sldChg chg="modSp mod">
        <pc:chgData name="KACHOUR Maher" userId="09775c39-7739-40bf-ba04-c8ef3ab24a94" providerId="ADAL" clId="{2370CBF8-D1D8-4922-A968-E90E226146FA}" dt="2021-10-14T14:21:33.156" v="202" actId="1076"/>
        <pc:sldMkLst>
          <pc:docMk/>
          <pc:sldMk cId="3884457258" sldId="256"/>
        </pc:sldMkLst>
        <pc:spChg chg="mod">
          <ac:chgData name="KACHOUR Maher" userId="09775c39-7739-40bf-ba04-c8ef3ab24a94" providerId="ADAL" clId="{2370CBF8-D1D8-4922-A968-E90E226146FA}" dt="2021-10-14T14:21:33.156" v="202" actId="1076"/>
          <ac:spMkLst>
            <pc:docMk/>
            <pc:sldMk cId="3884457258" sldId="256"/>
            <ac:spMk id="2" creationId="{A4AEDEBA-6FE9-4F23-B02B-9FB71BC17484}"/>
          </ac:spMkLst>
        </pc:spChg>
        <pc:spChg chg="mod">
          <ac:chgData name="KACHOUR Maher" userId="09775c39-7739-40bf-ba04-c8ef3ab24a94" providerId="ADAL" clId="{2370CBF8-D1D8-4922-A968-E90E226146FA}" dt="2021-10-14T14:21:02.557" v="199" actId="20577"/>
          <ac:spMkLst>
            <pc:docMk/>
            <pc:sldMk cId="3884457258" sldId="256"/>
            <ac:spMk id="4" creationId="{DF25F7F9-D26E-4B65-8387-484298AE7CF4}"/>
          </ac:spMkLst>
        </pc:spChg>
        <pc:graphicFrameChg chg="mod modGraphic">
          <ac:chgData name="KACHOUR Maher" userId="09775c39-7739-40bf-ba04-c8ef3ab24a94" providerId="ADAL" clId="{2370CBF8-D1D8-4922-A968-E90E226146FA}" dt="2021-10-14T14:11:19.595" v="64" actId="14734"/>
          <ac:graphicFrameMkLst>
            <pc:docMk/>
            <pc:sldMk cId="3884457258" sldId="256"/>
            <ac:graphicFrameMk id="5" creationId="{8D618231-F795-4672-A643-43223F39DFB3}"/>
          </ac:graphicFrameMkLst>
        </pc:graphicFrameChg>
      </pc:sldChg>
      <pc:sldChg chg="modSp mod">
        <pc:chgData name="KACHOUR Maher" userId="09775c39-7739-40bf-ba04-c8ef3ab24a94" providerId="ADAL" clId="{2370CBF8-D1D8-4922-A968-E90E226146FA}" dt="2021-10-14T14:07:55.333" v="1" actId="20577"/>
        <pc:sldMkLst>
          <pc:docMk/>
          <pc:sldMk cId="0" sldId="257"/>
        </pc:sldMkLst>
        <pc:spChg chg="mod">
          <ac:chgData name="KACHOUR Maher" userId="09775c39-7739-40bf-ba04-c8ef3ab24a94" providerId="ADAL" clId="{2370CBF8-D1D8-4922-A968-E90E226146FA}" dt="2021-10-14T14:07:55.333" v="1" actId="20577"/>
          <ac:spMkLst>
            <pc:docMk/>
            <pc:sldMk cId="0" sldId="257"/>
            <ac:spMk id="3" creationId="{00000000-0000-0000-0000-000000000000}"/>
          </ac:spMkLst>
        </pc:spChg>
      </pc:sldChg>
      <pc:sldChg chg="addSp modSp mod">
        <pc:chgData name="KACHOUR Maher" userId="09775c39-7739-40bf-ba04-c8ef3ab24a94" providerId="ADAL" clId="{2370CBF8-D1D8-4922-A968-E90E226146FA}" dt="2021-10-14T14:21:23.943" v="201" actId="1076"/>
        <pc:sldMkLst>
          <pc:docMk/>
          <pc:sldMk cId="1632906986" sldId="258"/>
        </pc:sldMkLst>
        <pc:spChg chg="mod">
          <ac:chgData name="KACHOUR Maher" userId="09775c39-7739-40bf-ba04-c8ef3ab24a94" providerId="ADAL" clId="{2370CBF8-D1D8-4922-A968-E90E226146FA}" dt="2021-10-14T14:14:18.992" v="72" actId="1076"/>
          <ac:spMkLst>
            <pc:docMk/>
            <pc:sldMk cId="1632906986" sldId="258"/>
            <ac:spMk id="2" creationId="{A4AEDEBA-6FE9-4F23-B02B-9FB71BC17484}"/>
          </ac:spMkLst>
        </pc:spChg>
        <pc:graphicFrameChg chg="mod modGraphic">
          <ac:chgData name="KACHOUR Maher" userId="09775c39-7739-40bf-ba04-c8ef3ab24a94" providerId="ADAL" clId="{2370CBF8-D1D8-4922-A968-E90E226146FA}" dt="2021-10-14T14:21:19.090" v="200" actId="14734"/>
          <ac:graphicFrameMkLst>
            <pc:docMk/>
            <pc:sldMk cId="1632906986" sldId="258"/>
            <ac:graphicFrameMk id="5" creationId="{C5935286-E84C-4A5B-9E95-1C36A0F9B1CD}"/>
          </ac:graphicFrameMkLst>
        </pc:graphicFrameChg>
        <pc:picChg chg="add mod">
          <ac:chgData name="KACHOUR Maher" userId="09775c39-7739-40bf-ba04-c8ef3ab24a94" providerId="ADAL" clId="{2370CBF8-D1D8-4922-A968-E90E226146FA}" dt="2021-10-14T14:21:23.943" v="201" actId="1076"/>
          <ac:picMkLst>
            <pc:docMk/>
            <pc:sldMk cId="1632906986" sldId="258"/>
            <ac:picMk id="6" creationId="{C89D6DEA-6D91-456E-968B-68D46AFB39DB}"/>
          </ac:picMkLst>
        </pc:picChg>
      </pc:sldChg>
      <pc:sldChg chg="modSp mod">
        <pc:chgData name="KACHOUR Maher" userId="09775c39-7739-40bf-ba04-c8ef3ab24a94" providerId="ADAL" clId="{2370CBF8-D1D8-4922-A968-E90E226146FA}" dt="2021-10-14T14:34:58.077" v="263" actId="14734"/>
        <pc:sldMkLst>
          <pc:docMk/>
          <pc:sldMk cId="3342625250" sldId="259"/>
        </pc:sldMkLst>
        <pc:spChg chg="mod">
          <ac:chgData name="KACHOUR Maher" userId="09775c39-7739-40bf-ba04-c8ef3ab24a94" providerId="ADAL" clId="{2370CBF8-D1D8-4922-A968-E90E226146FA}" dt="2021-10-14T14:15:14.332" v="77" actId="1076"/>
          <ac:spMkLst>
            <pc:docMk/>
            <pc:sldMk cId="3342625250" sldId="259"/>
            <ac:spMk id="2" creationId="{159DF4AF-EB56-497F-9EC4-3792B7715C09}"/>
          </ac:spMkLst>
        </pc:spChg>
        <pc:spChg chg="mod">
          <ac:chgData name="KACHOUR Maher" userId="09775c39-7739-40bf-ba04-c8ef3ab24a94" providerId="ADAL" clId="{2370CBF8-D1D8-4922-A968-E90E226146FA}" dt="2021-10-14T14:34:47.405" v="260" actId="27636"/>
          <ac:spMkLst>
            <pc:docMk/>
            <pc:sldMk cId="3342625250" sldId="259"/>
            <ac:spMk id="3" creationId="{86DA4EC6-6600-48BE-AED2-90A0A908CF8F}"/>
          </ac:spMkLst>
        </pc:spChg>
        <pc:graphicFrameChg chg="mod modGraphic">
          <ac:chgData name="KACHOUR Maher" userId="09775c39-7739-40bf-ba04-c8ef3ab24a94" providerId="ADAL" clId="{2370CBF8-D1D8-4922-A968-E90E226146FA}" dt="2021-10-14T14:34:58.077" v="263" actId="14734"/>
          <ac:graphicFrameMkLst>
            <pc:docMk/>
            <pc:sldMk cId="3342625250" sldId="259"/>
            <ac:graphicFrameMk id="4" creationId="{D8731FE7-289F-4569-8899-DD98785D8C02}"/>
          </ac:graphicFrameMkLst>
        </pc:graphicFrameChg>
      </pc:sldChg>
      <pc:sldChg chg="addSp modSp mod setBg">
        <pc:chgData name="KACHOUR Maher" userId="09775c39-7739-40bf-ba04-c8ef3ab24a94" providerId="ADAL" clId="{2370CBF8-D1D8-4922-A968-E90E226146FA}" dt="2021-10-14T14:48:39.199" v="337" actId="26606"/>
        <pc:sldMkLst>
          <pc:docMk/>
          <pc:sldMk cId="962425727" sldId="260"/>
        </pc:sldMkLst>
        <pc:spChg chg="mod">
          <ac:chgData name="KACHOUR Maher" userId="09775c39-7739-40bf-ba04-c8ef3ab24a94" providerId="ADAL" clId="{2370CBF8-D1D8-4922-A968-E90E226146FA}" dt="2021-10-14T14:48:39.199" v="337" actId="26606"/>
          <ac:spMkLst>
            <pc:docMk/>
            <pc:sldMk cId="962425727" sldId="260"/>
            <ac:spMk id="2" creationId="{159DF4AF-EB56-497F-9EC4-3792B7715C09}"/>
          </ac:spMkLst>
        </pc:spChg>
        <pc:spChg chg="mod">
          <ac:chgData name="KACHOUR Maher" userId="09775c39-7739-40bf-ba04-c8ef3ab24a94" providerId="ADAL" clId="{2370CBF8-D1D8-4922-A968-E90E226146FA}" dt="2021-10-14T14:48:39.199" v="337" actId="26606"/>
          <ac:spMkLst>
            <pc:docMk/>
            <pc:sldMk cId="962425727" sldId="260"/>
            <ac:spMk id="3" creationId="{86DA4EC6-6600-48BE-AED2-90A0A908CF8F}"/>
          </ac:spMkLst>
        </pc:spChg>
        <pc:spChg chg="add">
          <ac:chgData name="KACHOUR Maher" userId="09775c39-7739-40bf-ba04-c8ef3ab24a94" providerId="ADAL" clId="{2370CBF8-D1D8-4922-A968-E90E226146FA}" dt="2021-10-14T14:48:39.199" v="337" actId="26606"/>
          <ac:spMkLst>
            <pc:docMk/>
            <pc:sldMk cId="962425727" sldId="260"/>
            <ac:spMk id="11" creationId="{385E1BDC-A9B0-4A87-82E3-F3187F69A802}"/>
          </ac:spMkLst>
        </pc:spChg>
        <pc:spChg chg="add">
          <ac:chgData name="KACHOUR Maher" userId="09775c39-7739-40bf-ba04-c8ef3ab24a94" providerId="ADAL" clId="{2370CBF8-D1D8-4922-A968-E90E226146FA}" dt="2021-10-14T14:48:39.199" v="337" actId="26606"/>
          <ac:spMkLst>
            <pc:docMk/>
            <pc:sldMk cId="962425727" sldId="260"/>
            <ac:spMk id="13" creationId="{0990C621-3B8B-4820-8328-D47EF7CE823C}"/>
          </ac:spMkLst>
        </pc:spChg>
        <pc:spChg chg="add">
          <ac:chgData name="KACHOUR Maher" userId="09775c39-7739-40bf-ba04-c8ef3ab24a94" providerId="ADAL" clId="{2370CBF8-D1D8-4922-A968-E90E226146FA}" dt="2021-10-14T14:48:39.199" v="337" actId="26606"/>
          <ac:spMkLst>
            <pc:docMk/>
            <pc:sldMk cId="962425727" sldId="260"/>
            <ac:spMk id="15" creationId="{C1A2385B-1D2A-4E17-84FA-6CB7F0AAE473}"/>
          </ac:spMkLst>
        </pc:spChg>
        <pc:spChg chg="add">
          <ac:chgData name="KACHOUR Maher" userId="09775c39-7739-40bf-ba04-c8ef3ab24a94" providerId="ADAL" clId="{2370CBF8-D1D8-4922-A968-E90E226146FA}" dt="2021-10-14T14:48:39.199" v="337" actId="26606"/>
          <ac:spMkLst>
            <pc:docMk/>
            <pc:sldMk cId="962425727" sldId="260"/>
            <ac:spMk id="17" creationId="{5E791F2F-79DB-4CC0-9FA1-001E3E91E8B7}"/>
          </ac:spMkLst>
        </pc:spChg>
        <pc:graphicFrameChg chg="mod ord modGraphic">
          <ac:chgData name="KACHOUR Maher" userId="09775c39-7739-40bf-ba04-c8ef3ab24a94" providerId="ADAL" clId="{2370CBF8-D1D8-4922-A968-E90E226146FA}" dt="2021-10-14T14:48:39.199" v="337" actId="26606"/>
          <ac:graphicFrameMkLst>
            <pc:docMk/>
            <pc:sldMk cId="962425727" sldId="260"/>
            <ac:graphicFrameMk id="4" creationId="{D8731FE7-289F-4569-8899-DD98785D8C02}"/>
          </ac:graphicFrameMkLst>
        </pc:graphicFrameChg>
        <pc:picChg chg="add mod">
          <ac:chgData name="KACHOUR Maher" userId="09775c39-7739-40bf-ba04-c8ef3ab24a94" providerId="ADAL" clId="{2370CBF8-D1D8-4922-A968-E90E226146FA}" dt="2021-10-14T14:48:39.199" v="337" actId="26606"/>
          <ac:picMkLst>
            <pc:docMk/>
            <pc:sldMk cId="962425727" sldId="260"/>
            <ac:picMk id="6" creationId="{D9442BFA-85B6-46F2-A05F-18E8C23113C9}"/>
          </ac:picMkLst>
        </pc:picChg>
      </pc:sldChg>
      <pc:sldChg chg="addSp delSp modSp add mod">
        <pc:chgData name="KACHOUR Maher" userId="09775c39-7739-40bf-ba04-c8ef3ab24a94" providerId="ADAL" clId="{2370CBF8-D1D8-4922-A968-E90E226146FA}" dt="2021-10-14T14:31:11.788" v="212" actId="1076"/>
        <pc:sldMkLst>
          <pc:docMk/>
          <pc:sldMk cId="925746931" sldId="261"/>
        </pc:sldMkLst>
        <pc:picChg chg="del">
          <ac:chgData name="KACHOUR Maher" userId="09775c39-7739-40bf-ba04-c8ef3ab24a94" providerId="ADAL" clId="{2370CBF8-D1D8-4922-A968-E90E226146FA}" dt="2021-10-14T14:31:00.341" v="204" actId="478"/>
          <ac:picMkLst>
            <pc:docMk/>
            <pc:sldMk cId="925746931" sldId="261"/>
            <ac:picMk id="6" creationId="{C89D6DEA-6D91-456E-968B-68D46AFB39DB}"/>
          </ac:picMkLst>
        </pc:picChg>
        <pc:picChg chg="add mod">
          <ac:chgData name="KACHOUR Maher" userId="09775c39-7739-40bf-ba04-c8ef3ab24a94" providerId="ADAL" clId="{2370CBF8-D1D8-4922-A968-E90E226146FA}" dt="2021-10-14T14:31:11.788" v="212" actId="1076"/>
          <ac:picMkLst>
            <pc:docMk/>
            <pc:sldMk cId="925746931" sldId="261"/>
            <ac:picMk id="7" creationId="{5B838518-7C53-4901-924B-9F6D0B5CF932}"/>
          </ac:picMkLst>
        </pc:picChg>
      </pc:sldChg>
      <pc:sldChg chg="addSp delSp modSp add mod">
        <pc:chgData name="KACHOUR Maher" userId="09775c39-7739-40bf-ba04-c8ef3ab24a94" providerId="ADAL" clId="{2370CBF8-D1D8-4922-A968-E90E226146FA}" dt="2021-10-14T14:52:58.120" v="341" actId="26606"/>
        <pc:sldMkLst>
          <pc:docMk/>
          <pc:sldMk cId="4200507792" sldId="262"/>
        </pc:sldMkLst>
        <pc:spChg chg="del">
          <ac:chgData name="KACHOUR Maher" userId="09775c39-7739-40bf-ba04-c8ef3ab24a94" providerId="ADAL" clId="{2370CBF8-D1D8-4922-A968-E90E226146FA}" dt="2021-10-14T14:52:58.120" v="341" actId="26606"/>
          <ac:spMkLst>
            <pc:docMk/>
            <pc:sldMk cId="4200507792" sldId="262"/>
            <ac:spMk id="11" creationId="{385E1BDC-A9B0-4A87-82E3-F3187F69A802}"/>
          </ac:spMkLst>
        </pc:spChg>
        <pc:spChg chg="del">
          <ac:chgData name="KACHOUR Maher" userId="09775c39-7739-40bf-ba04-c8ef3ab24a94" providerId="ADAL" clId="{2370CBF8-D1D8-4922-A968-E90E226146FA}" dt="2021-10-14T14:52:58.120" v="341" actId="26606"/>
          <ac:spMkLst>
            <pc:docMk/>
            <pc:sldMk cId="4200507792" sldId="262"/>
            <ac:spMk id="13" creationId="{0990C621-3B8B-4820-8328-D47EF7CE823C}"/>
          </ac:spMkLst>
        </pc:spChg>
        <pc:spChg chg="del">
          <ac:chgData name="KACHOUR Maher" userId="09775c39-7739-40bf-ba04-c8ef3ab24a94" providerId="ADAL" clId="{2370CBF8-D1D8-4922-A968-E90E226146FA}" dt="2021-10-14T14:52:58.120" v="341" actId="26606"/>
          <ac:spMkLst>
            <pc:docMk/>
            <pc:sldMk cId="4200507792" sldId="262"/>
            <ac:spMk id="15" creationId="{C1A2385B-1D2A-4E17-84FA-6CB7F0AAE473}"/>
          </ac:spMkLst>
        </pc:spChg>
        <pc:spChg chg="del">
          <ac:chgData name="KACHOUR Maher" userId="09775c39-7739-40bf-ba04-c8ef3ab24a94" providerId="ADAL" clId="{2370CBF8-D1D8-4922-A968-E90E226146FA}" dt="2021-10-14T14:52:58.120" v="341" actId="26606"/>
          <ac:spMkLst>
            <pc:docMk/>
            <pc:sldMk cId="4200507792" sldId="262"/>
            <ac:spMk id="17" creationId="{5E791F2F-79DB-4CC0-9FA1-001E3E91E8B7}"/>
          </ac:spMkLst>
        </pc:spChg>
        <pc:spChg chg="add">
          <ac:chgData name="KACHOUR Maher" userId="09775c39-7739-40bf-ba04-c8ef3ab24a94" providerId="ADAL" clId="{2370CBF8-D1D8-4922-A968-E90E226146FA}" dt="2021-10-14T14:52:58.120" v="341" actId="26606"/>
          <ac:spMkLst>
            <pc:docMk/>
            <pc:sldMk cId="4200507792" sldId="262"/>
            <ac:spMk id="22" creationId="{385E1BDC-A9B0-4A87-82E3-F3187F69A802}"/>
          </ac:spMkLst>
        </pc:spChg>
        <pc:spChg chg="add">
          <ac:chgData name="KACHOUR Maher" userId="09775c39-7739-40bf-ba04-c8ef3ab24a94" providerId="ADAL" clId="{2370CBF8-D1D8-4922-A968-E90E226146FA}" dt="2021-10-14T14:52:58.120" v="341" actId="26606"/>
          <ac:spMkLst>
            <pc:docMk/>
            <pc:sldMk cId="4200507792" sldId="262"/>
            <ac:spMk id="24" creationId="{0990C621-3B8B-4820-8328-D47EF7CE823C}"/>
          </ac:spMkLst>
        </pc:spChg>
        <pc:spChg chg="add">
          <ac:chgData name="KACHOUR Maher" userId="09775c39-7739-40bf-ba04-c8ef3ab24a94" providerId="ADAL" clId="{2370CBF8-D1D8-4922-A968-E90E226146FA}" dt="2021-10-14T14:52:58.120" v="341" actId="26606"/>
          <ac:spMkLst>
            <pc:docMk/>
            <pc:sldMk cId="4200507792" sldId="262"/>
            <ac:spMk id="26" creationId="{C1A2385B-1D2A-4E17-84FA-6CB7F0AAE473}"/>
          </ac:spMkLst>
        </pc:spChg>
        <pc:spChg chg="add">
          <ac:chgData name="KACHOUR Maher" userId="09775c39-7739-40bf-ba04-c8ef3ab24a94" providerId="ADAL" clId="{2370CBF8-D1D8-4922-A968-E90E226146FA}" dt="2021-10-14T14:52:58.120" v="341" actId="26606"/>
          <ac:spMkLst>
            <pc:docMk/>
            <pc:sldMk cId="4200507792" sldId="262"/>
            <ac:spMk id="28" creationId="{5E791F2F-79DB-4CC0-9FA1-001E3E91E8B7}"/>
          </ac:spMkLst>
        </pc:spChg>
        <pc:graphicFrameChg chg="mod ord modGraphic">
          <ac:chgData name="KACHOUR Maher" userId="09775c39-7739-40bf-ba04-c8ef3ab24a94" providerId="ADAL" clId="{2370CBF8-D1D8-4922-A968-E90E226146FA}" dt="2021-10-14T14:52:58.120" v="341" actId="26606"/>
          <ac:graphicFrameMkLst>
            <pc:docMk/>
            <pc:sldMk cId="4200507792" sldId="262"/>
            <ac:graphicFrameMk id="4" creationId="{D8731FE7-289F-4569-8899-DD98785D8C02}"/>
          </ac:graphicFrameMkLst>
        </pc:graphicFrameChg>
        <pc:picChg chg="del">
          <ac:chgData name="KACHOUR Maher" userId="09775c39-7739-40bf-ba04-c8ef3ab24a94" providerId="ADAL" clId="{2370CBF8-D1D8-4922-A968-E90E226146FA}" dt="2021-10-14T14:52:53.431" v="339" actId="478"/>
          <ac:picMkLst>
            <pc:docMk/>
            <pc:sldMk cId="4200507792" sldId="262"/>
            <ac:picMk id="6" creationId="{D9442BFA-85B6-46F2-A05F-18E8C23113C9}"/>
          </ac:picMkLst>
        </pc:picChg>
        <pc:picChg chg="add mod">
          <ac:chgData name="KACHOUR Maher" userId="09775c39-7739-40bf-ba04-c8ef3ab24a94" providerId="ADAL" clId="{2370CBF8-D1D8-4922-A968-E90E226146FA}" dt="2021-10-14T14:52:58.120" v="341" actId="26606"/>
          <ac:picMkLst>
            <pc:docMk/>
            <pc:sldMk cId="4200507792" sldId="262"/>
            <ac:picMk id="7" creationId="{958ABDF4-6E1A-4367-888B-832F902E6529}"/>
          </ac:picMkLst>
        </pc:picChg>
      </pc:sldChg>
    </pc:docChg>
  </pc:docChgLst>
  <pc:docChgLst>
    <pc:chgData name="KACHOUR Maher" userId="09775c39-7739-40bf-ba04-c8ef3ab24a94" providerId="ADAL" clId="{E5A1AE0A-D964-4669-B03E-987D59F22204}"/>
    <pc:docChg chg="modSld">
      <pc:chgData name="KACHOUR Maher" userId="09775c39-7739-40bf-ba04-c8ef3ab24a94" providerId="ADAL" clId="{E5A1AE0A-D964-4669-B03E-987D59F22204}" dt="2021-10-14T10:16:47.651" v="1" actId="20577"/>
      <pc:docMkLst>
        <pc:docMk/>
      </pc:docMkLst>
      <pc:sldChg chg="modSp mod">
        <pc:chgData name="KACHOUR Maher" userId="09775c39-7739-40bf-ba04-c8ef3ab24a94" providerId="ADAL" clId="{E5A1AE0A-D964-4669-B03E-987D59F22204}" dt="2021-10-14T10:16:42.339" v="0" actId="20577"/>
        <pc:sldMkLst>
          <pc:docMk/>
          <pc:sldMk cId="3884457258" sldId="256"/>
        </pc:sldMkLst>
        <pc:spChg chg="mod">
          <ac:chgData name="KACHOUR Maher" userId="09775c39-7739-40bf-ba04-c8ef3ab24a94" providerId="ADAL" clId="{E5A1AE0A-D964-4669-B03E-987D59F22204}" dt="2021-10-14T10:16:42.339" v="0" actId="20577"/>
          <ac:spMkLst>
            <pc:docMk/>
            <pc:sldMk cId="3884457258" sldId="256"/>
            <ac:spMk id="4" creationId="{DF25F7F9-D26E-4B65-8387-484298AE7CF4}"/>
          </ac:spMkLst>
        </pc:spChg>
      </pc:sldChg>
      <pc:sldChg chg="modSp mod">
        <pc:chgData name="KACHOUR Maher" userId="09775c39-7739-40bf-ba04-c8ef3ab24a94" providerId="ADAL" clId="{E5A1AE0A-D964-4669-B03E-987D59F22204}" dt="2021-10-14T10:16:47.651" v="1" actId="20577"/>
        <pc:sldMkLst>
          <pc:docMk/>
          <pc:sldMk cId="3342625250" sldId="259"/>
        </pc:sldMkLst>
        <pc:spChg chg="mod">
          <ac:chgData name="KACHOUR Maher" userId="09775c39-7739-40bf-ba04-c8ef3ab24a94" providerId="ADAL" clId="{E5A1AE0A-D964-4669-B03E-987D59F22204}" dt="2021-10-14T10:16:47.651" v="1" actId="20577"/>
          <ac:spMkLst>
            <pc:docMk/>
            <pc:sldMk cId="3342625250" sldId="259"/>
            <ac:spMk id="3" creationId="{86DA4EC6-6600-48BE-AED2-90A0A908CF8F}"/>
          </ac:spMkLst>
        </pc:spChg>
      </pc:sldChg>
    </pc:docChg>
  </pc:docChgLst>
  <pc:docChgLst>
    <pc:chgData name="KACHOUR Maher" userId="09775c39-7739-40bf-ba04-c8ef3ab24a94" providerId="ADAL" clId="{9DB9D0F6-702B-4124-8092-98911D29BF5A}"/>
    <pc:docChg chg="custSel modSld">
      <pc:chgData name="KACHOUR Maher" userId="09775c39-7739-40bf-ba04-c8ef3ab24a94" providerId="ADAL" clId="{9DB9D0F6-702B-4124-8092-98911D29BF5A}" dt="2021-10-15T11:29:56.723" v="475" actId="14100"/>
      <pc:docMkLst>
        <pc:docMk/>
      </pc:docMkLst>
      <pc:sldChg chg="modSp mod">
        <pc:chgData name="KACHOUR Maher" userId="09775c39-7739-40bf-ba04-c8ef3ab24a94" providerId="ADAL" clId="{9DB9D0F6-702B-4124-8092-98911D29BF5A}" dt="2021-10-15T10:26:13.111" v="128" actId="20577"/>
        <pc:sldMkLst>
          <pc:docMk/>
          <pc:sldMk cId="3884457258" sldId="256"/>
        </pc:sldMkLst>
        <pc:spChg chg="mod">
          <ac:chgData name="KACHOUR Maher" userId="09775c39-7739-40bf-ba04-c8ef3ab24a94" providerId="ADAL" clId="{9DB9D0F6-702B-4124-8092-98911D29BF5A}" dt="2021-10-15T10:25:15.143" v="98" actId="20577"/>
          <ac:spMkLst>
            <pc:docMk/>
            <pc:sldMk cId="3884457258" sldId="256"/>
            <ac:spMk id="4" creationId="{DF25F7F9-D26E-4B65-8387-484298AE7CF4}"/>
          </ac:spMkLst>
        </pc:spChg>
        <pc:graphicFrameChg chg="modGraphic">
          <ac:chgData name="KACHOUR Maher" userId="09775c39-7739-40bf-ba04-c8ef3ab24a94" providerId="ADAL" clId="{9DB9D0F6-702B-4124-8092-98911D29BF5A}" dt="2021-10-15T10:26:13.111" v="128" actId="20577"/>
          <ac:graphicFrameMkLst>
            <pc:docMk/>
            <pc:sldMk cId="3884457258" sldId="256"/>
            <ac:graphicFrameMk id="5" creationId="{8D618231-F795-4672-A643-43223F39DFB3}"/>
          </ac:graphicFrameMkLst>
        </pc:graphicFrameChg>
      </pc:sldChg>
      <pc:sldChg chg="modSp mod">
        <pc:chgData name="KACHOUR Maher" userId="09775c39-7739-40bf-ba04-c8ef3ab24a94" providerId="ADAL" clId="{9DB9D0F6-702B-4124-8092-98911D29BF5A}" dt="2021-10-15T10:24:09.721" v="1" actId="20577"/>
        <pc:sldMkLst>
          <pc:docMk/>
          <pc:sldMk cId="0" sldId="257"/>
        </pc:sldMkLst>
        <pc:spChg chg="mod">
          <ac:chgData name="KACHOUR Maher" userId="09775c39-7739-40bf-ba04-c8ef3ab24a94" providerId="ADAL" clId="{9DB9D0F6-702B-4124-8092-98911D29BF5A}" dt="2021-10-15T10:24:09.721" v="1" actId="20577"/>
          <ac:spMkLst>
            <pc:docMk/>
            <pc:sldMk cId="0" sldId="257"/>
            <ac:spMk id="3" creationId="{00000000-0000-0000-0000-000000000000}"/>
          </ac:spMkLst>
        </pc:spChg>
      </pc:sldChg>
      <pc:sldChg chg="modSp mod">
        <pc:chgData name="KACHOUR Maher" userId="09775c39-7739-40bf-ba04-c8ef3ab24a94" providerId="ADAL" clId="{9DB9D0F6-702B-4124-8092-98911D29BF5A}" dt="2021-10-15T10:38:20.518" v="283" actId="20577"/>
        <pc:sldMkLst>
          <pc:docMk/>
          <pc:sldMk cId="1632906986" sldId="258"/>
        </pc:sldMkLst>
        <pc:spChg chg="mod">
          <ac:chgData name="KACHOUR Maher" userId="09775c39-7739-40bf-ba04-c8ef3ab24a94" providerId="ADAL" clId="{9DB9D0F6-702B-4124-8092-98911D29BF5A}" dt="2021-10-15T10:38:20.518" v="283" actId="20577"/>
          <ac:spMkLst>
            <pc:docMk/>
            <pc:sldMk cId="1632906986" sldId="258"/>
            <ac:spMk id="3" creationId="{CC9FE004-1C6E-4667-8710-CA96506DE21E}"/>
          </ac:spMkLst>
        </pc:spChg>
        <pc:graphicFrameChg chg="modGraphic">
          <ac:chgData name="KACHOUR Maher" userId="09775c39-7739-40bf-ba04-c8ef3ab24a94" providerId="ADAL" clId="{9DB9D0F6-702B-4124-8092-98911D29BF5A}" dt="2021-10-15T10:33:37.819" v="148" actId="2164"/>
          <ac:graphicFrameMkLst>
            <pc:docMk/>
            <pc:sldMk cId="1632906986" sldId="258"/>
            <ac:graphicFrameMk id="5" creationId="{C5935286-E84C-4A5B-9E95-1C36A0F9B1CD}"/>
          </ac:graphicFrameMkLst>
        </pc:graphicFrameChg>
      </pc:sldChg>
      <pc:sldChg chg="modSp mod">
        <pc:chgData name="KACHOUR Maher" userId="09775c39-7739-40bf-ba04-c8ef3ab24a94" providerId="ADAL" clId="{9DB9D0F6-702B-4124-8092-98911D29BF5A}" dt="2021-10-15T10:27:03.747" v="147" actId="20577"/>
        <pc:sldMkLst>
          <pc:docMk/>
          <pc:sldMk cId="3342625250" sldId="259"/>
        </pc:sldMkLst>
        <pc:spChg chg="mod">
          <ac:chgData name="KACHOUR Maher" userId="09775c39-7739-40bf-ba04-c8ef3ab24a94" providerId="ADAL" clId="{9DB9D0F6-702B-4124-8092-98911D29BF5A}" dt="2021-10-15T10:27:03.747" v="147" actId="20577"/>
          <ac:spMkLst>
            <pc:docMk/>
            <pc:sldMk cId="3342625250" sldId="259"/>
            <ac:spMk id="3" creationId="{86DA4EC6-6600-48BE-AED2-90A0A908CF8F}"/>
          </ac:spMkLst>
        </pc:spChg>
      </pc:sldChg>
      <pc:sldChg chg="addSp delSp modSp mod">
        <pc:chgData name="KACHOUR Maher" userId="09775c39-7739-40bf-ba04-c8ef3ab24a94" providerId="ADAL" clId="{9DB9D0F6-702B-4124-8092-98911D29BF5A}" dt="2021-10-15T11:29:56.723" v="475" actId="14100"/>
        <pc:sldMkLst>
          <pc:docMk/>
          <pc:sldMk cId="4200507792" sldId="262"/>
        </pc:sldMkLst>
        <pc:spChg chg="del mod">
          <ac:chgData name="KACHOUR Maher" userId="09775c39-7739-40bf-ba04-c8ef3ab24a94" providerId="ADAL" clId="{9DB9D0F6-702B-4124-8092-98911D29BF5A}" dt="2021-10-15T10:39:23.679" v="286"/>
          <ac:spMkLst>
            <pc:docMk/>
            <pc:sldMk cId="4200507792" sldId="262"/>
            <ac:spMk id="5" creationId="{D7B24147-55AB-4BC4-B183-ED51FCA4DB97}"/>
          </ac:spMkLst>
        </pc:spChg>
        <pc:spChg chg="add mod">
          <ac:chgData name="KACHOUR Maher" userId="09775c39-7739-40bf-ba04-c8ef3ab24a94" providerId="ADAL" clId="{9DB9D0F6-702B-4124-8092-98911D29BF5A}" dt="2021-10-15T11:29:56.723" v="475" actId="14100"/>
          <ac:spMkLst>
            <pc:docMk/>
            <pc:sldMk cId="4200507792" sldId="262"/>
            <ac:spMk id="6" creationId="{B9F24573-B8C6-4491-AFA0-36142DDC64B5}"/>
          </ac:spMkLst>
        </pc:spChg>
        <pc:graphicFrameChg chg="del">
          <ac:chgData name="KACHOUR Maher" userId="09775c39-7739-40bf-ba04-c8ef3ab24a94" providerId="ADAL" clId="{9DB9D0F6-702B-4124-8092-98911D29BF5A}" dt="2021-10-15T11:19:57.953" v="287" actId="478"/>
          <ac:graphicFrameMkLst>
            <pc:docMk/>
            <pc:sldMk cId="4200507792" sldId="262"/>
            <ac:graphicFrameMk id="4" creationId="{D8731FE7-289F-4569-8899-DD98785D8C02}"/>
          </ac:graphicFrameMkLst>
        </pc:graphicFrameChg>
        <pc:graphicFrameChg chg="add mod modGraphic">
          <ac:chgData name="KACHOUR Maher" userId="09775c39-7739-40bf-ba04-c8ef3ab24a94" providerId="ADAL" clId="{9DB9D0F6-702B-4124-8092-98911D29BF5A}" dt="2021-10-15T11:22:36.354" v="343" actId="14734"/>
          <ac:graphicFrameMkLst>
            <pc:docMk/>
            <pc:sldMk cId="4200507792" sldId="262"/>
            <ac:graphicFrameMk id="10" creationId="{096B941A-D693-4148-80B8-A45B24E4FAD1}"/>
          </ac:graphicFrameMkLst>
        </pc:graphicFrameChg>
      </pc:sldChg>
    </pc:docChg>
  </pc:docChgLst>
  <pc:docChgLst>
    <pc:chgData name="KACHOUR Maher" userId="09775c39-7739-40bf-ba04-c8ef3ab24a94" providerId="ADAL" clId="{98B62C0F-C5CD-470F-A85D-6BE9EDA11397}"/>
    <pc:docChg chg="modSld">
      <pc:chgData name="KACHOUR Maher" userId="09775c39-7739-40bf-ba04-c8ef3ab24a94" providerId="ADAL" clId="{98B62C0F-C5CD-470F-A85D-6BE9EDA11397}" dt="2021-10-15T13:46:04.484" v="332" actId="20577"/>
      <pc:docMkLst>
        <pc:docMk/>
      </pc:docMkLst>
      <pc:sldChg chg="modSp mod">
        <pc:chgData name="KACHOUR Maher" userId="09775c39-7739-40bf-ba04-c8ef3ab24a94" providerId="ADAL" clId="{98B62C0F-C5CD-470F-A85D-6BE9EDA11397}" dt="2021-10-15T13:33:57.990" v="26" actId="20577"/>
        <pc:sldMkLst>
          <pc:docMk/>
          <pc:sldMk cId="3884457258" sldId="256"/>
        </pc:sldMkLst>
        <pc:spChg chg="mod">
          <ac:chgData name="KACHOUR Maher" userId="09775c39-7739-40bf-ba04-c8ef3ab24a94" providerId="ADAL" clId="{98B62C0F-C5CD-470F-A85D-6BE9EDA11397}" dt="2021-10-15T13:33:57.990" v="26" actId="20577"/>
          <ac:spMkLst>
            <pc:docMk/>
            <pc:sldMk cId="3884457258" sldId="256"/>
            <ac:spMk id="4" creationId="{DF25F7F9-D26E-4B65-8387-484298AE7CF4}"/>
          </ac:spMkLst>
        </pc:spChg>
      </pc:sldChg>
      <pc:sldChg chg="modSp mod">
        <pc:chgData name="KACHOUR Maher" userId="09775c39-7739-40bf-ba04-c8ef3ab24a94" providerId="ADAL" clId="{98B62C0F-C5CD-470F-A85D-6BE9EDA11397}" dt="2021-10-15T13:37:16.659" v="105" actId="20577"/>
        <pc:sldMkLst>
          <pc:docMk/>
          <pc:sldMk cId="1632906986" sldId="258"/>
        </pc:sldMkLst>
        <pc:spChg chg="mod">
          <ac:chgData name="KACHOUR Maher" userId="09775c39-7739-40bf-ba04-c8ef3ab24a94" providerId="ADAL" clId="{98B62C0F-C5CD-470F-A85D-6BE9EDA11397}" dt="2021-10-15T13:37:16.659" v="105" actId="20577"/>
          <ac:spMkLst>
            <pc:docMk/>
            <pc:sldMk cId="1632906986" sldId="258"/>
            <ac:spMk id="3" creationId="{CC9FE004-1C6E-4667-8710-CA96506DE21E}"/>
          </ac:spMkLst>
        </pc:spChg>
      </pc:sldChg>
      <pc:sldChg chg="modSp mod">
        <pc:chgData name="KACHOUR Maher" userId="09775c39-7739-40bf-ba04-c8ef3ab24a94" providerId="ADAL" clId="{98B62C0F-C5CD-470F-A85D-6BE9EDA11397}" dt="2021-10-15T13:39:54.239" v="222"/>
        <pc:sldMkLst>
          <pc:docMk/>
          <pc:sldMk cId="3342625250" sldId="259"/>
        </pc:sldMkLst>
        <pc:spChg chg="mod">
          <ac:chgData name="KACHOUR Maher" userId="09775c39-7739-40bf-ba04-c8ef3ab24a94" providerId="ADAL" clId="{98B62C0F-C5CD-470F-A85D-6BE9EDA11397}" dt="2021-10-15T13:39:54.239" v="222"/>
          <ac:spMkLst>
            <pc:docMk/>
            <pc:sldMk cId="3342625250" sldId="259"/>
            <ac:spMk id="3" creationId="{86DA4EC6-6600-48BE-AED2-90A0A908CF8F}"/>
          </ac:spMkLst>
        </pc:spChg>
      </pc:sldChg>
      <pc:sldChg chg="modSp mod">
        <pc:chgData name="KACHOUR Maher" userId="09775c39-7739-40bf-ba04-c8ef3ab24a94" providerId="ADAL" clId="{98B62C0F-C5CD-470F-A85D-6BE9EDA11397}" dt="2021-10-15T13:42:21.153" v="269" actId="255"/>
        <pc:sldMkLst>
          <pc:docMk/>
          <pc:sldMk cId="4200507792" sldId="262"/>
        </pc:sldMkLst>
        <pc:spChg chg="mod">
          <ac:chgData name="KACHOUR Maher" userId="09775c39-7739-40bf-ba04-c8ef3ab24a94" providerId="ADAL" clId="{98B62C0F-C5CD-470F-A85D-6BE9EDA11397}" dt="2021-10-15T13:42:21.153" v="269" actId="255"/>
          <ac:spMkLst>
            <pc:docMk/>
            <pc:sldMk cId="4200507792" sldId="262"/>
            <ac:spMk id="6" creationId="{B9F24573-B8C6-4491-AFA0-36142DDC64B5}"/>
          </ac:spMkLst>
        </pc:spChg>
      </pc:sldChg>
      <pc:sldChg chg="modSp mod">
        <pc:chgData name="KACHOUR Maher" userId="09775c39-7739-40bf-ba04-c8ef3ab24a94" providerId="ADAL" clId="{98B62C0F-C5CD-470F-A85D-6BE9EDA11397}" dt="2021-10-15T13:39:35.183" v="221" actId="1076"/>
        <pc:sldMkLst>
          <pc:docMk/>
          <pc:sldMk cId="290671189" sldId="263"/>
        </pc:sldMkLst>
        <pc:spChg chg="mod">
          <ac:chgData name="KACHOUR Maher" userId="09775c39-7739-40bf-ba04-c8ef3ab24a94" providerId="ADAL" clId="{98B62C0F-C5CD-470F-A85D-6BE9EDA11397}" dt="2021-10-15T13:39:35.183" v="221" actId="1076"/>
          <ac:spMkLst>
            <pc:docMk/>
            <pc:sldMk cId="290671189" sldId="263"/>
            <ac:spMk id="3" creationId="{CC9FE004-1C6E-4667-8710-CA96506DE21E}"/>
          </ac:spMkLst>
        </pc:spChg>
      </pc:sldChg>
      <pc:sldChg chg="modSp mod">
        <pc:chgData name="KACHOUR Maher" userId="09775c39-7739-40bf-ba04-c8ef3ab24a94" providerId="ADAL" clId="{98B62C0F-C5CD-470F-A85D-6BE9EDA11397}" dt="2021-10-15T13:46:04.484" v="332" actId="20577"/>
        <pc:sldMkLst>
          <pc:docMk/>
          <pc:sldMk cId="385761548" sldId="264"/>
        </pc:sldMkLst>
        <pc:spChg chg="mod">
          <ac:chgData name="KACHOUR Maher" userId="09775c39-7739-40bf-ba04-c8ef3ab24a94" providerId="ADAL" clId="{98B62C0F-C5CD-470F-A85D-6BE9EDA11397}" dt="2021-10-15T13:46:04.484" v="332" actId="20577"/>
          <ac:spMkLst>
            <pc:docMk/>
            <pc:sldMk cId="385761548" sldId="264"/>
            <ac:spMk id="5" creationId="{D7B24147-55AB-4BC4-B183-ED51FCA4DB97}"/>
          </ac:spMkLst>
        </pc:spChg>
      </pc:sldChg>
    </pc:docChg>
  </pc:docChgLst>
  <pc:docChgLst>
    <pc:chgData name="KACHOUR Maher" userId="09775c39-7739-40bf-ba04-c8ef3ab24a94" providerId="ADAL" clId="{31630FBB-2E40-4ECD-9A6F-A1042FA7C207}"/>
    <pc:docChg chg="custSel modSld">
      <pc:chgData name="KACHOUR Maher" userId="09775c39-7739-40bf-ba04-c8ef3ab24a94" providerId="ADAL" clId="{31630FBB-2E40-4ECD-9A6F-A1042FA7C207}" dt="2021-10-16T15:46:25.036" v="71" actId="255"/>
      <pc:docMkLst>
        <pc:docMk/>
      </pc:docMkLst>
      <pc:sldChg chg="modSp mod">
        <pc:chgData name="KACHOUR Maher" userId="09775c39-7739-40bf-ba04-c8ef3ab24a94" providerId="ADAL" clId="{31630FBB-2E40-4ECD-9A6F-A1042FA7C207}" dt="2021-10-16T15:46:12.930" v="68" actId="20577"/>
        <pc:sldMkLst>
          <pc:docMk/>
          <pc:sldMk cId="3884457258" sldId="256"/>
        </pc:sldMkLst>
        <pc:spChg chg="mod">
          <ac:chgData name="KACHOUR Maher" userId="09775c39-7739-40bf-ba04-c8ef3ab24a94" providerId="ADAL" clId="{31630FBB-2E40-4ECD-9A6F-A1042FA7C207}" dt="2021-10-15T13:50:26.215" v="28" actId="20577"/>
          <ac:spMkLst>
            <pc:docMk/>
            <pc:sldMk cId="3884457258" sldId="256"/>
            <ac:spMk id="2" creationId="{A4AEDEBA-6FE9-4F23-B02B-9FB71BC17484}"/>
          </ac:spMkLst>
        </pc:spChg>
        <pc:spChg chg="mod">
          <ac:chgData name="KACHOUR Maher" userId="09775c39-7739-40bf-ba04-c8ef3ab24a94" providerId="ADAL" clId="{31630FBB-2E40-4ECD-9A6F-A1042FA7C207}" dt="2021-10-16T15:46:12.930" v="68" actId="20577"/>
          <ac:spMkLst>
            <pc:docMk/>
            <pc:sldMk cId="3884457258" sldId="256"/>
            <ac:spMk id="4" creationId="{DF25F7F9-D26E-4B65-8387-484298AE7CF4}"/>
          </ac:spMkLst>
        </pc:spChg>
      </pc:sldChg>
      <pc:sldChg chg="modSp mod">
        <pc:chgData name="KACHOUR Maher" userId="09775c39-7739-40bf-ba04-c8ef3ab24a94" providerId="ADAL" clId="{31630FBB-2E40-4ECD-9A6F-A1042FA7C207}" dt="2021-10-16T15:36:52.837" v="66" actId="20577"/>
        <pc:sldMkLst>
          <pc:docMk/>
          <pc:sldMk cId="0" sldId="257"/>
        </pc:sldMkLst>
        <pc:spChg chg="mod">
          <ac:chgData name="KACHOUR Maher" userId="09775c39-7739-40bf-ba04-c8ef3ab24a94" providerId="ADAL" clId="{31630FBB-2E40-4ECD-9A6F-A1042FA7C207}" dt="2021-10-16T15:36:52.837" v="66" actId="20577"/>
          <ac:spMkLst>
            <pc:docMk/>
            <pc:sldMk cId="0" sldId="257"/>
            <ac:spMk id="3" creationId="{00000000-0000-0000-0000-000000000000}"/>
          </ac:spMkLst>
        </pc:spChg>
      </pc:sldChg>
      <pc:sldChg chg="modSp mod">
        <pc:chgData name="KACHOUR Maher" userId="09775c39-7739-40bf-ba04-c8ef3ab24a94" providerId="ADAL" clId="{31630FBB-2E40-4ECD-9A6F-A1042FA7C207}" dt="2021-10-15T13:49:38.607" v="8" actId="20577"/>
        <pc:sldMkLst>
          <pc:docMk/>
          <pc:sldMk cId="1632906986" sldId="258"/>
        </pc:sldMkLst>
        <pc:spChg chg="mod">
          <ac:chgData name="KACHOUR Maher" userId="09775c39-7739-40bf-ba04-c8ef3ab24a94" providerId="ADAL" clId="{31630FBB-2E40-4ECD-9A6F-A1042FA7C207}" dt="2021-10-15T13:49:38.607" v="8" actId="20577"/>
          <ac:spMkLst>
            <pc:docMk/>
            <pc:sldMk cId="1632906986" sldId="258"/>
            <ac:spMk id="2" creationId="{A4AEDEBA-6FE9-4F23-B02B-9FB71BC17484}"/>
          </ac:spMkLst>
        </pc:spChg>
        <pc:spChg chg="mod">
          <ac:chgData name="KACHOUR Maher" userId="09775c39-7739-40bf-ba04-c8ef3ab24a94" providerId="ADAL" clId="{31630FBB-2E40-4ECD-9A6F-A1042FA7C207}" dt="2021-10-15T13:49:17.127" v="5" actId="20577"/>
          <ac:spMkLst>
            <pc:docMk/>
            <pc:sldMk cId="1632906986" sldId="258"/>
            <ac:spMk id="3" creationId="{CC9FE004-1C6E-4667-8710-CA96506DE21E}"/>
          </ac:spMkLst>
        </pc:spChg>
        <pc:graphicFrameChg chg="modGraphic">
          <ac:chgData name="KACHOUR Maher" userId="09775c39-7739-40bf-ba04-c8ef3ab24a94" providerId="ADAL" clId="{31630FBB-2E40-4ECD-9A6F-A1042FA7C207}" dt="2021-10-15T13:49:28.561" v="6" actId="14734"/>
          <ac:graphicFrameMkLst>
            <pc:docMk/>
            <pc:sldMk cId="1632906986" sldId="258"/>
            <ac:graphicFrameMk id="5" creationId="{C5935286-E84C-4A5B-9E95-1C36A0F9B1CD}"/>
          </ac:graphicFrameMkLst>
        </pc:graphicFrameChg>
      </pc:sldChg>
      <pc:sldChg chg="modSp mod">
        <pc:chgData name="KACHOUR Maher" userId="09775c39-7739-40bf-ba04-c8ef3ab24a94" providerId="ADAL" clId="{31630FBB-2E40-4ECD-9A6F-A1042FA7C207}" dt="2021-10-16T15:46:25.036" v="71" actId="255"/>
        <pc:sldMkLst>
          <pc:docMk/>
          <pc:sldMk cId="3342625250" sldId="259"/>
        </pc:sldMkLst>
        <pc:spChg chg="mod">
          <ac:chgData name="KACHOUR Maher" userId="09775c39-7739-40bf-ba04-c8ef3ab24a94" providerId="ADAL" clId="{31630FBB-2E40-4ECD-9A6F-A1042FA7C207}" dt="2021-10-15T13:50:20.073" v="26" actId="20577"/>
          <ac:spMkLst>
            <pc:docMk/>
            <pc:sldMk cId="3342625250" sldId="259"/>
            <ac:spMk id="2" creationId="{159DF4AF-EB56-497F-9EC4-3792B7715C09}"/>
          </ac:spMkLst>
        </pc:spChg>
        <pc:spChg chg="mod">
          <ac:chgData name="KACHOUR Maher" userId="09775c39-7739-40bf-ba04-c8ef3ab24a94" providerId="ADAL" clId="{31630FBB-2E40-4ECD-9A6F-A1042FA7C207}" dt="2021-10-16T15:46:25.036" v="71" actId="255"/>
          <ac:spMkLst>
            <pc:docMk/>
            <pc:sldMk cId="3342625250" sldId="259"/>
            <ac:spMk id="3" creationId="{86DA4EC6-6600-48BE-AED2-90A0A908CF8F}"/>
          </ac:spMkLst>
        </pc:spChg>
        <pc:graphicFrameChg chg="mod">
          <ac:chgData name="KACHOUR Maher" userId="09775c39-7739-40bf-ba04-c8ef3ab24a94" providerId="ADAL" clId="{31630FBB-2E40-4ECD-9A6F-A1042FA7C207}" dt="2021-10-15T13:51:10.194" v="30" actId="1076"/>
          <ac:graphicFrameMkLst>
            <pc:docMk/>
            <pc:sldMk cId="3342625250" sldId="259"/>
            <ac:graphicFrameMk id="4" creationId="{D8731FE7-289F-4569-8899-DD98785D8C02}"/>
          </ac:graphicFrameMkLst>
        </pc:graphicFrameChg>
      </pc:sldChg>
      <pc:sldChg chg="modSp mod">
        <pc:chgData name="KACHOUR Maher" userId="09775c39-7739-40bf-ba04-c8ef3ab24a94" providerId="ADAL" clId="{31630FBB-2E40-4ECD-9A6F-A1042FA7C207}" dt="2021-10-15T13:51:33.812" v="41" actId="20577"/>
        <pc:sldMkLst>
          <pc:docMk/>
          <pc:sldMk cId="4200507792" sldId="262"/>
        </pc:sldMkLst>
        <pc:spChg chg="mod">
          <ac:chgData name="KACHOUR Maher" userId="09775c39-7739-40bf-ba04-c8ef3ab24a94" providerId="ADAL" clId="{31630FBB-2E40-4ECD-9A6F-A1042FA7C207}" dt="2021-10-15T13:51:22.248" v="36" actId="20577"/>
          <ac:spMkLst>
            <pc:docMk/>
            <pc:sldMk cId="4200507792" sldId="262"/>
            <ac:spMk id="2" creationId="{159DF4AF-EB56-497F-9EC4-3792B7715C09}"/>
          </ac:spMkLst>
        </pc:spChg>
        <pc:spChg chg="mod">
          <ac:chgData name="KACHOUR Maher" userId="09775c39-7739-40bf-ba04-c8ef3ab24a94" providerId="ADAL" clId="{31630FBB-2E40-4ECD-9A6F-A1042FA7C207}" dt="2021-10-15T13:51:18.033" v="34" actId="20577"/>
          <ac:spMkLst>
            <pc:docMk/>
            <pc:sldMk cId="4200507792" sldId="262"/>
            <ac:spMk id="6" creationId="{B9F24573-B8C6-4491-AFA0-36142DDC64B5}"/>
          </ac:spMkLst>
        </pc:spChg>
        <pc:graphicFrameChg chg="modGraphic">
          <ac:chgData name="KACHOUR Maher" userId="09775c39-7739-40bf-ba04-c8ef3ab24a94" providerId="ADAL" clId="{31630FBB-2E40-4ECD-9A6F-A1042FA7C207}" dt="2021-10-15T13:51:33.812" v="41" actId="20577"/>
          <ac:graphicFrameMkLst>
            <pc:docMk/>
            <pc:sldMk cId="4200507792" sldId="262"/>
            <ac:graphicFrameMk id="10" creationId="{096B941A-D693-4148-80B8-A45B24E4FAD1}"/>
          </ac:graphicFrameMkLst>
        </pc:graphicFrameChg>
      </pc:sldChg>
      <pc:sldChg chg="modSp mod">
        <pc:chgData name="KACHOUR Maher" userId="09775c39-7739-40bf-ba04-c8ef3ab24a94" providerId="ADAL" clId="{31630FBB-2E40-4ECD-9A6F-A1042FA7C207}" dt="2021-10-15T13:50:14.430" v="24" actId="20577"/>
        <pc:sldMkLst>
          <pc:docMk/>
          <pc:sldMk cId="290671189" sldId="263"/>
        </pc:sldMkLst>
        <pc:spChg chg="mod">
          <ac:chgData name="KACHOUR Maher" userId="09775c39-7739-40bf-ba04-c8ef3ab24a94" providerId="ADAL" clId="{31630FBB-2E40-4ECD-9A6F-A1042FA7C207}" dt="2021-10-15T13:49:44.857" v="10" actId="20577"/>
          <ac:spMkLst>
            <pc:docMk/>
            <pc:sldMk cId="290671189" sldId="263"/>
            <ac:spMk id="2" creationId="{A4AEDEBA-6FE9-4F23-B02B-9FB71BC17484}"/>
          </ac:spMkLst>
        </pc:spChg>
        <pc:spChg chg="mod">
          <ac:chgData name="KACHOUR Maher" userId="09775c39-7739-40bf-ba04-c8ef3ab24a94" providerId="ADAL" clId="{31630FBB-2E40-4ECD-9A6F-A1042FA7C207}" dt="2021-10-15T13:50:14.430" v="24" actId="20577"/>
          <ac:spMkLst>
            <pc:docMk/>
            <pc:sldMk cId="290671189" sldId="263"/>
            <ac:spMk id="3" creationId="{CC9FE004-1C6E-4667-8710-CA96506DE21E}"/>
          </ac:spMkLst>
        </pc:spChg>
      </pc:sldChg>
      <pc:sldChg chg="modSp mod">
        <pc:chgData name="KACHOUR Maher" userId="09775c39-7739-40bf-ba04-c8ef3ab24a94" providerId="ADAL" clId="{31630FBB-2E40-4ECD-9A6F-A1042FA7C207}" dt="2021-10-15T13:51:53.093" v="55" actId="20577"/>
        <pc:sldMkLst>
          <pc:docMk/>
          <pc:sldMk cId="385761548" sldId="264"/>
        </pc:sldMkLst>
        <pc:spChg chg="mod">
          <ac:chgData name="KACHOUR Maher" userId="09775c39-7739-40bf-ba04-c8ef3ab24a94" providerId="ADAL" clId="{31630FBB-2E40-4ECD-9A6F-A1042FA7C207}" dt="2021-10-15T13:51:53.093" v="55" actId="20577"/>
          <ac:spMkLst>
            <pc:docMk/>
            <pc:sldMk cId="385761548" sldId="264"/>
            <ac:spMk id="2" creationId="{159DF4AF-EB56-497F-9EC4-3792B7715C09}"/>
          </ac:spMkLst>
        </pc:spChg>
        <pc:spChg chg="mod">
          <ac:chgData name="KACHOUR Maher" userId="09775c39-7739-40bf-ba04-c8ef3ab24a94" providerId="ADAL" clId="{31630FBB-2E40-4ECD-9A6F-A1042FA7C207}" dt="2021-10-15T13:51:48.478" v="53" actId="20577"/>
          <ac:spMkLst>
            <pc:docMk/>
            <pc:sldMk cId="385761548" sldId="264"/>
            <ac:spMk id="5" creationId="{D7B24147-55AB-4BC4-B183-ED51FCA4DB97}"/>
          </ac:spMkLst>
        </pc:spChg>
        <pc:graphicFrameChg chg="modGraphic">
          <ac:chgData name="KACHOUR Maher" userId="09775c39-7739-40bf-ba04-c8ef3ab24a94" providerId="ADAL" clId="{31630FBB-2E40-4ECD-9A6F-A1042FA7C207}" dt="2021-10-15T13:51:40.156" v="46" actId="20577"/>
          <ac:graphicFrameMkLst>
            <pc:docMk/>
            <pc:sldMk cId="385761548" sldId="264"/>
            <ac:graphicFrameMk id="4" creationId="{D8731FE7-289F-4569-8899-DD98785D8C02}"/>
          </ac:graphicFrameMkLst>
        </pc:graphicFrameChg>
      </pc:sldChg>
    </pc:docChg>
  </pc:docChgLst>
  <pc:docChgLst>
    <pc:chgData name="KACHOUR Maher" userId="09775c39-7739-40bf-ba04-c8ef3ab24a94" providerId="ADAL" clId="{A485481B-7CFB-49EC-B580-AB3492269FCD}"/>
    <pc:docChg chg="undo custSel delSld modSld">
      <pc:chgData name="KACHOUR Maher" userId="09775c39-7739-40bf-ba04-c8ef3ab24a94" providerId="ADAL" clId="{A485481B-7CFB-49EC-B580-AB3492269FCD}" dt="2021-10-14T16:21:46.485" v="467" actId="255"/>
      <pc:docMkLst>
        <pc:docMk/>
      </pc:docMkLst>
      <pc:sldChg chg="modSp mod">
        <pc:chgData name="KACHOUR Maher" userId="09775c39-7739-40bf-ba04-c8ef3ab24a94" providerId="ADAL" clId="{A485481B-7CFB-49EC-B580-AB3492269FCD}" dt="2021-10-14T16:21:46.485" v="467" actId="255"/>
        <pc:sldMkLst>
          <pc:docMk/>
          <pc:sldMk cId="3884457258" sldId="256"/>
        </pc:sldMkLst>
        <pc:spChg chg="mod">
          <ac:chgData name="KACHOUR Maher" userId="09775c39-7739-40bf-ba04-c8ef3ab24a94" providerId="ADAL" clId="{A485481B-7CFB-49EC-B580-AB3492269FCD}" dt="2021-10-14T16:21:46.485" v="467" actId="255"/>
          <ac:spMkLst>
            <pc:docMk/>
            <pc:sldMk cId="3884457258" sldId="256"/>
            <ac:spMk id="4" creationId="{DF25F7F9-D26E-4B65-8387-484298AE7CF4}"/>
          </ac:spMkLst>
        </pc:spChg>
      </pc:sldChg>
      <pc:sldChg chg="modSp mod">
        <pc:chgData name="KACHOUR Maher" userId="09775c39-7739-40bf-ba04-c8ef3ab24a94" providerId="ADAL" clId="{A485481B-7CFB-49EC-B580-AB3492269FCD}" dt="2021-10-14T15:39:01.978" v="1" actId="20577"/>
        <pc:sldMkLst>
          <pc:docMk/>
          <pc:sldMk cId="0" sldId="257"/>
        </pc:sldMkLst>
        <pc:spChg chg="mod">
          <ac:chgData name="KACHOUR Maher" userId="09775c39-7739-40bf-ba04-c8ef3ab24a94" providerId="ADAL" clId="{A485481B-7CFB-49EC-B580-AB3492269FCD}" dt="2021-10-14T15:39:01.978" v="1" actId="20577"/>
          <ac:spMkLst>
            <pc:docMk/>
            <pc:sldMk cId="0" sldId="257"/>
            <ac:spMk id="3" creationId="{00000000-0000-0000-0000-000000000000}"/>
          </ac:spMkLst>
        </pc:spChg>
      </pc:sldChg>
      <pc:sldChg chg="addSp delSp modSp mod">
        <pc:chgData name="KACHOUR Maher" userId="09775c39-7739-40bf-ba04-c8ef3ab24a94" providerId="ADAL" clId="{A485481B-7CFB-49EC-B580-AB3492269FCD}" dt="2021-10-14T15:47:29.387" v="241" actId="20577"/>
        <pc:sldMkLst>
          <pc:docMk/>
          <pc:sldMk cId="1632906986" sldId="258"/>
        </pc:sldMkLst>
        <pc:spChg chg="add mod">
          <ac:chgData name="KACHOUR Maher" userId="09775c39-7739-40bf-ba04-c8ef3ab24a94" providerId="ADAL" clId="{A485481B-7CFB-49EC-B580-AB3492269FCD}" dt="2021-10-14T15:47:29.387" v="241" actId="20577"/>
          <ac:spMkLst>
            <pc:docMk/>
            <pc:sldMk cId="1632906986" sldId="258"/>
            <ac:spMk id="3" creationId="{CC9FE004-1C6E-4667-8710-CA96506DE21E}"/>
          </ac:spMkLst>
        </pc:spChg>
        <pc:picChg chg="del">
          <ac:chgData name="KACHOUR Maher" userId="09775c39-7739-40bf-ba04-c8ef3ab24a94" providerId="ADAL" clId="{A485481B-7CFB-49EC-B580-AB3492269FCD}" dt="2021-10-14T15:39:42.963" v="49" actId="478"/>
          <ac:picMkLst>
            <pc:docMk/>
            <pc:sldMk cId="1632906986" sldId="258"/>
            <ac:picMk id="6" creationId="{C89D6DEA-6D91-456E-968B-68D46AFB39DB}"/>
          </ac:picMkLst>
        </pc:picChg>
      </pc:sldChg>
      <pc:sldChg chg="modSp mod">
        <pc:chgData name="KACHOUR Maher" userId="09775c39-7739-40bf-ba04-c8ef3ab24a94" providerId="ADAL" clId="{A485481B-7CFB-49EC-B580-AB3492269FCD}" dt="2021-10-14T16:21:33.183" v="465" actId="5793"/>
        <pc:sldMkLst>
          <pc:docMk/>
          <pc:sldMk cId="3342625250" sldId="259"/>
        </pc:sldMkLst>
        <pc:spChg chg="mod">
          <ac:chgData name="KACHOUR Maher" userId="09775c39-7739-40bf-ba04-c8ef3ab24a94" providerId="ADAL" clId="{A485481B-7CFB-49EC-B580-AB3492269FCD}" dt="2021-10-14T16:21:33.183" v="465" actId="5793"/>
          <ac:spMkLst>
            <pc:docMk/>
            <pc:sldMk cId="3342625250" sldId="259"/>
            <ac:spMk id="3" creationId="{86DA4EC6-6600-48BE-AED2-90A0A908CF8F}"/>
          </ac:spMkLst>
        </pc:spChg>
        <pc:graphicFrameChg chg="mod">
          <ac:chgData name="KACHOUR Maher" userId="09775c39-7739-40bf-ba04-c8ef3ab24a94" providerId="ADAL" clId="{A485481B-7CFB-49EC-B580-AB3492269FCD}" dt="2021-10-14T16:21:29.049" v="464" actId="1076"/>
          <ac:graphicFrameMkLst>
            <pc:docMk/>
            <pc:sldMk cId="3342625250" sldId="259"/>
            <ac:graphicFrameMk id="4" creationId="{D8731FE7-289F-4569-8899-DD98785D8C02}"/>
          </ac:graphicFrameMkLst>
        </pc:graphicFrameChg>
      </pc:sldChg>
      <pc:sldChg chg="del">
        <pc:chgData name="KACHOUR Maher" userId="09775c39-7739-40bf-ba04-c8ef3ab24a94" providerId="ADAL" clId="{A485481B-7CFB-49EC-B580-AB3492269FCD}" dt="2021-10-14T15:47:59.547" v="243" actId="47"/>
        <pc:sldMkLst>
          <pc:docMk/>
          <pc:sldMk cId="962425727" sldId="260"/>
        </pc:sldMkLst>
      </pc:sldChg>
      <pc:sldChg chg="delSp del mod">
        <pc:chgData name="KACHOUR Maher" userId="09775c39-7739-40bf-ba04-c8ef3ab24a94" providerId="ADAL" clId="{A485481B-7CFB-49EC-B580-AB3492269FCD}" dt="2021-10-14T15:47:34.163" v="242" actId="47"/>
        <pc:sldMkLst>
          <pc:docMk/>
          <pc:sldMk cId="925746931" sldId="261"/>
        </pc:sldMkLst>
        <pc:graphicFrameChg chg="del">
          <ac:chgData name="KACHOUR Maher" userId="09775c39-7739-40bf-ba04-c8ef3ab24a94" providerId="ADAL" clId="{A485481B-7CFB-49EC-B580-AB3492269FCD}" dt="2021-10-14T15:39:50.801" v="50" actId="478"/>
          <ac:graphicFrameMkLst>
            <pc:docMk/>
            <pc:sldMk cId="925746931" sldId="261"/>
            <ac:graphicFrameMk id="5" creationId="{C5935286-E84C-4A5B-9E95-1C36A0F9B1CD}"/>
          </ac:graphicFrameMkLst>
        </pc:graphicFrameChg>
        <pc:picChg chg="del">
          <ac:chgData name="KACHOUR Maher" userId="09775c39-7739-40bf-ba04-c8ef3ab24a94" providerId="ADAL" clId="{A485481B-7CFB-49EC-B580-AB3492269FCD}" dt="2021-10-14T15:39:53.045" v="51" actId="478"/>
          <ac:picMkLst>
            <pc:docMk/>
            <pc:sldMk cId="925746931" sldId="261"/>
            <ac:picMk id="7" creationId="{5B838518-7C53-4901-924B-9F6D0B5CF932}"/>
          </ac:picMkLst>
        </pc:picChg>
      </pc:sldChg>
      <pc:sldChg chg="addSp delSp modSp mod">
        <pc:chgData name="KACHOUR Maher" userId="09775c39-7739-40bf-ba04-c8ef3ab24a94" providerId="ADAL" clId="{A485481B-7CFB-49EC-B580-AB3492269FCD}" dt="2021-10-14T16:20:16.665" v="458" actId="2711"/>
        <pc:sldMkLst>
          <pc:docMk/>
          <pc:sldMk cId="4200507792" sldId="262"/>
        </pc:sldMkLst>
        <pc:spChg chg="add mod">
          <ac:chgData name="KACHOUR Maher" userId="09775c39-7739-40bf-ba04-c8ef3ab24a94" providerId="ADAL" clId="{A485481B-7CFB-49EC-B580-AB3492269FCD}" dt="2021-10-14T16:20:16.665" v="458" actId="2711"/>
          <ac:spMkLst>
            <pc:docMk/>
            <pc:sldMk cId="4200507792" sldId="262"/>
            <ac:spMk id="5" creationId="{D7B24147-55AB-4BC4-B183-ED51FCA4DB97}"/>
          </ac:spMkLst>
        </pc:spChg>
        <pc:graphicFrameChg chg="mod modGraphic">
          <ac:chgData name="KACHOUR Maher" userId="09775c39-7739-40bf-ba04-c8ef3ab24a94" providerId="ADAL" clId="{A485481B-7CFB-49EC-B580-AB3492269FCD}" dt="2021-10-14T16:04:52.105" v="376" actId="20577"/>
          <ac:graphicFrameMkLst>
            <pc:docMk/>
            <pc:sldMk cId="4200507792" sldId="262"/>
            <ac:graphicFrameMk id="4" creationId="{D8731FE7-289F-4569-8899-DD98785D8C02}"/>
          </ac:graphicFrameMkLst>
        </pc:graphicFrameChg>
        <pc:picChg chg="del">
          <ac:chgData name="KACHOUR Maher" userId="09775c39-7739-40bf-ba04-c8ef3ab24a94" providerId="ADAL" clId="{A485481B-7CFB-49EC-B580-AB3492269FCD}" dt="2021-10-14T15:48:05.667" v="244" actId="478"/>
          <ac:picMkLst>
            <pc:docMk/>
            <pc:sldMk cId="4200507792" sldId="262"/>
            <ac:picMk id="7" creationId="{958ABDF4-6E1A-4367-888B-832F902E652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7AE212-0171-46AE-8E49-1CDDCCBAB5E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9D17709-3586-4413-8C57-88A655BF61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12FB15F-31F7-42EB-97F8-CDB8699A8191}"/>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CAE9C7CD-64B8-465E-8053-798C6AE592C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C1F7703-1EDD-4526-BB95-F54078D1A414}"/>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4161759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47C34B-654C-4571-88BB-488402A84D9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F5515DB-EE46-4EA1-8A3E-B632968AD67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DEA2172-2869-4AA5-B383-D557538A0A1B}"/>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D3B9714E-411E-4AC0-8966-07D5760F953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8C6D21D-937B-40C2-8A63-39058266B5C6}"/>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885094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C42E3D-CA4F-4BFD-AD36-0904DB5DB9C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EFD7A04-81BC-4037-AD3E-A48294CE97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40E4EE9-6E93-4965-9058-70FB387B0078}"/>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76B8D8E3-9541-497D-9ECB-DD57953FC9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0F9D0DC-EC51-4995-BE87-F5FC4515E471}"/>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1829979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E2D7BA-FC12-4C5A-AB53-E05F7C796D0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F4F1541-9C69-4927-90B4-2122644C600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DA90D8A-E81D-407C-B6C1-52938941681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5860C9D-CE69-43AE-8868-EEE59E389699}"/>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6" name="Espace réservé du pied de page 5">
            <a:extLst>
              <a:ext uri="{FF2B5EF4-FFF2-40B4-BE49-F238E27FC236}">
                <a16:creationId xmlns:a16="http://schemas.microsoft.com/office/drawing/2014/main" id="{F4D103D5-EAD2-451B-8D25-3BD09AECF43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581D7E5-B079-468B-92CF-12BB8ED99C7B}"/>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1446996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DFD046-AA2D-4F99-BE42-B7289FCCEA2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20E4D5C-6CCE-4BA3-9CC4-DC8893C5E0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E04D4306-EC37-4953-9EE6-F4826F13D74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756300F-C5BC-4DB6-B830-BA60955685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158BD14-4231-410F-A447-354D62C0DA5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58E48DF-9B31-4CBC-A75D-4BCF2BEB169B}"/>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8" name="Espace réservé du pied de page 7">
            <a:extLst>
              <a:ext uri="{FF2B5EF4-FFF2-40B4-BE49-F238E27FC236}">
                <a16:creationId xmlns:a16="http://schemas.microsoft.com/office/drawing/2014/main" id="{38314C72-1EDA-4BDE-BE53-5D437EE9E34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B7C118E-36BB-4471-821A-2F130F215C68}"/>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3460002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4175DE-1319-4C91-9BFD-77C791B6180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00D5AD8-9D44-4AA1-9983-40F3FB555689}"/>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4" name="Espace réservé du pied de page 3">
            <a:extLst>
              <a:ext uri="{FF2B5EF4-FFF2-40B4-BE49-F238E27FC236}">
                <a16:creationId xmlns:a16="http://schemas.microsoft.com/office/drawing/2014/main" id="{25287635-D1F4-41FD-9CBB-9AD8A796199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64C0172-E288-4D63-B4BB-6564BF203CD1}"/>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1910136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A904FE6-BCB0-4FBF-8C1D-D66B3AE89895}"/>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3" name="Espace réservé du pied de page 2">
            <a:extLst>
              <a:ext uri="{FF2B5EF4-FFF2-40B4-BE49-F238E27FC236}">
                <a16:creationId xmlns:a16="http://schemas.microsoft.com/office/drawing/2014/main" id="{F1087665-B103-42FD-9E8E-9358EAF8B4F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B01C9F2-C9A9-432C-A5CB-435BCFF4EEE7}"/>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875228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DDAE7A-4833-4438-B97D-50321F0D43B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E54D6FC-DB41-43FC-93F3-0ABE14ABD1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073487C-5798-4C11-928D-46165B538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F7A70DF-3C03-4B95-857D-B30D0594A22B}"/>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6" name="Espace réservé du pied de page 5">
            <a:extLst>
              <a:ext uri="{FF2B5EF4-FFF2-40B4-BE49-F238E27FC236}">
                <a16:creationId xmlns:a16="http://schemas.microsoft.com/office/drawing/2014/main" id="{9065463C-4C8C-42BE-9B2F-3F1FF474633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3FCA3A6-3649-480C-A08B-F92A72158D93}"/>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741507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7E3B22-1637-4513-B016-4EB166A5D5A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9897341-9FBD-474E-A55E-14082D876B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E46A815-DCFA-4152-8DA8-1FDF07CBF5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0B3575E-3689-4618-8E8E-CBDEF1DEBC34}"/>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6" name="Espace réservé du pied de page 5">
            <a:extLst>
              <a:ext uri="{FF2B5EF4-FFF2-40B4-BE49-F238E27FC236}">
                <a16:creationId xmlns:a16="http://schemas.microsoft.com/office/drawing/2014/main" id="{2B64D76A-4F97-44F8-A38C-2C3735A4B9F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7FBBC9-F694-403C-8CD9-C875965A40E4}"/>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2750819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D5356-44D7-4AF8-93AB-EF50760E19B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13A9FDB-515C-4224-A8E8-ECE965CA952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B5EA598-D460-4768-AC9B-4804E0D6705C}"/>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1217A8A6-7F41-4137-AA90-DDF2098E1CE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977FC1C-AF2A-422A-9E5D-140ABAD775A8}"/>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166571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2B73B33-C23C-4B6F-9A5A-C0A90D0964B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1058171-B4A0-4913-B9D3-530F4A106EE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AAA07E-0501-45F5-BCF3-EAAE49ADE1AA}"/>
              </a:ext>
            </a:extLst>
          </p:cNvPr>
          <p:cNvSpPr>
            <a:spLocks noGrp="1"/>
          </p:cNvSpPr>
          <p:nvPr>
            <p:ph type="dt" sz="half" idx="10"/>
          </p:nvPr>
        </p:nvSpPr>
        <p:spPr/>
        <p:txBody>
          <a:body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DB12B5C0-2D5F-4C25-8A6A-A29E22A15DC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E49CD76-AADA-49E9-AA96-E76AE025EFFA}"/>
              </a:ext>
            </a:extLst>
          </p:cNvPr>
          <p:cNvSpPr>
            <a:spLocks noGrp="1"/>
          </p:cNvSpPr>
          <p:nvPr>
            <p:ph type="sldNum" sz="quarter" idx="12"/>
          </p:nvPr>
        </p:nvSpPr>
        <p:spPr/>
        <p:txBody>
          <a:bodyPr/>
          <a:lstStyle/>
          <a:p>
            <a:fld id="{827174FD-5829-4ACE-BC71-68B7C3386B15}" type="slidenum">
              <a:rPr lang="fr-FR" smtClean="0"/>
              <a:t>‹#›</a:t>
            </a:fld>
            <a:endParaRPr lang="fr-FR"/>
          </a:p>
        </p:txBody>
      </p:sp>
    </p:spTree>
    <p:extLst>
      <p:ext uri="{BB962C8B-B14F-4D97-AF65-F5344CB8AC3E}">
        <p14:creationId xmlns:p14="http://schemas.microsoft.com/office/powerpoint/2010/main" val="2015786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FB94CA4-ABA4-4E64-8113-4F30EC80B7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AE283C3-B9A1-4DBB-9349-EC7E3AF071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97D2094-3FF4-4D62-8640-40630C8C11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5F16C-AE71-49F6-89C0-B3088814C8AC}" type="datetimeFigureOut">
              <a:rPr lang="fr-FR" smtClean="0"/>
              <a:t>17/07/2026</a:t>
            </a:fld>
            <a:endParaRPr lang="fr-FR"/>
          </a:p>
        </p:txBody>
      </p:sp>
      <p:sp>
        <p:nvSpPr>
          <p:cNvPr id="5" name="Espace réservé du pied de page 4">
            <a:extLst>
              <a:ext uri="{FF2B5EF4-FFF2-40B4-BE49-F238E27FC236}">
                <a16:creationId xmlns:a16="http://schemas.microsoft.com/office/drawing/2014/main" id="{6A7C3CA7-F6EE-4ACF-94D4-6A8B9B50E8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21D4DAD6-0976-4B5B-BAF6-C35949083D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7174FD-5829-4ACE-BC71-68B7C3386B15}" type="slidenum">
              <a:rPr lang="fr-FR" smtClean="0"/>
              <a:t>‹#›</a:t>
            </a:fld>
            <a:endParaRPr lang="fr-FR"/>
          </a:p>
        </p:txBody>
      </p:sp>
    </p:spTree>
    <p:extLst>
      <p:ext uri="{BB962C8B-B14F-4D97-AF65-F5344CB8AC3E}">
        <p14:creationId xmlns:p14="http://schemas.microsoft.com/office/powerpoint/2010/main" val="3874565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45" name="Rectangle 1444">
            <a:extLst>
              <a:ext uri="{FF2B5EF4-FFF2-40B4-BE49-F238E27FC236}">
                <a16:creationId xmlns:a16="http://schemas.microsoft.com/office/drawing/2014/main" id="{407C9FC5-0C1E-42A8-97E6-F940775A0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re 1"/>
          <p:cNvSpPr>
            <a:spLocks noGrp="1"/>
          </p:cNvSpPr>
          <p:nvPr>
            <p:ph type="ctrTitle"/>
          </p:nvPr>
        </p:nvSpPr>
        <p:spPr>
          <a:xfrm>
            <a:off x="1524000" y="4218281"/>
            <a:ext cx="4265007" cy="1885199"/>
          </a:xfrm>
        </p:spPr>
        <p:txBody>
          <a:bodyPr anchor="ctr">
            <a:normAutofit/>
          </a:bodyPr>
          <a:lstStyle/>
          <a:p>
            <a:pPr algn="l"/>
            <a:r>
              <a:rPr lang="en-AU" sz="5600" b="1">
                <a:latin typeface="Arial" panose="020B0604020202020204" pitchFamily="34" charset="0"/>
                <a:cs typeface="Arial" panose="020B0604020202020204" pitchFamily="34" charset="0"/>
              </a:rPr>
              <a:t>Data Description </a:t>
            </a:r>
          </a:p>
        </p:txBody>
      </p:sp>
      <p:sp>
        <p:nvSpPr>
          <p:cNvPr id="3" name="Sous-titre 2"/>
          <p:cNvSpPr>
            <a:spLocks noGrp="1"/>
          </p:cNvSpPr>
          <p:nvPr>
            <p:ph type="subTitle" idx="1"/>
          </p:nvPr>
        </p:nvSpPr>
        <p:spPr>
          <a:xfrm>
            <a:off x="6018412" y="4218281"/>
            <a:ext cx="4649588" cy="1885199"/>
          </a:xfrm>
        </p:spPr>
        <p:txBody>
          <a:bodyPr anchor="ctr">
            <a:normAutofit/>
          </a:bodyPr>
          <a:lstStyle/>
          <a:p>
            <a:pPr algn="l"/>
            <a:r>
              <a:rPr lang="fr-FR" dirty="0">
                <a:latin typeface="Arial" panose="020B0604020202020204" pitchFamily="34" charset="0"/>
                <a:cs typeface="Arial" panose="020B0604020202020204" pitchFamily="34" charset="0"/>
              </a:rPr>
              <a:t>Session 8</a:t>
            </a:r>
          </a:p>
          <a:p>
            <a:pPr algn="l"/>
            <a:r>
              <a:rPr lang="fr-FR" dirty="0">
                <a:latin typeface="Arial" panose="020B0604020202020204" pitchFamily="34" charset="0"/>
                <a:cs typeface="Arial" panose="020B0604020202020204" pitchFamily="34" charset="0"/>
              </a:rPr>
              <a:t>Mercedeh ERFANIANGHASAB Jérémy CELSE</a:t>
            </a:r>
          </a:p>
        </p:txBody>
      </p:sp>
      <p:pic>
        <p:nvPicPr>
          <p:cNvPr id="5" name="Picture 4">
            <a:extLst>
              <a:ext uri="{FF2B5EF4-FFF2-40B4-BE49-F238E27FC236}">
                <a16:creationId xmlns:a16="http://schemas.microsoft.com/office/drawing/2014/main" id="{FEBF95DD-533A-19FB-1B29-5CBCDD2F75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393" y="1361167"/>
            <a:ext cx="10823796" cy="1921223"/>
          </a:xfrm>
          <a:custGeom>
            <a:avLst/>
            <a:gdLst/>
            <a:ahLst/>
            <a:cxnLst/>
            <a:rect l="l" t="t" r="r" b="b"/>
            <a:pathLst>
              <a:path w="10823796" h="3287267">
                <a:moveTo>
                  <a:pt x="98881" y="0"/>
                </a:moveTo>
                <a:lnTo>
                  <a:pt x="10724915" y="0"/>
                </a:lnTo>
                <a:cubicBezTo>
                  <a:pt x="10779525" y="0"/>
                  <a:pt x="10823796" y="44271"/>
                  <a:pt x="10823796" y="98881"/>
                </a:cubicBezTo>
                <a:lnTo>
                  <a:pt x="10823796" y="3188386"/>
                </a:lnTo>
                <a:cubicBezTo>
                  <a:pt x="10823796" y="3242996"/>
                  <a:pt x="10779525" y="3287267"/>
                  <a:pt x="10724915" y="3287267"/>
                </a:cubicBezTo>
                <a:lnTo>
                  <a:pt x="98881" y="3287267"/>
                </a:lnTo>
                <a:cubicBezTo>
                  <a:pt x="44271" y="3287267"/>
                  <a:pt x="0" y="3242996"/>
                  <a:pt x="0" y="3188386"/>
                </a:cubicBezTo>
                <a:lnTo>
                  <a:pt x="0" y="98881"/>
                </a:lnTo>
                <a:cubicBezTo>
                  <a:pt x="0" y="44271"/>
                  <a:pt x="44271" y="0"/>
                  <a:pt x="98881" y="0"/>
                </a:cubicBezTo>
                <a:close/>
              </a:path>
            </a:pathLst>
          </a:custGeom>
        </p:spPr>
      </p:pic>
      <p:sp>
        <p:nvSpPr>
          <p:cNvPr id="1447" name="Oval 1446">
            <a:extLst>
              <a:ext uri="{FF2B5EF4-FFF2-40B4-BE49-F238E27FC236}">
                <a16:creationId xmlns:a16="http://schemas.microsoft.com/office/drawing/2014/main" id="{9EE371B4-A1D9-4EFE-8FE1-000495831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617" y="4218281"/>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solidFill>
                <a:schemeClr val="accent5"/>
              </a:solidFill>
              <a:effectLst/>
              <a:uLnTx/>
              <a:uFillTx/>
              <a:latin typeface="Calibri" panose="020F0502020204030204"/>
              <a:ea typeface="+mn-ea"/>
              <a:cs typeface="+mn-cs"/>
            </a:endParaRPr>
          </a:p>
        </p:txBody>
      </p:sp>
      <p:sp>
        <p:nvSpPr>
          <p:cNvPr id="1449" name="Arc 1448">
            <a:extLst>
              <a:ext uri="{FF2B5EF4-FFF2-40B4-BE49-F238E27FC236}">
                <a16:creationId xmlns:a16="http://schemas.microsoft.com/office/drawing/2014/main" id="{2E19C174-9C7C-461E-970B-432019901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38539" y="3295432"/>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40" name="TextBox 1439"/>
          <p:cNvSpPr txBox="1"/>
          <p:nvPr/>
        </p:nvSpPr>
        <p:spPr>
          <a:xfrm>
            <a:off x="411480" y="6291072"/>
            <a:ext cx="2852063" cy="215444"/>
          </a:xfrm>
          <a:prstGeom prst="rect">
            <a:avLst/>
          </a:prstGeom>
          <a:noFill/>
        </p:spPr>
        <p:txBody>
          <a:bodyPr wrap="none">
            <a:spAutoFit/>
          </a:bodyPr>
          <a:lstStyle/>
          <a:p>
            <a:pPr algn="l">
              <a:spcAft>
                <a:spcPts val="600"/>
              </a:spcAft>
              <a:defRPr sz="800">
                <a:solidFill>
                  <a:srgbClr val="595959"/>
                </a:solidFill>
              </a:defRPr>
            </a:pPr>
            <a:r>
              <a:rPr lang="en-GB" sz="800"/>
              <a:t>Mercedeh.ERFANIANGHASAB@essca.fr | jeremy.celse@essca.fr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4AEDEBA-6FE9-4F23-B02B-9FB71BC17484}"/>
              </a:ext>
            </a:extLst>
          </p:cNvPr>
          <p:cNvSpPr>
            <a:spLocks noGrp="1"/>
          </p:cNvSpPr>
          <p:nvPr>
            <p:ph type="ctrTitle"/>
          </p:nvPr>
        </p:nvSpPr>
        <p:spPr>
          <a:xfrm>
            <a:off x="5894962" y="479493"/>
            <a:ext cx="5458838" cy="1325563"/>
          </a:xfrm>
        </p:spPr>
        <p:txBody>
          <a:bodyPr vert="horz" lIns="91440" tIns="45720" rIns="91440" bIns="45720" rtlCol="0" anchor="ctr">
            <a:normAutofit/>
          </a:bodyPr>
          <a:lstStyle/>
          <a:p>
            <a:pPr algn="l"/>
            <a:r>
              <a:rPr lang="en-US" sz="4400" b="1" dirty="0">
                <a:latin typeface="Arial" panose="020B0604020202020204" pitchFamily="34" charset="0"/>
                <a:cs typeface="Arial" panose="020B0604020202020204" pitchFamily="34" charset="0"/>
              </a:rPr>
              <a:t>Exercise 1</a:t>
            </a: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ZoneTexte 3">
            <a:extLst>
              <a:ext uri="{FF2B5EF4-FFF2-40B4-BE49-F238E27FC236}">
                <a16:creationId xmlns:a16="http://schemas.microsoft.com/office/drawing/2014/main" id="{DF25F7F9-D26E-4B65-8387-484298AE7CF4}"/>
              </a:ext>
            </a:extLst>
          </p:cNvPr>
          <p:cNvSpPr txBox="1"/>
          <p:nvPr/>
        </p:nvSpPr>
        <p:spPr>
          <a:xfrm>
            <a:off x="5894962" y="1984443"/>
            <a:ext cx="5458838" cy="2155478"/>
          </a:xfrm>
          <a:prstGeom prst="rect">
            <a:avLst/>
          </a:prstGeom>
        </p:spPr>
        <p:txBody>
          <a:bodyPr vert="horz" lIns="91440" tIns="45720" rIns="91440" bIns="45720" rtlCol="0">
            <a:normAutofit/>
          </a:bodyPr>
          <a:lstStyle/>
          <a:p>
            <a:pPr algn="just">
              <a:lnSpc>
                <a:spcPct val="90000"/>
              </a:lnSpc>
              <a:spcAft>
                <a:spcPts val="600"/>
              </a:spcAft>
            </a:pPr>
            <a:r>
              <a:rPr lang="en-US" dirty="0">
                <a:latin typeface="Arial" panose="020B0604020202020204" pitchFamily="34" charset="0"/>
                <a:cs typeface="Arial" panose="020B0604020202020204" pitchFamily="34" charset="0"/>
              </a:rPr>
              <a:t>We studied the morning temperature (i.e. measured between 7am and 7.30am) over 200 days chosen randomly from the winter periods observed over the last 20 years. 
The data are represented in the following table:</a:t>
            </a:r>
          </a:p>
          <a:p>
            <a:pPr marL="342900" indent="-285750">
              <a:lnSpc>
                <a:spcPct val="90000"/>
              </a:lnSpc>
              <a:spcAft>
                <a:spcPts val="600"/>
              </a:spcAft>
              <a:buFont typeface="Wingdings" pitchFamily="2" charset="2"/>
              <a:buChar char="§"/>
            </a:pPr>
            <a:r>
              <a:rPr lang="en-US" dirty="0">
                <a:latin typeface="Arial" panose="020B0604020202020204" pitchFamily="34" charset="0"/>
                <a:cs typeface="Arial" panose="020B0604020202020204" pitchFamily="34" charset="0"/>
              </a:rPr>
              <a:t>Calculate the Pearson coefficient 
Calculate the Yule and Kendall coefficient</a:t>
            </a:r>
          </a:p>
          <a:p>
            <a:pPr indent="-228600">
              <a:lnSpc>
                <a:spcPct val="90000"/>
              </a:lnSpc>
              <a:spcAft>
                <a:spcPts val="600"/>
              </a:spcAft>
              <a:buFont typeface="Arial" panose="020B0604020202020204" pitchFamily="34" charset="0"/>
              <a:buChar char="•"/>
            </a:pPr>
            <a:endParaRPr lang="en-US" sz="1100" dirty="0"/>
          </a:p>
          <a:p>
            <a:pPr indent="-228600">
              <a:lnSpc>
                <a:spcPct val="90000"/>
              </a:lnSpc>
              <a:spcAft>
                <a:spcPts val="600"/>
              </a:spcAft>
              <a:buFont typeface="Arial" panose="020B0604020202020204" pitchFamily="34" charset="0"/>
              <a:buChar char="•"/>
            </a:pPr>
            <a:endParaRPr lang="en-US" sz="1100" dirty="0"/>
          </a:p>
        </p:txBody>
      </p:sp>
      <p:graphicFrame>
        <p:nvGraphicFramePr>
          <p:cNvPr id="5" name="Tableau 5">
            <a:extLst>
              <a:ext uri="{FF2B5EF4-FFF2-40B4-BE49-F238E27FC236}">
                <a16:creationId xmlns:a16="http://schemas.microsoft.com/office/drawing/2014/main" id="{8D618231-F795-4672-A643-43223F39DFB3}"/>
              </a:ext>
            </a:extLst>
          </p:cNvPr>
          <p:cNvGraphicFramePr>
            <a:graphicFrameLocks noGrp="1"/>
          </p:cNvGraphicFramePr>
          <p:nvPr>
            <p:extLst>
              <p:ext uri="{D42A27DB-BD31-4B8C-83A1-F6EECF244321}">
                <p14:modId xmlns:p14="http://schemas.microsoft.com/office/powerpoint/2010/main" val="2397492888"/>
              </p:ext>
            </p:extLst>
          </p:nvPr>
        </p:nvGraphicFramePr>
        <p:xfrm>
          <a:off x="703182" y="1216022"/>
          <a:ext cx="4777382" cy="3756415"/>
        </p:xfrm>
        <a:graphic>
          <a:graphicData uri="http://schemas.openxmlformats.org/drawingml/2006/table">
            <a:tbl>
              <a:tblPr firstRow="1" bandRow="1">
                <a:tableStyleId>{5C22544A-7EE6-4342-B048-85BDC9FD1C3A}</a:tableStyleId>
              </a:tblPr>
              <a:tblGrid>
                <a:gridCol w="2569652">
                  <a:extLst>
                    <a:ext uri="{9D8B030D-6E8A-4147-A177-3AD203B41FA5}">
                      <a16:colId xmlns:a16="http://schemas.microsoft.com/office/drawing/2014/main" val="3196339109"/>
                    </a:ext>
                  </a:extLst>
                </a:gridCol>
                <a:gridCol w="2207730">
                  <a:extLst>
                    <a:ext uri="{9D8B030D-6E8A-4147-A177-3AD203B41FA5}">
                      <a16:colId xmlns:a16="http://schemas.microsoft.com/office/drawing/2014/main" val="623701906"/>
                    </a:ext>
                  </a:extLst>
                </a:gridCol>
              </a:tblGrid>
              <a:tr h="542440">
                <a:tc>
                  <a:txBody>
                    <a:bodyPr/>
                    <a:lstStyle/>
                    <a:p>
                      <a:r>
                        <a:rPr lang="fr-FR" sz="2800" dirty="0" err="1">
                          <a:latin typeface="Arial" panose="020B0604020202020204" pitchFamily="34" charset="0"/>
                          <a:cs typeface="Arial" panose="020B0604020202020204" pitchFamily="34" charset="0"/>
                        </a:rPr>
                        <a:t>Temperature</a:t>
                      </a:r>
                      <a:endParaRPr lang="fr-FR" sz="2800" dirty="0">
                        <a:latin typeface="Arial" panose="020B0604020202020204" pitchFamily="34" charset="0"/>
                        <a:cs typeface="Arial" panose="020B0604020202020204" pitchFamily="34" charset="0"/>
                      </a:endParaRPr>
                    </a:p>
                  </a:txBody>
                  <a:tcPr marL="144769" marR="144769" marT="72385" marB="72385"/>
                </a:tc>
                <a:tc>
                  <a:txBody>
                    <a:bodyPr/>
                    <a:lstStyle/>
                    <a:p>
                      <a:r>
                        <a:rPr lang="fr-FR" sz="2800" dirty="0">
                          <a:latin typeface="Arial" panose="020B0604020202020204" pitchFamily="34" charset="0"/>
                          <a:cs typeface="Arial" panose="020B0604020202020204" pitchFamily="34" charset="0"/>
                        </a:rPr>
                        <a:t>Frequency</a:t>
                      </a:r>
                    </a:p>
                  </a:txBody>
                  <a:tcPr marL="144769" marR="144769" marT="72385" marB="72385"/>
                </a:tc>
                <a:extLst>
                  <a:ext uri="{0D108BD9-81ED-4DB2-BD59-A6C34878D82A}">
                    <a16:rowId xmlns:a16="http://schemas.microsoft.com/office/drawing/2014/main" val="751406549"/>
                  </a:ext>
                </a:extLst>
              </a:tr>
              <a:tr h="636985">
                <a:tc>
                  <a:txBody>
                    <a:bodyPr/>
                    <a:lstStyle/>
                    <a:p>
                      <a:r>
                        <a:rPr lang="fr-FR" sz="2800">
                          <a:latin typeface="Arial" panose="020B0604020202020204" pitchFamily="34" charset="0"/>
                          <a:cs typeface="Arial" panose="020B0604020202020204" pitchFamily="34" charset="0"/>
                        </a:rPr>
                        <a:t>-1</a:t>
                      </a:r>
                    </a:p>
                  </a:txBody>
                  <a:tcPr marL="144769" marR="144769" marT="72385" marB="72385"/>
                </a:tc>
                <a:tc>
                  <a:txBody>
                    <a:bodyPr/>
                    <a:lstStyle/>
                    <a:p>
                      <a:r>
                        <a:rPr lang="fr-FR" sz="2800" dirty="0">
                          <a:latin typeface="Arial" panose="020B0604020202020204" pitchFamily="34" charset="0"/>
                          <a:cs typeface="Arial" panose="020B0604020202020204" pitchFamily="34" charset="0"/>
                        </a:rPr>
                        <a:t>20%</a:t>
                      </a:r>
                    </a:p>
                  </a:txBody>
                  <a:tcPr marL="144769" marR="144769" marT="72385" marB="72385"/>
                </a:tc>
                <a:extLst>
                  <a:ext uri="{0D108BD9-81ED-4DB2-BD59-A6C34878D82A}">
                    <a16:rowId xmlns:a16="http://schemas.microsoft.com/office/drawing/2014/main" val="1597273899"/>
                  </a:ext>
                </a:extLst>
              </a:tr>
              <a:tr h="636985">
                <a:tc>
                  <a:txBody>
                    <a:bodyPr/>
                    <a:lstStyle/>
                    <a:p>
                      <a:r>
                        <a:rPr lang="fr-FR" sz="2800">
                          <a:latin typeface="Arial" panose="020B0604020202020204" pitchFamily="34" charset="0"/>
                          <a:cs typeface="Arial" panose="020B0604020202020204" pitchFamily="34" charset="0"/>
                        </a:rPr>
                        <a:t>0</a:t>
                      </a:r>
                    </a:p>
                  </a:txBody>
                  <a:tcPr marL="144769" marR="144769" marT="72385" marB="72385"/>
                </a:tc>
                <a:tc>
                  <a:txBody>
                    <a:bodyPr/>
                    <a:lstStyle/>
                    <a:p>
                      <a:r>
                        <a:rPr lang="fr-FR" sz="2800">
                          <a:latin typeface="Arial" panose="020B0604020202020204" pitchFamily="34" charset="0"/>
                          <a:cs typeface="Arial" panose="020B0604020202020204" pitchFamily="34" charset="0"/>
                        </a:rPr>
                        <a:t>17%</a:t>
                      </a:r>
                    </a:p>
                  </a:txBody>
                  <a:tcPr marL="144769" marR="144769" marT="72385" marB="72385"/>
                </a:tc>
                <a:extLst>
                  <a:ext uri="{0D108BD9-81ED-4DB2-BD59-A6C34878D82A}">
                    <a16:rowId xmlns:a16="http://schemas.microsoft.com/office/drawing/2014/main" val="3340744488"/>
                  </a:ext>
                </a:extLst>
              </a:tr>
              <a:tr h="636985">
                <a:tc>
                  <a:txBody>
                    <a:bodyPr/>
                    <a:lstStyle/>
                    <a:p>
                      <a:r>
                        <a:rPr lang="fr-FR" sz="2800">
                          <a:latin typeface="Arial" panose="020B0604020202020204" pitchFamily="34" charset="0"/>
                          <a:cs typeface="Arial" panose="020B0604020202020204" pitchFamily="34" charset="0"/>
                        </a:rPr>
                        <a:t>2</a:t>
                      </a:r>
                    </a:p>
                  </a:txBody>
                  <a:tcPr marL="144769" marR="144769" marT="72385" marB="72385"/>
                </a:tc>
                <a:tc>
                  <a:txBody>
                    <a:bodyPr/>
                    <a:lstStyle/>
                    <a:p>
                      <a:r>
                        <a:rPr lang="fr-FR" sz="2800">
                          <a:latin typeface="Arial" panose="020B0604020202020204" pitchFamily="34" charset="0"/>
                          <a:cs typeface="Arial" panose="020B0604020202020204" pitchFamily="34" charset="0"/>
                        </a:rPr>
                        <a:t>43%</a:t>
                      </a:r>
                    </a:p>
                  </a:txBody>
                  <a:tcPr marL="144769" marR="144769" marT="72385" marB="72385"/>
                </a:tc>
                <a:extLst>
                  <a:ext uri="{0D108BD9-81ED-4DB2-BD59-A6C34878D82A}">
                    <a16:rowId xmlns:a16="http://schemas.microsoft.com/office/drawing/2014/main" val="3117472185"/>
                  </a:ext>
                </a:extLst>
              </a:tr>
              <a:tr h="636985">
                <a:tc>
                  <a:txBody>
                    <a:bodyPr/>
                    <a:lstStyle/>
                    <a:p>
                      <a:r>
                        <a:rPr lang="fr-FR" sz="2800">
                          <a:latin typeface="Arial" panose="020B0604020202020204" pitchFamily="34" charset="0"/>
                          <a:cs typeface="Arial" panose="020B0604020202020204" pitchFamily="34" charset="0"/>
                        </a:rPr>
                        <a:t>3</a:t>
                      </a:r>
                    </a:p>
                  </a:txBody>
                  <a:tcPr marL="144769" marR="144769" marT="72385" marB="72385"/>
                </a:tc>
                <a:tc>
                  <a:txBody>
                    <a:bodyPr/>
                    <a:lstStyle/>
                    <a:p>
                      <a:r>
                        <a:rPr lang="fr-FR" sz="2800">
                          <a:latin typeface="Arial" panose="020B0604020202020204" pitchFamily="34" charset="0"/>
                          <a:cs typeface="Arial" panose="020B0604020202020204" pitchFamily="34" charset="0"/>
                        </a:rPr>
                        <a:t>10%</a:t>
                      </a:r>
                    </a:p>
                  </a:txBody>
                  <a:tcPr marL="144769" marR="144769" marT="72385" marB="72385"/>
                </a:tc>
                <a:extLst>
                  <a:ext uri="{0D108BD9-81ED-4DB2-BD59-A6C34878D82A}">
                    <a16:rowId xmlns:a16="http://schemas.microsoft.com/office/drawing/2014/main" val="2961163649"/>
                  </a:ext>
                </a:extLst>
              </a:tr>
              <a:tr h="636985">
                <a:tc>
                  <a:txBody>
                    <a:bodyPr/>
                    <a:lstStyle/>
                    <a:p>
                      <a:r>
                        <a:rPr lang="fr-FR" sz="2800">
                          <a:latin typeface="Arial" panose="020B0604020202020204" pitchFamily="34" charset="0"/>
                          <a:cs typeface="Arial" panose="020B0604020202020204" pitchFamily="34" charset="0"/>
                        </a:rPr>
                        <a:t>7</a:t>
                      </a:r>
                    </a:p>
                  </a:txBody>
                  <a:tcPr marL="144769" marR="144769" marT="72385" marB="72385"/>
                </a:tc>
                <a:tc>
                  <a:txBody>
                    <a:bodyPr/>
                    <a:lstStyle/>
                    <a:p>
                      <a:r>
                        <a:rPr lang="fr-FR" sz="2800" dirty="0">
                          <a:latin typeface="Arial" panose="020B0604020202020204" pitchFamily="34" charset="0"/>
                          <a:cs typeface="Arial" panose="020B0604020202020204" pitchFamily="34" charset="0"/>
                        </a:rPr>
                        <a:t>10%</a:t>
                      </a:r>
                    </a:p>
                  </a:txBody>
                  <a:tcPr marL="144769" marR="144769" marT="72385" marB="72385"/>
                </a:tc>
                <a:extLst>
                  <a:ext uri="{0D108BD9-81ED-4DB2-BD59-A6C34878D82A}">
                    <a16:rowId xmlns:a16="http://schemas.microsoft.com/office/drawing/2014/main" val="2867687223"/>
                  </a:ext>
                </a:extLst>
              </a:tr>
            </a:tbl>
          </a:graphicData>
        </a:graphic>
      </p:graphicFrame>
    </p:spTree>
    <p:extLst>
      <p:ext uri="{BB962C8B-B14F-4D97-AF65-F5344CB8AC3E}">
        <p14:creationId xmlns:p14="http://schemas.microsoft.com/office/powerpoint/2010/main" val="3884457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Freeform: Shape 11">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Arc 13">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4AEDEBA-6FE9-4F23-B02B-9FB71BC17484}"/>
              </a:ext>
            </a:extLst>
          </p:cNvPr>
          <p:cNvSpPr>
            <a:spLocks noGrp="1"/>
          </p:cNvSpPr>
          <p:nvPr>
            <p:ph type="ctrTitle"/>
          </p:nvPr>
        </p:nvSpPr>
        <p:spPr>
          <a:xfrm>
            <a:off x="838200" y="479493"/>
            <a:ext cx="6145403" cy="1325563"/>
          </a:xfrm>
        </p:spPr>
        <p:txBody>
          <a:bodyPr vert="horz" lIns="91440" tIns="45720" rIns="91440" bIns="45720" rtlCol="0" anchor="ctr">
            <a:normAutofit/>
          </a:bodyPr>
          <a:lstStyle/>
          <a:p>
            <a:pPr algn="l"/>
            <a:r>
              <a:rPr lang="en-US" sz="4400" b="1" dirty="0">
                <a:latin typeface="Arial" panose="020B0604020202020204" pitchFamily="34" charset="0"/>
                <a:cs typeface="Arial" panose="020B0604020202020204" pitchFamily="34" charset="0"/>
              </a:rPr>
              <a:t>Exercise 1 - Solution</a:t>
            </a:r>
          </a:p>
        </p:txBody>
      </p:sp>
      <mc:AlternateContent xmlns:mc="http://schemas.openxmlformats.org/markup-compatibility/2006">
        <mc:Choice xmlns:a14="http://schemas.microsoft.com/office/drawing/2010/main" Requires="a14">
          <p:sp>
            <p:nvSpPr>
              <p:cNvPr id="3" name="ZoneTexte 2">
                <a:extLst>
                  <a:ext uri="{FF2B5EF4-FFF2-40B4-BE49-F238E27FC236}">
                    <a16:creationId xmlns:a16="http://schemas.microsoft.com/office/drawing/2014/main" id="{CC9FE004-1C6E-4667-8710-CA96506DE21E}"/>
                  </a:ext>
                </a:extLst>
              </p:cNvPr>
              <p:cNvSpPr txBox="1"/>
              <p:nvPr/>
            </p:nvSpPr>
            <p:spPr>
              <a:xfrm>
                <a:off x="838201" y="1984443"/>
                <a:ext cx="5257800" cy="419252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14:m>
                  <m:oMath xmlns:m="http://schemas.openxmlformats.org/officeDocument/2006/math">
                    <m:acc>
                      <m:accPr>
                        <m:chr m:val="̅"/>
                        <m:ctrlPr>
                          <a:rPr lang="en-US" i="1">
                            <a:latin typeface="Cambria Math" panose="02040503050406030204" pitchFamily="18" charset="0"/>
                          </a:rPr>
                        </m:ctrlPr>
                      </m:accPr>
                      <m:e>
                        <m:r>
                          <a:rPr lang="en-US" b="0" i="1">
                            <a:latin typeface="Cambria Math" panose="02040503050406030204" pitchFamily="18" charset="0"/>
                          </a:rPr>
                          <m:t>𝑥</m:t>
                        </m:r>
                      </m:e>
                    </m:acc>
                    <m:r>
                      <a:rPr lang="en-US" b="0" i="1">
                        <a:latin typeface="Cambria Math" panose="02040503050406030204" pitchFamily="18" charset="0"/>
                      </a:rPr>
                      <m:t>=1.66</m:t>
                    </m:r>
                  </m:oMath>
                </a14:m>
                <a:endParaRPr lang="en-US"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14:m>
                  <m:oMath xmlns:m="http://schemas.openxmlformats.org/officeDocument/2006/math">
                    <m:r>
                      <a:rPr lang="en-US" b="0" i="1">
                        <a:latin typeface="Cambria Math" panose="02040503050406030204" pitchFamily="18" charset="0"/>
                      </a:rPr>
                      <m:t>𝑠</m:t>
                    </m:r>
                    <m:r>
                      <a:rPr lang="en-US" i="1">
                        <a:latin typeface="Cambria Math" panose="02040503050406030204" pitchFamily="18" charset="0"/>
                      </a:rPr>
                      <m:t>=2.228093</m:t>
                    </m:r>
                  </m:oMath>
                </a14:m>
                <a:endParaRPr lang="en-US"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14:m>
                  <m:oMath xmlns:m="http://schemas.openxmlformats.org/officeDocument/2006/math">
                    <m:r>
                      <a:rPr lang="en-US" b="0" i="1">
                        <a:latin typeface="Cambria Math" panose="02040503050406030204" pitchFamily="18" charset="0"/>
                      </a:rPr>
                      <m:t>𝑀𝑜𝑑𝑒</m:t>
                    </m:r>
                    <m:r>
                      <a:rPr lang="en-US" b="0" i="1">
                        <a:latin typeface="Cambria Math" panose="02040503050406030204" pitchFamily="18" charset="0"/>
                      </a:rPr>
                      <m:t>=2</m:t>
                    </m:r>
                  </m:oMath>
                </a14:m>
                <a:endParaRPr lang="en-US" b="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dirty="0">
                    <a:latin typeface="Arial" panose="020B0604020202020204" pitchFamily="34" charset="0"/>
                    <a:cs typeface="Arial" panose="020B0604020202020204" pitchFamily="34" charset="0"/>
                  </a:rPr>
                  <a:t>Coefficient of Pearson = </a:t>
                </a:r>
                <a14:m>
                  <m:oMath xmlns:m="http://schemas.openxmlformats.org/officeDocument/2006/math">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r>
                              <a:rPr lang="en-US" b="0" i="1">
                                <a:latin typeface="Cambria Math" panose="02040503050406030204" pitchFamily="18" charset="0"/>
                              </a:rPr>
                              <m:t>1.66 −2</m:t>
                            </m:r>
                          </m:num>
                          <m:den>
                            <m:r>
                              <a:rPr lang="en-US" i="1">
                                <a:latin typeface="Cambria Math" panose="02040503050406030204" pitchFamily="18" charset="0"/>
                              </a:rPr>
                              <m:t>2.228093</m:t>
                            </m:r>
                            <m:r>
                              <m:rPr>
                                <m:nor/>
                              </m:rPr>
                              <a:rPr lang="en-US" i="0">
                                <a:latin typeface="Arial" panose="020B0604020202020204" pitchFamily="34" charset="0"/>
                                <a:cs typeface="Arial" panose="020B0604020202020204" pitchFamily="34" charset="0"/>
                              </a:rPr>
                              <m:t> </m:t>
                            </m:r>
                          </m:den>
                        </m:f>
                        <m:r>
                          <a:rPr lang="en-US" i="1">
                            <a:latin typeface="Cambria Math" panose="02040503050406030204" pitchFamily="18" charset="0"/>
                          </a:rPr>
                          <m:t> =−0.1525969</m:t>
                        </m:r>
                        <m:r>
                          <a:rPr lang="en-US" b="0" i="1">
                            <a:latin typeface="Cambria Math" panose="02040503050406030204" pitchFamily="18" charset="0"/>
                          </a:rPr>
                          <m:t> &lt; 0 </m:t>
                        </m:r>
                      </m:e>
                    </m:box>
                  </m:oMath>
                </a14:m>
                <a:endParaRPr lang="en-US" dirty="0">
                  <a:latin typeface="Arial" panose="020B0604020202020204" pitchFamily="34" charset="0"/>
                  <a:cs typeface="Arial" panose="020B0604020202020204" pitchFamily="34" charset="0"/>
                </a:endParaRPr>
              </a:p>
              <a:p>
                <a:pPr lvl="1" indent="-228600">
                  <a:lnSpc>
                    <a:spcPct val="90000"/>
                  </a:lnSpc>
                  <a:spcAft>
                    <a:spcPts val="600"/>
                  </a:spcAft>
                  <a:buFont typeface="Arial" panose="020B0604020202020204" pitchFamily="34" charset="0"/>
                  <a:buChar char="•"/>
                </a:pPr>
                <a:endParaRPr lang="en-US" dirty="0"/>
              </a:p>
            </p:txBody>
          </p:sp>
        </mc:Choice>
        <mc:Fallback>
          <p:sp>
            <p:nvSpPr>
              <p:cNvPr id="3" name="ZoneTexte 2">
                <a:extLst>
                  <a:ext uri="{FF2B5EF4-FFF2-40B4-BE49-F238E27FC236}">
                    <a16:creationId xmlns:a16="http://schemas.microsoft.com/office/drawing/2014/main" id="{CC9FE004-1C6E-4667-8710-CA96506DE21E}"/>
                  </a:ext>
                </a:extLst>
              </p:cNvPr>
              <p:cNvSpPr txBox="1">
                <a:spLocks noRot="1" noChangeAspect="1" noMove="1" noResize="1" noEditPoints="1" noAdjustHandles="1" noChangeArrowheads="1" noChangeShapeType="1" noTextEdit="1"/>
              </p:cNvSpPr>
              <p:nvPr/>
            </p:nvSpPr>
            <p:spPr>
              <a:xfrm>
                <a:off x="838201" y="1984443"/>
                <a:ext cx="5257800" cy="4192520"/>
              </a:xfrm>
              <a:prstGeom prst="rect">
                <a:avLst/>
              </a:prstGeom>
              <a:blipFill>
                <a:blip r:embed="rId2"/>
                <a:stretch>
                  <a:fillRect l="-964" t="-906"/>
                </a:stretch>
              </a:blipFill>
            </p:spPr>
            <p:txBody>
              <a:bodyPr/>
              <a:lstStyle/>
              <a:p>
                <a:r>
                  <a:rPr lang="en-NL">
                    <a:noFill/>
                  </a:rPr>
                  <a:t> </a:t>
                </a:r>
              </a:p>
            </p:txBody>
          </p:sp>
        </mc:Fallback>
      </mc:AlternateContent>
      <p:sp>
        <p:nvSpPr>
          <p:cNvPr id="4" name="ZoneTexte 3">
            <a:extLst>
              <a:ext uri="{FF2B5EF4-FFF2-40B4-BE49-F238E27FC236}">
                <a16:creationId xmlns:a16="http://schemas.microsoft.com/office/drawing/2014/main" id="{DF25F7F9-D26E-4B65-8387-484298AE7CF4}"/>
              </a:ext>
            </a:extLst>
          </p:cNvPr>
          <p:cNvSpPr txBox="1"/>
          <p:nvPr/>
        </p:nvSpPr>
        <p:spPr>
          <a:xfrm>
            <a:off x="1123950" y="2552700"/>
            <a:ext cx="10039350" cy="1077218"/>
          </a:xfrm>
          <a:prstGeom prst="rect">
            <a:avLst/>
          </a:prstGeom>
          <a:noFill/>
        </p:spPr>
        <p:txBody>
          <a:bodyPr wrap="square" rtlCol="0">
            <a:spAutoFit/>
          </a:bodyPr>
          <a:lstStyle/>
          <a:p>
            <a:pPr>
              <a:spcAft>
                <a:spcPts val="600"/>
              </a:spcAft>
            </a:pPr>
            <a:endParaRPr lang="fr-FR"/>
          </a:p>
          <a:p>
            <a:pPr>
              <a:spcAft>
                <a:spcPts val="600"/>
              </a:spcAft>
            </a:pPr>
            <a:endParaRPr lang="fr-FR"/>
          </a:p>
          <a:p>
            <a:pPr>
              <a:spcAft>
                <a:spcPts val="600"/>
              </a:spcAft>
            </a:pPr>
            <a:endParaRPr lang="fr-FR"/>
          </a:p>
        </p:txBody>
      </p:sp>
      <mc:AlternateContent xmlns:mc="http://schemas.openxmlformats.org/markup-compatibility/2006">
        <mc:Choice xmlns:a14="http://schemas.microsoft.com/office/drawing/2010/main" Requires="a14">
          <p:graphicFrame>
            <p:nvGraphicFramePr>
              <p:cNvPr id="5" name="Tableau 5">
                <a:extLst>
                  <a:ext uri="{FF2B5EF4-FFF2-40B4-BE49-F238E27FC236}">
                    <a16:creationId xmlns:a16="http://schemas.microsoft.com/office/drawing/2014/main" id="{C5935286-E84C-4A5B-9E95-1C36A0F9B1CD}"/>
                  </a:ext>
                </a:extLst>
              </p:cNvPr>
              <p:cNvGraphicFramePr>
                <a:graphicFrameLocks noGrp="1"/>
              </p:cNvGraphicFramePr>
              <p:nvPr>
                <p:extLst>
                  <p:ext uri="{D42A27DB-BD31-4B8C-83A1-F6EECF244321}">
                    <p14:modId xmlns:p14="http://schemas.microsoft.com/office/powerpoint/2010/main" val="287269817"/>
                  </p:ext>
                </p:extLst>
              </p:nvPr>
            </p:nvGraphicFramePr>
            <p:xfrm>
              <a:off x="6808270" y="1561080"/>
              <a:ext cx="4777383" cy="3780495"/>
            </p:xfrm>
            <a:graphic>
              <a:graphicData uri="http://schemas.openxmlformats.org/drawingml/2006/table">
                <a:tbl>
                  <a:tblPr firstRow="1" bandRow="1">
                    <a:tableStyleId>{85BE263C-DBD7-4A20-BB59-AAB30ACAA65A}</a:tableStyleId>
                  </a:tblPr>
                  <a:tblGrid>
                    <a:gridCol w="1728740">
                      <a:extLst>
                        <a:ext uri="{9D8B030D-6E8A-4147-A177-3AD203B41FA5}">
                          <a16:colId xmlns:a16="http://schemas.microsoft.com/office/drawing/2014/main" val="3196339109"/>
                        </a:ext>
                      </a:extLst>
                    </a:gridCol>
                    <a:gridCol w="1948322">
                      <a:extLst>
                        <a:ext uri="{9D8B030D-6E8A-4147-A177-3AD203B41FA5}">
                          <a16:colId xmlns:a16="http://schemas.microsoft.com/office/drawing/2014/main" val="623701906"/>
                        </a:ext>
                      </a:extLst>
                    </a:gridCol>
                    <a:gridCol w="1100321">
                      <a:extLst>
                        <a:ext uri="{9D8B030D-6E8A-4147-A177-3AD203B41FA5}">
                          <a16:colId xmlns:a16="http://schemas.microsoft.com/office/drawing/2014/main" val="3619983102"/>
                        </a:ext>
                      </a:extLst>
                    </a:gridCol>
                  </a:tblGrid>
                  <a:tr h="826413">
                    <a:tc>
                      <a:txBody>
                        <a:bodyPr/>
                        <a:lstStyle/>
                        <a:p>
                          <a:pPr algn="ctr"/>
                          <a:r>
                            <a:rPr lang="fr-FR" sz="2200" dirty="0" err="1">
                              <a:solidFill>
                                <a:schemeClr val="tx1">
                                  <a:lumMod val="95000"/>
                                  <a:lumOff val="5000"/>
                                </a:schemeClr>
                              </a:solidFill>
                            </a:rPr>
                            <a:t>Temperature</a:t>
                          </a:r>
                          <a:endParaRPr lang="fr-FR" sz="2200" dirty="0">
                            <a:solidFill>
                              <a:schemeClr val="tx1">
                                <a:lumMod val="95000"/>
                                <a:lumOff val="5000"/>
                              </a:schemeClr>
                            </a:solidFill>
                            <a:latin typeface="Arial" panose="020B0604020202020204" pitchFamily="34" charset="0"/>
                            <a:cs typeface="Arial" panose="020B0604020202020204" pitchFamily="34" charset="0"/>
                          </a:endParaRPr>
                        </a:p>
                      </a:txBody>
                      <a:tcPr marL="111897" marR="111897" marT="55949" marB="55949"/>
                    </a:tc>
                    <a:tc>
                      <a:txBody>
                        <a:bodyPr/>
                        <a:lstStyle/>
                        <a:p>
                          <a:pPr algn="ctr"/>
                          <a:r>
                            <a:rPr lang="fr-FR" sz="2200" dirty="0">
                              <a:solidFill>
                                <a:schemeClr val="tx1">
                                  <a:lumMod val="95000"/>
                                  <a:lumOff val="5000"/>
                                </a:schemeClr>
                              </a:solidFill>
                            </a:rPr>
                            <a:t>Number of </a:t>
                          </a:r>
                          <a:r>
                            <a:rPr lang="fr-FR" sz="2200" dirty="0" err="1">
                              <a:solidFill>
                                <a:schemeClr val="tx1">
                                  <a:lumMod val="95000"/>
                                  <a:lumOff val="5000"/>
                                </a:schemeClr>
                              </a:solidFill>
                            </a:rPr>
                            <a:t>days</a:t>
                          </a:r>
                          <a:endParaRPr lang="fr-FR" sz="2200" dirty="0">
                            <a:solidFill>
                              <a:schemeClr val="tx1">
                                <a:lumMod val="95000"/>
                                <a:lumOff val="5000"/>
                              </a:schemeClr>
                            </a:solidFill>
                            <a:latin typeface="Arial" panose="020B0604020202020204" pitchFamily="34" charset="0"/>
                            <a:cs typeface="Arial" panose="020B0604020202020204" pitchFamily="34" charset="0"/>
                          </a:endParaRPr>
                        </a:p>
                      </a:txBody>
                      <a:tcPr marL="111897" marR="111897" marT="55949" marB="55949"/>
                    </a:tc>
                    <a:tc>
                      <a:txBody>
                        <a:bodyPr/>
                        <a:lstStyle/>
                        <a:p>
                          <a:pPr algn="ctr"/>
                          <a14:m>
                            <m:oMathPara xmlns:m="http://schemas.openxmlformats.org/officeDocument/2006/math">
                              <m:oMathParaPr>
                                <m:jc m:val="centerGroup"/>
                              </m:oMathParaPr>
                              <m:oMath xmlns:m="http://schemas.openxmlformats.org/officeDocument/2006/math">
                                <m:sSub>
                                  <m:sSubPr>
                                    <m:ctrlPr>
                                      <a:rPr lang="fr-FR" sz="2200" smtClean="0">
                                        <a:solidFill>
                                          <a:schemeClr val="tx1">
                                            <a:lumMod val="95000"/>
                                            <a:lumOff val="5000"/>
                                          </a:schemeClr>
                                        </a:solidFill>
                                      </a:rPr>
                                    </m:ctrlPr>
                                  </m:sSubPr>
                                  <m:e>
                                    <m:r>
                                      <a:rPr lang="fr-FR" sz="2200" b="1" smtClean="0">
                                        <a:solidFill>
                                          <a:schemeClr val="tx1">
                                            <a:lumMod val="95000"/>
                                            <a:lumOff val="5000"/>
                                          </a:schemeClr>
                                        </a:solidFill>
                                      </a:rPr>
                                      <m:t>𝒇</m:t>
                                    </m:r>
                                  </m:e>
                                  <m:sub>
                                    <m:r>
                                      <a:rPr lang="fr-FR" sz="2200" b="1" smtClean="0">
                                        <a:solidFill>
                                          <a:schemeClr val="tx1">
                                            <a:lumMod val="95000"/>
                                            <a:lumOff val="5000"/>
                                          </a:schemeClr>
                                        </a:solidFill>
                                      </a:rPr>
                                      <m:t>𝒊</m:t>
                                    </m:r>
                                  </m:sub>
                                </m:sSub>
                              </m:oMath>
                            </m:oMathPara>
                          </a14:m>
                          <a:endParaRPr lang="fr-FR" sz="2200" dirty="0">
                            <a:solidFill>
                              <a:schemeClr val="tx1">
                                <a:lumMod val="95000"/>
                                <a:lumOff val="5000"/>
                              </a:schemeClr>
                            </a:solidFill>
                            <a:latin typeface="Arial" panose="020B0604020202020204" pitchFamily="34" charset="0"/>
                            <a:cs typeface="Arial" panose="020B0604020202020204" pitchFamily="34" charset="0"/>
                          </a:endParaRPr>
                        </a:p>
                      </a:txBody>
                      <a:tcPr marL="111897" marR="111897" marT="55949" marB="55949"/>
                    </a:tc>
                    <a:extLst>
                      <a:ext uri="{0D108BD9-81ED-4DB2-BD59-A6C34878D82A}">
                        <a16:rowId xmlns:a16="http://schemas.microsoft.com/office/drawing/2014/main" val="751406549"/>
                      </a:ext>
                    </a:extLst>
                  </a:tr>
                  <a:tr h="492347">
                    <a:tc>
                      <a:txBody>
                        <a:bodyPr/>
                        <a:lstStyle/>
                        <a:p>
                          <a:r>
                            <a:rPr lang="fr-FR" sz="2200"/>
                            <a:t>-1</a:t>
                          </a:r>
                          <a:endParaRPr lang="fr-FR" sz="2200">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40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20%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extLst>
                      <a:ext uri="{0D108BD9-81ED-4DB2-BD59-A6C34878D82A}">
                        <a16:rowId xmlns:a16="http://schemas.microsoft.com/office/drawing/2014/main" val="1597273899"/>
                      </a:ext>
                    </a:extLst>
                  </a:tr>
                  <a:tr h="492347">
                    <a:tc>
                      <a:txBody>
                        <a:bodyPr/>
                        <a:lstStyle/>
                        <a:p>
                          <a:r>
                            <a:rPr lang="fr-FR" sz="2200"/>
                            <a:t>0</a:t>
                          </a:r>
                          <a:endParaRPr lang="fr-FR" sz="2200">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34</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17%</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extLst>
                      <a:ext uri="{0D108BD9-81ED-4DB2-BD59-A6C34878D82A}">
                        <a16:rowId xmlns:a16="http://schemas.microsoft.com/office/drawing/2014/main" val="3340744488"/>
                      </a:ext>
                    </a:extLst>
                  </a:tr>
                  <a:tr h="492347">
                    <a:tc>
                      <a:txBody>
                        <a:bodyPr/>
                        <a:lstStyle/>
                        <a:p>
                          <a:r>
                            <a:rPr lang="fr-FR" sz="2200"/>
                            <a:t>2</a:t>
                          </a:r>
                          <a:endParaRPr lang="fr-FR" sz="2200">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86</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43%</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extLst>
                      <a:ext uri="{0D108BD9-81ED-4DB2-BD59-A6C34878D82A}">
                        <a16:rowId xmlns:a16="http://schemas.microsoft.com/office/drawing/2014/main" val="3117472185"/>
                      </a:ext>
                    </a:extLst>
                  </a:tr>
                  <a:tr h="492347">
                    <a:tc>
                      <a:txBody>
                        <a:bodyPr/>
                        <a:lstStyle/>
                        <a:p>
                          <a:r>
                            <a:rPr lang="fr-FR" sz="2200"/>
                            <a:t>3</a:t>
                          </a:r>
                          <a:endParaRPr lang="fr-FR" sz="2200">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20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10%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extLst>
                      <a:ext uri="{0D108BD9-81ED-4DB2-BD59-A6C34878D82A}">
                        <a16:rowId xmlns:a16="http://schemas.microsoft.com/office/drawing/2014/main" val="2961163649"/>
                      </a:ext>
                    </a:extLst>
                  </a:tr>
                  <a:tr h="492347">
                    <a:tc>
                      <a:txBody>
                        <a:bodyPr/>
                        <a:lstStyle/>
                        <a:p>
                          <a:r>
                            <a:rPr lang="fr-FR" sz="2200"/>
                            <a:t>7</a:t>
                          </a:r>
                          <a:endParaRPr lang="fr-FR" sz="2200">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20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10%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extLst>
                      <a:ext uri="{0D108BD9-81ED-4DB2-BD59-A6C34878D82A}">
                        <a16:rowId xmlns:a16="http://schemas.microsoft.com/office/drawing/2014/main" val="2867687223"/>
                      </a:ext>
                    </a:extLst>
                  </a:tr>
                  <a:tr h="492347">
                    <a:tc>
                      <a:txBody>
                        <a:bodyPr/>
                        <a:lstStyle/>
                        <a:p>
                          <a:r>
                            <a:rPr lang="fr-FR" sz="2200" b="1"/>
                            <a:t>Total </a:t>
                          </a:r>
                          <a:endParaRPr lang="fr-FR" sz="2200" b="1">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200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tc>
                      <a:txBody>
                        <a:bodyPr/>
                        <a:lstStyle/>
                        <a:p>
                          <a:r>
                            <a:rPr lang="fr-FR" sz="2200" dirty="0">
                              <a:solidFill>
                                <a:schemeClr val="tx1"/>
                              </a:solidFill>
                            </a:rPr>
                            <a:t>100%</a:t>
                          </a:r>
                          <a:endParaRPr lang="fr-FR" sz="2200" dirty="0">
                            <a:solidFill>
                              <a:schemeClr val="tx1"/>
                            </a:solidFill>
                            <a:latin typeface="Arial" panose="020B0604020202020204" pitchFamily="34" charset="0"/>
                            <a:cs typeface="Arial" panose="020B0604020202020204" pitchFamily="34" charset="0"/>
                          </a:endParaRPr>
                        </a:p>
                      </a:txBody>
                      <a:tcPr marL="111897" marR="111897" marT="55949" marB="55949"/>
                    </a:tc>
                    <a:extLst>
                      <a:ext uri="{0D108BD9-81ED-4DB2-BD59-A6C34878D82A}">
                        <a16:rowId xmlns:a16="http://schemas.microsoft.com/office/drawing/2014/main" val="694170854"/>
                      </a:ext>
                    </a:extLst>
                  </a:tr>
                </a:tbl>
              </a:graphicData>
            </a:graphic>
          </p:graphicFrame>
        </mc:Choice>
        <mc:Fallback>
          <p:graphicFrame>
            <p:nvGraphicFramePr>
              <p:cNvPr id="5" name="Tableau 5">
                <a:extLst>
                  <a:ext uri="{FF2B5EF4-FFF2-40B4-BE49-F238E27FC236}">
                    <a16:creationId xmlns:a16="http://schemas.microsoft.com/office/drawing/2014/main" id="{C5935286-E84C-4A5B-9E95-1C36A0F9B1CD}"/>
                  </a:ext>
                </a:extLst>
              </p:cNvPr>
              <p:cNvGraphicFramePr>
                <a:graphicFrameLocks noGrp="1"/>
              </p:cNvGraphicFramePr>
              <p:nvPr>
                <p:extLst>
                  <p:ext uri="{D42A27DB-BD31-4B8C-83A1-F6EECF244321}">
                    <p14:modId xmlns:p14="http://schemas.microsoft.com/office/powerpoint/2010/main" val="287269817"/>
                  </p:ext>
                </p:extLst>
              </p:nvPr>
            </p:nvGraphicFramePr>
            <p:xfrm>
              <a:off x="6808270" y="1561080"/>
              <a:ext cx="4777383" cy="3780495"/>
            </p:xfrm>
            <a:graphic>
              <a:graphicData uri="http://schemas.openxmlformats.org/drawingml/2006/table">
                <a:tbl>
                  <a:tblPr firstRow="1" bandRow="1">
                    <a:tableStyleId>{85BE263C-DBD7-4A20-BB59-AAB30ACAA65A}</a:tableStyleId>
                  </a:tblPr>
                  <a:tblGrid>
                    <a:gridCol w="1728740">
                      <a:extLst>
                        <a:ext uri="{9D8B030D-6E8A-4147-A177-3AD203B41FA5}">
                          <a16:colId xmlns:a16="http://schemas.microsoft.com/office/drawing/2014/main" val="3196339109"/>
                        </a:ext>
                      </a:extLst>
                    </a:gridCol>
                    <a:gridCol w="1948322">
                      <a:extLst>
                        <a:ext uri="{9D8B030D-6E8A-4147-A177-3AD203B41FA5}">
                          <a16:colId xmlns:a16="http://schemas.microsoft.com/office/drawing/2014/main" val="623701906"/>
                        </a:ext>
                      </a:extLst>
                    </a:gridCol>
                    <a:gridCol w="1100321">
                      <a:extLst>
                        <a:ext uri="{9D8B030D-6E8A-4147-A177-3AD203B41FA5}">
                          <a16:colId xmlns:a16="http://schemas.microsoft.com/office/drawing/2014/main" val="3619983102"/>
                        </a:ext>
                      </a:extLst>
                    </a:gridCol>
                  </a:tblGrid>
                  <a:tr h="826413">
                    <a:tc>
                      <a:txBody>
                        <a:bodyPr/>
                        <a:lstStyle/>
                        <a:p>
                          <a:pPr algn="ctr"/>
                          <a:r>
                            <a:rPr lang="fr-FR" sz="2200" dirty="0" err="1">
                              <a:solidFill>
                                <a:schemeClr val="tx1">
                                  <a:lumMod val="95000"/>
                                  <a:lumOff val="5000"/>
                                </a:schemeClr>
                              </a:solidFill>
                            </a:rPr>
                            <a:t>Temperature</a:t>
                          </a:r>
                          <a:endParaRPr lang="fr-FR" sz="2200" dirty="0">
                            <a:solidFill>
                              <a:schemeClr val="tx1">
                                <a:lumMod val="95000"/>
                                <a:lumOff val="5000"/>
                              </a:schemeClr>
                            </a:solidFill>
                            <a:latin typeface="Arial" panose="020B0604020202020204" pitchFamily="34" charset="0"/>
                            <a:cs typeface="Arial" panose="020B0604020202020204" pitchFamily="34" charset="0"/>
                          </a:endParaRPr>
                        </a:p>
                      </a:txBody>
                      <a:tcPr marL="111897" marR="111897" marT="55949" marB="55949"/>
                    </a:tc>
                    <a:tc>
                      <a:txBody>
                        <a:bodyPr/>
                        <a:lstStyle/>
                        <a:p>
                          <a:pPr algn="ctr"/>
                          <a:r>
                            <a:rPr lang="fr-FR" sz="2200" dirty="0">
                              <a:solidFill>
                                <a:schemeClr val="tx1">
                                  <a:lumMod val="95000"/>
                                  <a:lumOff val="5000"/>
                                </a:schemeClr>
                              </a:solidFill>
                            </a:rPr>
                            <a:t>Number of </a:t>
                          </a:r>
                          <a:r>
                            <a:rPr lang="fr-FR" sz="2200" dirty="0" err="1">
                              <a:solidFill>
                                <a:schemeClr val="tx1">
                                  <a:lumMod val="95000"/>
                                  <a:lumOff val="5000"/>
                                </a:schemeClr>
                              </a:solidFill>
                            </a:rPr>
                            <a:t>days</a:t>
                          </a:r>
                          <a:endParaRPr lang="fr-FR" sz="2200" dirty="0">
                            <a:solidFill>
                              <a:schemeClr val="tx1">
                                <a:lumMod val="95000"/>
                                <a:lumOff val="5000"/>
                              </a:schemeClr>
                            </a:solidFill>
                            <a:latin typeface="Arial" panose="020B0604020202020204" pitchFamily="34" charset="0"/>
                            <a:cs typeface="Arial" panose="020B0604020202020204" pitchFamily="34" charset="0"/>
                          </a:endParaRPr>
                        </a:p>
                      </a:txBody>
                      <a:tcPr marL="111897" marR="111897" marT="55949" marB="55949"/>
                    </a:tc>
                    <a:tc>
                      <a:txBody>
                        <a:bodyPr/>
                        <a:lstStyle/>
                        <a:p>
                          <a:endParaRPr lang="en-NL"/>
                        </a:p>
                      </a:txBody>
                      <a:tcPr marL="111897" marR="111897" marT="55949" marB="55949">
                        <a:blipFill>
                          <a:blip r:embed="rId3"/>
                          <a:stretch>
                            <a:fillRect l="-334483" t="-3077" r="-1149" b="-369231"/>
                          </a:stretch>
                        </a:blipFill>
                      </a:tcPr>
                    </a:tc>
                    <a:extLst>
                      <a:ext uri="{0D108BD9-81ED-4DB2-BD59-A6C34878D82A}">
                        <a16:rowId xmlns:a16="http://schemas.microsoft.com/office/drawing/2014/main" val="751406549"/>
                      </a:ext>
                    </a:extLst>
                  </a:tr>
                  <a:tr h="492347">
                    <a:tc>
                      <a:txBody>
                        <a:bodyPr/>
                        <a:lstStyle/>
                        <a:p>
                          <a:r>
                            <a:rPr lang="fr-FR" sz="2200"/>
                            <a:t>-1</a:t>
                          </a:r>
                          <a:endParaRPr lang="fr-FR" sz="2200">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40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20%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extLst>
                      <a:ext uri="{0D108BD9-81ED-4DB2-BD59-A6C34878D82A}">
                        <a16:rowId xmlns:a16="http://schemas.microsoft.com/office/drawing/2014/main" val="1597273899"/>
                      </a:ext>
                    </a:extLst>
                  </a:tr>
                  <a:tr h="492347">
                    <a:tc>
                      <a:txBody>
                        <a:bodyPr/>
                        <a:lstStyle/>
                        <a:p>
                          <a:r>
                            <a:rPr lang="fr-FR" sz="2200"/>
                            <a:t>0</a:t>
                          </a:r>
                          <a:endParaRPr lang="fr-FR" sz="2200">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34</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17%</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extLst>
                      <a:ext uri="{0D108BD9-81ED-4DB2-BD59-A6C34878D82A}">
                        <a16:rowId xmlns:a16="http://schemas.microsoft.com/office/drawing/2014/main" val="3340744488"/>
                      </a:ext>
                    </a:extLst>
                  </a:tr>
                  <a:tr h="492347">
                    <a:tc>
                      <a:txBody>
                        <a:bodyPr/>
                        <a:lstStyle/>
                        <a:p>
                          <a:r>
                            <a:rPr lang="fr-FR" sz="2200"/>
                            <a:t>2</a:t>
                          </a:r>
                          <a:endParaRPr lang="fr-FR" sz="2200">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86</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43%</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extLst>
                      <a:ext uri="{0D108BD9-81ED-4DB2-BD59-A6C34878D82A}">
                        <a16:rowId xmlns:a16="http://schemas.microsoft.com/office/drawing/2014/main" val="3117472185"/>
                      </a:ext>
                    </a:extLst>
                  </a:tr>
                  <a:tr h="492347">
                    <a:tc>
                      <a:txBody>
                        <a:bodyPr/>
                        <a:lstStyle/>
                        <a:p>
                          <a:r>
                            <a:rPr lang="fr-FR" sz="2200"/>
                            <a:t>3</a:t>
                          </a:r>
                          <a:endParaRPr lang="fr-FR" sz="2200">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20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10%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extLst>
                      <a:ext uri="{0D108BD9-81ED-4DB2-BD59-A6C34878D82A}">
                        <a16:rowId xmlns:a16="http://schemas.microsoft.com/office/drawing/2014/main" val="2961163649"/>
                      </a:ext>
                    </a:extLst>
                  </a:tr>
                  <a:tr h="492347">
                    <a:tc>
                      <a:txBody>
                        <a:bodyPr/>
                        <a:lstStyle/>
                        <a:p>
                          <a:r>
                            <a:rPr lang="fr-FR" sz="2200"/>
                            <a:t>7</a:t>
                          </a:r>
                          <a:endParaRPr lang="fr-FR" sz="2200">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20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10%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extLst>
                      <a:ext uri="{0D108BD9-81ED-4DB2-BD59-A6C34878D82A}">
                        <a16:rowId xmlns:a16="http://schemas.microsoft.com/office/drawing/2014/main" val="2867687223"/>
                      </a:ext>
                    </a:extLst>
                  </a:tr>
                  <a:tr h="492347">
                    <a:tc>
                      <a:txBody>
                        <a:bodyPr/>
                        <a:lstStyle/>
                        <a:p>
                          <a:r>
                            <a:rPr lang="fr-FR" sz="2200" b="1"/>
                            <a:t>Total </a:t>
                          </a:r>
                          <a:endParaRPr lang="fr-FR" sz="2200" b="1">
                            <a:latin typeface="Arial" panose="020B0604020202020204" pitchFamily="34" charset="0"/>
                            <a:cs typeface="Arial" panose="020B0604020202020204" pitchFamily="34" charset="0"/>
                          </a:endParaRPr>
                        </a:p>
                      </a:txBody>
                      <a:tcPr marL="111897" marR="111897" marT="55949" marB="55949"/>
                    </a:tc>
                    <a:tc>
                      <a:txBody>
                        <a:bodyPr/>
                        <a:lstStyle/>
                        <a:p>
                          <a:r>
                            <a:rPr lang="fr-FR" sz="2200">
                              <a:solidFill>
                                <a:schemeClr val="tx1"/>
                              </a:solidFill>
                            </a:rPr>
                            <a:t>200</a:t>
                          </a:r>
                          <a:endParaRPr lang="fr-FR" sz="2200">
                            <a:solidFill>
                              <a:schemeClr val="tx1"/>
                            </a:solidFill>
                            <a:latin typeface="Arial" panose="020B0604020202020204" pitchFamily="34" charset="0"/>
                            <a:cs typeface="Arial" panose="020B0604020202020204" pitchFamily="34" charset="0"/>
                          </a:endParaRPr>
                        </a:p>
                      </a:txBody>
                      <a:tcPr marL="111897" marR="111897" marT="55949" marB="55949"/>
                    </a:tc>
                    <a:tc>
                      <a:txBody>
                        <a:bodyPr/>
                        <a:lstStyle/>
                        <a:p>
                          <a:r>
                            <a:rPr lang="fr-FR" sz="2200" dirty="0">
                              <a:solidFill>
                                <a:schemeClr val="tx1"/>
                              </a:solidFill>
                            </a:rPr>
                            <a:t>100%</a:t>
                          </a:r>
                          <a:endParaRPr lang="fr-FR" sz="2200" dirty="0">
                            <a:solidFill>
                              <a:schemeClr val="tx1"/>
                            </a:solidFill>
                            <a:latin typeface="Arial" panose="020B0604020202020204" pitchFamily="34" charset="0"/>
                            <a:cs typeface="Arial" panose="020B0604020202020204" pitchFamily="34" charset="0"/>
                          </a:endParaRPr>
                        </a:p>
                      </a:txBody>
                      <a:tcPr marL="111897" marR="111897" marT="55949" marB="55949"/>
                    </a:tc>
                    <a:extLst>
                      <a:ext uri="{0D108BD9-81ED-4DB2-BD59-A6C34878D82A}">
                        <a16:rowId xmlns:a16="http://schemas.microsoft.com/office/drawing/2014/main" val="694170854"/>
                      </a:ext>
                    </a:extLst>
                  </a:tr>
                </a:tbl>
              </a:graphicData>
            </a:graphic>
          </p:graphicFrame>
        </mc:Fallback>
      </mc:AlternateContent>
    </p:spTree>
    <p:extLst>
      <p:ext uri="{BB962C8B-B14F-4D97-AF65-F5344CB8AC3E}">
        <p14:creationId xmlns:p14="http://schemas.microsoft.com/office/powerpoint/2010/main" val="1632906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7C59BEC-C4CC-4741-B975-08C54317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Arc 12">
            <a:extLst>
              <a:ext uri="{FF2B5EF4-FFF2-40B4-BE49-F238E27FC236}">
                <a16:creationId xmlns:a16="http://schemas.microsoft.com/office/drawing/2014/main" id="{72DEF309-605D-4117-9340-6D589B6C3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6173" flipV="1">
            <a:off x="3930947" y="651615"/>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re 1">
            <a:extLst>
              <a:ext uri="{FF2B5EF4-FFF2-40B4-BE49-F238E27FC236}">
                <a16:creationId xmlns:a16="http://schemas.microsoft.com/office/drawing/2014/main" id="{A4AEDEBA-6FE9-4F23-B02B-9FB71BC17484}"/>
              </a:ext>
            </a:extLst>
          </p:cNvPr>
          <p:cNvSpPr>
            <a:spLocks noGrp="1"/>
          </p:cNvSpPr>
          <p:nvPr>
            <p:ph type="ctrTitle"/>
          </p:nvPr>
        </p:nvSpPr>
        <p:spPr>
          <a:xfrm>
            <a:off x="838200" y="365125"/>
            <a:ext cx="10515599" cy="1325563"/>
          </a:xfrm>
        </p:spPr>
        <p:txBody>
          <a:bodyPr vert="horz" lIns="91440" tIns="45720" rIns="91440" bIns="45720" rtlCol="0" anchor="ctr">
            <a:normAutofit/>
          </a:bodyPr>
          <a:lstStyle/>
          <a:p>
            <a:pPr algn="l"/>
            <a:r>
              <a:rPr lang="en-US" sz="4400" b="1" dirty="0">
                <a:latin typeface="Arial" panose="020B0604020202020204" pitchFamily="34" charset="0"/>
                <a:cs typeface="Arial" panose="020B0604020202020204" pitchFamily="34" charset="0"/>
              </a:rPr>
              <a:t>Exercise 1 - Solution</a:t>
            </a:r>
          </a:p>
        </p:txBody>
      </p:sp>
      <mc:AlternateContent xmlns:mc="http://schemas.openxmlformats.org/markup-compatibility/2006">
        <mc:Choice xmlns:a14="http://schemas.microsoft.com/office/drawing/2010/main" Requires="a14">
          <p:sp>
            <p:nvSpPr>
              <p:cNvPr id="3" name="ZoneTexte 2">
                <a:extLst>
                  <a:ext uri="{FF2B5EF4-FFF2-40B4-BE49-F238E27FC236}">
                    <a16:creationId xmlns:a16="http://schemas.microsoft.com/office/drawing/2014/main" id="{CC9FE004-1C6E-4667-8710-CA96506DE21E}"/>
                  </a:ext>
                </a:extLst>
              </p:cNvPr>
              <p:cNvSpPr txBox="1"/>
              <p:nvPr/>
            </p:nvSpPr>
            <p:spPr>
              <a:xfrm>
                <a:off x="838200" y="1825625"/>
                <a:ext cx="5393361" cy="435133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1</m:t>
                        </m:r>
                      </m:sub>
                    </m:sSub>
                    <m:r>
                      <a:rPr lang="en-US" i="1">
                        <a:latin typeface="Cambria Math" panose="02040503050406030204" pitchFamily="18" charset="0"/>
                      </a:rPr>
                      <m:t>=0</m:t>
                    </m:r>
                  </m:oMath>
                </a14:m>
                <a:endParaRPr lang="en-US" i="1" dirty="0"/>
              </a:p>
              <a:p>
                <a:pPr indent="-228600">
                  <a:lnSpc>
                    <a:spcPct val="90000"/>
                  </a:lnSpc>
                  <a:spcAft>
                    <a:spcPts val="600"/>
                  </a:spcAft>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𝑚𝑒𝑑𝑖𝑎𝑛</m:t>
                    </m:r>
                    <m:r>
                      <a:rPr lang="en-US" i="1">
                        <a:latin typeface="Cambria Math" panose="02040503050406030204" pitchFamily="18" charset="0"/>
                      </a:rPr>
                      <m:t>=2</m:t>
                    </m:r>
                  </m:oMath>
                </a14:m>
                <a:endParaRPr lang="en-US" i="1" dirty="0"/>
              </a:p>
              <a:p>
                <a:pPr indent="-228600">
                  <a:lnSpc>
                    <a:spcPct val="90000"/>
                  </a:lnSpc>
                  <a:spcAft>
                    <a:spcPts val="600"/>
                  </a:spcAft>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3</m:t>
                        </m:r>
                      </m:sub>
                    </m:sSub>
                    <m:r>
                      <a:rPr lang="en-US" i="1">
                        <a:latin typeface="Cambria Math" panose="02040503050406030204" pitchFamily="18" charset="0"/>
                      </a:rPr>
                      <m:t>=</m:t>
                    </m:r>
                    <m:r>
                      <a:rPr lang="en-US" b="0" i="1">
                        <a:latin typeface="Cambria Math" panose="02040503050406030204" pitchFamily="18" charset="0"/>
                      </a:rPr>
                      <m:t>2</m:t>
                    </m:r>
                  </m:oMath>
                </a14:m>
                <a:endParaRPr lang="en-US" i="1" dirty="0"/>
              </a:p>
              <a:p>
                <a:pPr indent="-228600">
                  <a:lnSpc>
                    <a:spcPct val="90000"/>
                  </a:lnSpc>
                  <a:spcAft>
                    <a:spcPts val="600"/>
                  </a:spcAft>
                  <a:buFont typeface="Arial" panose="020B0604020202020204" pitchFamily="34" charset="0"/>
                  <a:buChar char="•"/>
                </a:pPr>
                <a:endParaRPr lang="en-US" i="1" dirty="0"/>
              </a:p>
              <a:p>
                <a:pPr indent="-228600">
                  <a:lnSpc>
                    <a:spcPct val="90000"/>
                  </a:lnSpc>
                  <a:spcAft>
                    <a:spcPts val="600"/>
                  </a:spcAft>
                  <a:buFont typeface="Arial" panose="020B0604020202020204" pitchFamily="34" charset="0"/>
                  <a:buChar char="•"/>
                </a:pPr>
                <a:r>
                  <a:rPr lang="en-US" dirty="0"/>
                  <a:t>Coefficient of Yule &amp; Kendall = </a:t>
                </a:r>
                <a14:m>
                  <m:oMath xmlns:m="http://schemas.openxmlformats.org/officeDocument/2006/math">
                    <m:box>
                      <m:boxPr>
                        <m:ctrlPr>
                          <a:rPr lang="en-US" i="1">
                            <a:latin typeface="Cambria Math" panose="02040503050406030204" pitchFamily="18" charset="0"/>
                          </a:rPr>
                        </m:ctrlPr>
                      </m:boxPr>
                      <m:e>
                        <m:argPr>
                          <m:argSz m:val="-1"/>
                        </m:argPr>
                        <m:f>
                          <m:fPr>
                            <m:ctrlPr>
                              <a:rPr lang="en-US" i="1">
                                <a:latin typeface="Cambria Math" panose="02040503050406030204" pitchFamily="18" charset="0"/>
                              </a:rPr>
                            </m:ctrlPr>
                          </m:fPr>
                          <m:num>
                            <m:d>
                              <m:dPr>
                                <m:ctrlPr>
                                  <a:rPr lang="en-US" b="0" i="1">
                                    <a:latin typeface="Cambria Math" panose="02040503050406030204" pitchFamily="18" charset="0"/>
                                  </a:rPr>
                                </m:ctrlPr>
                              </m:dPr>
                              <m:e>
                                <m:r>
                                  <a:rPr lang="en-US" b="0" i="1">
                                    <a:latin typeface="Cambria Math" panose="02040503050406030204" pitchFamily="18" charset="0"/>
                                  </a:rPr>
                                  <m:t>2 −2</m:t>
                                </m:r>
                              </m:e>
                            </m:d>
                            <m:r>
                              <a:rPr lang="en-US" b="0" i="1">
                                <a:latin typeface="Cambria Math" panose="02040503050406030204" pitchFamily="18" charset="0"/>
                              </a:rPr>
                              <m:t> −(2 −0)</m:t>
                            </m:r>
                          </m:num>
                          <m:den>
                            <m:r>
                              <a:rPr lang="en-US" b="0" i="1">
                                <a:latin typeface="Cambria Math" panose="02040503050406030204" pitchFamily="18" charset="0"/>
                              </a:rPr>
                              <m:t>(2 −0)</m:t>
                            </m:r>
                          </m:den>
                        </m:f>
                      </m:e>
                    </m:box>
                    <m:r>
                      <a:rPr lang="en-US" b="0" i="1">
                        <a:latin typeface="Cambria Math" panose="02040503050406030204" pitchFamily="18" charset="0"/>
                      </a:rPr>
                      <m:t>=−1&lt;0</m:t>
                    </m:r>
                  </m:oMath>
                </a14:m>
                <a:endParaRPr lang="en-US" i="1" dirty="0"/>
              </a:p>
              <a:p>
                <a:pPr indent="-228600">
                  <a:lnSpc>
                    <a:spcPct val="90000"/>
                  </a:lnSpc>
                  <a:spcAft>
                    <a:spcPts val="600"/>
                  </a:spcAft>
                  <a:buFont typeface="Arial" panose="020B0604020202020204" pitchFamily="34" charset="0"/>
                  <a:buChar char="•"/>
                </a:pPr>
                <a:endParaRPr lang="en-US" i="1" dirty="0"/>
              </a:p>
            </p:txBody>
          </p:sp>
        </mc:Choice>
        <mc:Fallback>
          <p:sp>
            <p:nvSpPr>
              <p:cNvPr id="3" name="ZoneTexte 2">
                <a:extLst>
                  <a:ext uri="{FF2B5EF4-FFF2-40B4-BE49-F238E27FC236}">
                    <a16:creationId xmlns:a16="http://schemas.microsoft.com/office/drawing/2014/main" id="{CC9FE004-1C6E-4667-8710-CA96506DE21E}"/>
                  </a:ext>
                </a:extLst>
              </p:cNvPr>
              <p:cNvSpPr txBox="1">
                <a:spLocks noRot="1" noChangeAspect="1" noMove="1" noResize="1" noEditPoints="1" noAdjustHandles="1" noChangeArrowheads="1" noChangeShapeType="1" noTextEdit="1"/>
              </p:cNvSpPr>
              <p:nvPr/>
            </p:nvSpPr>
            <p:spPr>
              <a:xfrm>
                <a:off x="838200" y="1825625"/>
                <a:ext cx="5393361" cy="4351338"/>
              </a:xfrm>
              <a:prstGeom prst="rect">
                <a:avLst/>
              </a:prstGeom>
              <a:blipFill>
                <a:blip r:embed="rId2"/>
                <a:stretch>
                  <a:fillRect l="-941" t="-581"/>
                </a:stretch>
              </a:blipFill>
            </p:spPr>
            <p:txBody>
              <a:bodyPr/>
              <a:lstStyle/>
              <a:p>
                <a:r>
                  <a:rPr lang="en-NL">
                    <a:noFill/>
                  </a:rPr>
                  <a:t> </a:t>
                </a:r>
              </a:p>
            </p:txBody>
          </p:sp>
        </mc:Fallback>
      </mc:AlternateContent>
      <p:sp>
        <p:nvSpPr>
          <p:cNvPr id="15" name="Oval 14">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77008" y="5228027"/>
            <a:ext cx="1107241" cy="10772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mc:AlternateContent xmlns:mc="http://schemas.openxmlformats.org/markup-compatibility/2006">
        <mc:Choice xmlns:a14="http://schemas.microsoft.com/office/drawing/2010/main" Requires="a14">
          <p:graphicFrame>
            <p:nvGraphicFramePr>
              <p:cNvPr id="6" name="Tableau 5">
                <a:extLst>
                  <a:ext uri="{FF2B5EF4-FFF2-40B4-BE49-F238E27FC236}">
                    <a16:creationId xmlns:a16="http://schemas.microsoft.com/office/drawing/2014/main" id="{C960491C-B5FD-4D83-9566-AD3C9234B2D6}"/>
                  </a:ext>
                </a:extLst>
              </p:cNvPr>
              <p:cNvGraphicFramePr>
                <a:graphicFrameLocks noGrp="1"/>
              </p:cNvGraphicFramePr>
              <p:nvPr>
                <p:extLst>
                  <p:ext uri="{D42A27DB-BD31-4B8C-83A1-F6EECF244321}">
                    <p14:modId xmlns:p14="http://schemas.microsoft.com/office/powerpoint/2010/main" val="355976022"/>
                  </p:ext>
                </p:extLst>
              </p:nvPr>
            </p:nvGraphicFramePr>
            <p:xfrm>
              <a:off x="6530535" y="2166487"/>
              <a:ext cx="5009204" cy="3600142"/>
            </p:xfrm>
            <a:graphic>
              <a:graphicData uri="http://schemas.openxmlformats.org/drawingml/2006/table">
                <a:tbl>
                  <a:tblPr firstRow="1" bandRow="1">
                    <a:tableStyleId>{21E4AEA4-8DFA-4A89-87EB-49C32662AFE0}</a:tableStyleId>
                  </a:tblPr>
                  <a:tblGrid>
                    <a:gridCol w="1720516">
                      <a:extLst>
                        <a:ext uri="{9D8B030D-6E8A-4147-A177-3AD203B41FA5}">
                          <a16:colId xmlns:a16="http://schemas.microsoft.com/office/drawing/2014/main" val="3196339109"/>
                        </a:ext>
                      </a:extLst>
                    </a:gridCol>
                    <a:gridCol w="1141727">
                      <a:extLst>
                        <a:ext uri="{9D8B030D-6E8A-4147-A177-3AD203B41FA5}">
                          <a16:colId xmlns:a16="http://schemas.microsoft.com/office/drawing/2014/main" val="623701906"/>
                        </a:ext>
                      </a:extLst>
                    </a:gridCol>
                    <a:gridCol w="944685">
                      <a:extLst>
                        <a:ext uri="{9D8B030D-6E8A-4147-A177-3AD203B41FA5}">
                          <a16:colId xmlns:a16="http://schemas.microsoft.com/office/drawing/2014/main" val="4094391380"/>
                        </a:ext>
                      </a:extLst>
                    </a:gridCol>
                    <a:gridCol w="1202276">
                      <a:extLst>
                        <a:ext uri="{9D8B030D-6E8A-4147-A177-3AD203B41FA5}">
                          <a16:colId xmlns:a16="http://schemas.microsoft.com/office/drawing/2014/main" val="3619983102"/>
                        </a:ext>
                      </a:extLst>
                    </a:gridCol>
                  </a:tblGrid>
                  <a:tr h="794046">
                    <a:tc>
                      <a:txBody>
                        <a:bodyPr/>
                        <a:lstStyle/>
                        <a:p>
                          <a:pPr algn="ctr"/>
                          <a:r>
                            <a:rPr lang="fr-FR" sz="1600" b="1" cap="all" spc="60" err="1">
                              <a:solidFill>
                                <a:schemeClr val="tx1"/>
                              </a:solidFill>
                              <a:latin typeface="Arial" panose="020B0604020202020204" pitchFamily="34" charset="0"/>
                              <a:cs typeface="Arial" panose="020B0604020202020204" pitchFamily="34" charset="0"/>
                            </a:rPr>
                            <a:t>Temperature</a:t>
                          </a:r>
                          <a:r>
                            <a:rPr lang="fr-FR" sz="1600" b="1" cap="all" spc="60">
                              <a:solidFill>
                                <a:schemeClr val="tx1"/>
                              </a:solidFill>
                              <a:latin typeface="Arial" panose="020B0604020202020204" pitchFamily="34" charset="0"/>
                              <a:cs typeface="Arial" panose="020B0604020202020204" pitchFamily="34" charset="0"/>
                            </a:rPr>
                            <a:t>
</a:t>
                          </a:r>
                        </a:p>
                      </a:txBody>
                      <a:tcPr marL="94529" marR="94529" marT="94529" marB="94529" anchor="b"/>
                    </a:tc>
                    <a:tc>
                      <a:txBody>
                        <a:bodyPr/>
                        <a:lstStyle/>
                        <a:p>
                          <a:pPr algn="ctr"/>
                          <a:r>
                            <a:rPr lang="fr-FR" sz="1600" b="1" cap="all" spc="60" dirty="0">
                              <a:solidFill>
                                <a:schemeClr val="tx1"/>
                              </a:solidFill>
                              <a:latin typeface="Arial" panose="020B0604020202020204" pitchFamily="34" charset="0"/>
                              <a:cs typeface="Arial" panose="020B0604020202020204" pitchFamily="34" charset="0"/>
                            </a:rPr>
                            <a:t>Number of </a:t>
                          </a:r>
                          <a:r>
                            <a:rPr lang="fr-FR" sz="1600" b="1" cap="all" spc="60" dirty="0" err="1">
                              <a:solidFill>
                                <a:schemeClr val="tx1"/>
                              </a:solidFill>
                              <a:latin typeface="Arial" panose="020B0604020202020204" pitchFamily="34" charset="0"/>
                              <a:cs typeface="Arial" panose="020B0604020202020204" pitchFamily="34" charset="0"/>
                            </a:rPr>
                            <a:t>days</a:t>
                          </a:r>
                          <a:r>
                            <a:rPr lang="fr-FR" sz="1600" b="1" cap="all" spc="60" dirty="0">
                              <a:solidFill>
                                <a:schemeClr val="tx1"/>
                              </a:solidFill>
                              <a:latin typeface="Arial" panose="020B0604020202020204" pitchFamily="34" charset="0"/>
                              <a:cs typeface="Arial" panose="020B0604020202020204" pitchFamily="34" charset="0"/>
                            </a:rPr>
                            <a:t>
</a:t>
                          </a:r>
                        </a:p>
                      </a:txBody>
                      <a:tcPr marL="94529" marR="94529" marT="94529" marB="94529" anchor="b"/>
                    </a:tc>
                    <a:tc>
                      <a:txBody>
                        <a:bodyPr/>
                        <a:lstStyle/>
                        <a:p>
                          <a:pPr algn="ctr"/>
                          <a14:m>
                            <m:oMathPara xmlns:m="http://schemas.openxmlformats.org/officeDocument/2006/math">
                              <m:oMathParaPr>
                                <m:jc m:val="centerGroup"/>
                              </m:oMathParaPr>
                              <m:oMath xmlns:m="http://schemas.openxmlformats.org/officeDocument/2006/math">
                                <m:sSubSup>
                                  <m:sSubSupPr>
                                    <m:ctrlPr>
                                      <a:rPr lang="fr-FR" sz="1600" b="1" cap="all" spc="60" smtClean="0">
                                        <a:solidFill>
                                          <a:schemeClr val="tx1"/>
                                        </a:solidFill>
                                      </a:rPr>
                                    </m:ctrlPr>
                                  </m:sSubSupPr>
                                  <m:e>
                                    <m:r>
                                      <a:rPr lang="fr-FR" sz="1600" b="1" cap="all" spc="60" smtClean="0">
                                        <a:solidFill>
                                          <a:schemeClr val="tx1"/>
                                        </a:solidFill>
                                      </a:rPr>
                                      <m:t>𝒇</m:t>
                                    </m:r>
                                  </m:e>
                                  <m:sub>
                                    <m:r>
                                      <a:rPr lang="fr-FR" sz="1600" b="1" cap="all" spc="60">
                                        <a:solidFill>
                                          <a:schemeClr val="tx1"/>
                                        </a:solidFill>
                                      </a:rPr>
                                      <m:t>𝒊</m:t>
                                    </m:r>
                                  </m:sub>
                                  <m:sup>
                                    <m:r>
                                      <a:rPr lang="fr-FR" sz="1600" b="1" cap="all" spc="60">
                                        <a:solidFill>
                                          <a:schemeClr val="tx1"/>
                                        </a:solidFill>
                                      </a:rPr>
                                      <m:t>+</m:t>
                                    </m:r>
                                  </m:sup>
                                </m:sSubSup>
                              </m:oMath>
                            </m:oMathPara>
                          </a14:m>
                          <a:endParaRPr lang="fr-FR" sz="1600" b="1" cap="all" spc="60">
                            <a:solidFill>
                              <a:schemeClr val="tx1"/>
                            </a:solidFill>
                            <a:latin typeface="Arial" panose="020B0604020202020204" pitchFamily="34" charset="0"/>
                            <a:cs typeface="Arial" panose="020B0604020202020204" pitchFamily="34" charset="0"/>
                          </a:endParaRPr>
                        </a:p>
                      </a:txBody>
                      <a:tcPr marL="94529" marR="94529" marT="94529" marB="94529" anchor="b"/>
                    </a:tc>
                    <a:tc>
                      <a:txBody>
                        <a:bodyPr/>
                        <a:lstStyle/>
                        <a:p>
                          <a:pPr algn="ctr"/>
                          <a14:m>
                            <m:oMathPara xmlns:m="http://schemas.openxmlformats.org/officeDocument/2006/math">
                              <m:oMathParaPr>
                                <m:jc m:val="centerGroup"/>
                              </m:oMathParaPr>
                              <m:oMath xmlns:m="http://schemas.openxmlformats.org/officeDocument/2006/math">
                                <m:sSub>
                                  <m:sSubPr>
                                    <m:ctrlPr>
                                      <a:rPr lang="fr-FR" sz="1600" b="1" cap="all" spc="60" smtClean="0">
                                        <a:solidFill>
                                          <a:schemeClr val="tx1"/>
                                        </a:solidFill>
                                      </a:rPr>
                                    </m:ctrlPr>
                                  </m:sSubPr>
                                  <m:e>
                                    <m:r>
                                      <a:rPr lang="fr-FR" sz="1600" b="1" cap="all" spc="60" smtClean="0">
                                        <a:solidFill>
                                          <a:schemeClr val="tx1"/>
                                        </a:solidFill>
                                      </a:rPr>
                                      <m:t>𝒇</m:t>
                                    </m:r>
                                  </m:e>
                                  <m:sub>
                                    <m:r>
                                      <a:rPr lang="fr-FR" sz="1600" b="1" cap="all" spc="60" smtClean="0">
                                        <a:solidFill>
                                          <a:schemeClr val="tx1"/>
                                        </a:solidFill>
                                      </a:rPr>
                                      <m:t>𝒊</m:t>
                                    </m:r>
                                  </m:sub>
                                </m:sSub>
                              </m:oMath>
                            </m:oMathPara>
                          </a14:m>
                          <a:endParaRPr lang="fr-FR" sz="1600" b="1" cap="all" spc="60" dirty="0">
                            <a:solidFill>
                              <a:schemeClr val="tx1"/>
                            </a:solidFill>
                            <a:latin typeface="Arial" panose="020B0604020202020204" pitchFamily="34" charset="0"/>
                            <a:cs typeface="Arial" panose="020B0604020202020204" pitchFamily="34" charset="0"/>
                          </a:endParaRPr>
                        </a:p>
                      </a:txBody>
                      <a:tcPr marL="94529" marR="94529" marT="94529" marB="94529" anchor="b"/>
                    </a:tc>
                    <a:extLst>
                      <a:ext uri="{0D108BD9-81ED-4DB2-BD59-A6C34878D82A}">
                        <a16:rowId xmlns:a16="http://schemas.microsoft.com/office/drawing/2014/main" val="751406549"/>
                      </a:ext>
                    </a:extLst>
                  </a:tr>
                  <a:tr h="431684">
                    <a:tc>
                      <a:txBody>
                        <a:bodyPr/>
                        <a:lstStyle/>
                        <a:p>
                          <a:r>
                            <a:rPr lang="fr-FR" sz="2000" cap="none" spc="0" dirty="0">
                              <a:solidFill>
                                <a:schemeClr val="tx1"/>
                              </a:solidFill>
                              <a:latin typeface="Arial" panose="020B0604020202020204" pitchFamily="34" charset="0"/>
                              <a:cs typeface="Arial" panose="020B0604020202020204" pitchFamily="34" charset="0"/>
                            </a:rPr>
                            <a:t>-1</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40</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20%</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20%</a:t>
                          </a:r>
                        </a:p>
                      </a:txBody>
                      <a:tcPr marL="94529" marR="94529" marT="47265" marB="94529"/>
                    </a:tc>
                    <a:extLst>
                      <a:ext uri="{0D108BD9-81ED-4DB2-BD59-A6C34878D82A}">
                        <a16:rowId xmlns:a16="http://schemas.microsoft.com/office/drawing/2014/main" val="1597273899"/>
                      </a:ext>
                    </a:extLst>
                  </a:tr>
                  <a:tr h="431684">
                    <a:tc>
                      <a:txBody>
                        <a:bodyPr/>
                        <a:lstStyle/>
                        <a:p>
                          <a:r>
                            <a:rPr lang="fr-FR" sz="2000" cap="none" spc="0">
                              <a:solidFill>
                                <a:schemeClr val="tx1"/>
                              </a:solidFill>
                              <a:latin typeface="Arial" panose="020B0604020202020204" pitchFamily="34" charset="0"/>
                              <a:cs typeface="Arial" panose="020B0604020202020204" pitchFamily="34" charset="0"/>
                            </a:rPr>
                            <a:t>0</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34</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37%</a:t>
                          </a:r>
                        </a:p>
                      </a:txBody>
                      <a:tcPr marL="94529" marR="94529" marT="47265" marB="94529"/>
                    </a:tc>
                    <a:tc>
                      <a:txBody>
                        <a:bodyPr/>
                        <a:lstStyle/>
                        <a:p>
                          <a:r>
                            <a:rPr lang="fr-FR" sz="2000" cap="none" spc="0" dirty="0">
                              <a:solidFill>
                                <a:schemeClr val="tx1"/>
                              </a:solidFill>
                              <a:latin typeface="Arial" panose="020B0604020202020204" pitchFamily="34" charset="0"/>
                              <a:cs typeface="Arial" panose="020B0604020202020204" pitchFamily="34" charset="0"/>
                            </a:rPr>
                            <a:t>17%</a:t>
                          </a:r>
                        </a:p>
                      </a:txBody>
                      <a:tcPr marL="94529" marR="94529" marT="47265" marB="94529"/>
                    </a:tc>
                    <a:extLst>
                      <a:ext uri="{0D108BD9-81ED-4DB2-BD59-A6C34878D82A}">
                        <a16:rowId xmlns:a16="http://schemas.microsoft.com/office/drawing/2014/main" val="3340744488"/>
                      </a:ext>
                    </a:extLst>
                  </a:tr>
                  <a:tr h="431684">
                    <a:tc>
                      <a:txBody>
                        <a:bodyPr/>
                        <a:lstStyle/>
                        <a:p>
                          <a:r>
                            <a:rPr lang="fr-FR" sz="2000" cap="none" spc="0">
                              <a:solidFill>
                                <a:schemeClr val="tx1"/>
                              </a:solidFill>
                              <a:latin typeface="Arial" panose="020B0604020202020204" pitchFamily="34" charset="0"/>
                              <a:cs typeface="Arial" panose="020B0604020202020204" pitchFamily="34" charset="0"/>
                            </a:rPr>
                            <a:t>2</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86</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80%</a:t>
                          </a:r>
                        </a:p>
                      </a:txBody>
                      <a:tcPr marL="94529" marR="94529" marT="47265" marB="94529"/>
                    </a:tc>
                    <a:tc>
                      <a:txBody>
                        <a:bodyPr/>
                        <a:lstStyle/>
                        <a:p>
                          <a:r>
                            <a:rPr lang="fr-FR" sz="2000" cap="none" spc="0" dirty="0">
                              <a:solidFill>
                                <a:schemeClr val="tx1"/>
                              </a:solidFill>
                              <a:latin typeface="Arial" panose="020B0604020202020204" pitchFamily="34" charset="0"/>
                              <a:cs typeface="Arial" panose="020B0604020202020204" pitchFamily="34" charset="0"/>
                            </a:rPr>
                            <a:t>43%</a:t>
                          </a:r>
                        </a:p>
                      </a:txBody>
                      <a:tcPr marL="94529" marR="94529" marT="47265" marB="94529"/>
                    </a:tc>
                    <a:extLst>
                      <a:ext uri="{0D108BD9-81ED-4DB2-BD59-A6C34878D82A}">
                        <a16:rowId xmlns:a16="http://schemas.microsoft.com/office/drawing/2014/main" val="3117472185"/>
                      </a:ext>
                    </a:extLst>
                  </a:tr>
                  <a:tr h="431684">
                    <a:tc>
                      <a:txBody>
                        <a:bodyPr/>
                        <a:lstStyle/>
                        <a:p>
                          <a:r>
                            <a:rPr lang="fr-FR" sz="2000" cap="none" spc="0">
                              <a:solidFill>
                                <a:schemeClr val="tx1"/>
                              </a:solidFill>
                              <a:latin typeface="Arial" panose="020B0604020202020204" pitchFamily="34" charset="0"/>
                              <a:cs typeface="Arial" panose="020B0604020202020204" pitchFamily="34" charset="0"/>
                            </a:rPr>
                            <a:t>3</a:t>
                          </a:r>
                        </a:p>
                      </a:txBody>
                      <a:tcPr marL="94529" marR="94529" marT="47265" marB="94529"/>
                    </a:tc>
                    <a:tc>
                      <a:txBody>
                        <a:bodyPr/>
                        <a:lstStyle/>
                        <a:p>
                          <a:r>
                            <a:rPr lang="fr-FR" sz="2000" cap="none" spc="0" dirty="0">
                              <a:solidFill>
                                <a:schemeClr val="tx1"/>
                              </a:solidFill>
                              <a:latin typeface="Arial" panose="020B0604020202020204" pitchFamily="34" charset="0"/>
                              <a:cs typeface="Arial" panose="020B0604020202020204" pitchFamily="34" charset="0"/>
                            </a:rPr>
                            <a:t>20</a:t>
                          </a:r>
                        </a:p>
                      </a:txBody>
                      <a:tcPr marL="94529" marR="94529" marT="47265" marB="94529"/>
                    </a:tc>
                    <a:tc>
                      <a:txBody>
                        <a:bodyPr/>
                        <a:lstStyle/>
                        <a:p>
                          <a:r>
                            <a:rPr lang="fr-FR" sz="2000" cap="none" spc="0" dirty="0">
                              <a:solidFill>
                                <a:schemeClr val="tx1"/>
                              </a:solidFill>
                              <a:latin typeface="Arial" panose="020B0604020202020204" pitchFamily="34" charset="0"/>
                              <a:cs typeface="Arial" panose="020B0604020202020204" pitchFamily="34" charset="0"/>
                            </a:rPr>
                            <a:t>90%</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10%</a:t>
                          </a:r>
                        </a:p>
                      </a:txBody>
                      <a:tcPr marL="94529" marR="94529" marT="47265" marB="94529"/>
                    </a:tc>
                    <a:extLst>
                      <a:ext uri="{0D108BD9-81ED-4DB2-BD59-A6C34878D82A}">
                        <a16:rowId xmlns:a16="http://schemas.microsoft.com/office/drawing/2014/main" val="2961163649"/>
                      </a:ext>
                    </a:extLst>
                  </a:tr>
                  <a:tr h="431684">
                    <a:tc>
                      <a:txBody>
                        <a:bodyPr/>
                        <a:lstStyle/>
                        <a:p>
                          <a:r>
                            <a:rPr lang="fr-FR" sz="2000" cap="none" spc="0">
                              <a:solidFill>
                                <a:schemeClr val="tx1"/>
                              </a:solidFill>
                              <a:latin typeface="Arial" panose="020B0604020202020204" pitchFamily="34" charset="0"/>
                              <a:cs typeface="Arial" panose="020B0604020202020204" pitchFamily="34" charset="0"/>
                            </a:rPr>
                            <a:t>7</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20</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100%</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10%</a:t>
                          </a:r>
                        </a:p>
                      </a:txBody>
                      <a:tcPr marL="94529" marR="94529" marT="47265" marB="94529"/>
                    </a:tc>
                    <a:extLst>
                      <a:ext uri="{0D108BD9-81ED-4DB2-BD59-A6C34878D82A}">
                        <a16:rowId xmlns:a16="http://schemas.microsoft.com/office/drawing/2014/main" val="2867687223"/>
                      </a:ext>
                    </a:extLst>
                  </a:tr>
                  <a:tr h="431684">
                    <a:tc>
                      <a:txBody>
                        <a:bodyPr/>
                        <a:lstStyle/>
                        <a:p>
                          <a:r>
                            <a:rPr lang="fr-FR" sz="2000" b="1" cap="none" spc="0">
                              <a:solidFill>
                                <a:schemeClr val="tx1"/>
                              </a:solidFill>
                              <a:latin typeface="Arial" panose="020B0604020202020204" pitchFamily="34" charset="0"/>
                              <a:cs typeface="Arial" panose="020B0604020202020204" pitchFamily="34" charset="0"/>
                            </a:rPr>
                            <a:t>Total </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200</a:t>
                          </a:r>
                        </a:p>
                      </a:txBody>
                      <a:tcPr marL="94529" marR="94529" marT="47265" marB="94529"/>
                    </a:tc>
                    <a:tc>
                      <a:txBody>
                        <a:bodyPr/>
                        <a:lstStyle/>
                        <a:p>
                          <a:endParaRPr lang="fr-FR" sz="2000" cap="none" spc="0">
                            <a:solidFill>
                              <a:schemeClr val="tx1"/>
                            </a:solidFill>
                            <a:latin typeface="Arial" panose="020B0604020202020204" pitchFamily="34" charset="0"/>
                            <a:cs typeface="Arial" panose="020B0604020202020204" pitchFamily="34" charset="0"/>
                          </a:endParaRPr>
                        </a:p>
                      </a:txBody>
                      <a:tcPr marL="94529" marR="94529" marT="47265" marB="94529"/>
                    </a:tc>
                    <a:tc>
                      <a:txBody>
                        <a:bodyPr/>
                        <a:lstStyle/>
                        <a:p>
                          <a:r>
                            <a:rPr lang="fr-FR" sz="2000" cap="none" spc="0" dirty="0">
                              <a:solidFill>
                                <a:schemeClr val="tx1"/>
                              </a:solidFill>
                              <a:latin typeface="Arial" panose="020B0604020202020204" pitchFamily="34" charset="0"/>
                              <a:cs typeface="Arial" panose="020B0604020202020204" pitchFamily="34" charset="0"/>
                            </a:rPr>
                            <a:t>100%</a:t>
                          </a:r>
                        </a:p>
                      </a:txBody>
                      <a:tcPr marL="94529" marR="94529" marT="47265" marB="94529"/>
                    </a:tc>
                    <a:extLst>
                      <a:ext uri="{0D108BD9-81ED-4DB2-BD59-A6C34878D82A}">
                        <a16:rowId xmlns:a16="http://schemas.microsoft.com/office/drawing/2014/main" val="694170854"/>
                      </a:ext>
                    </a:extLst>
                  </a:tr>
                </a:tbl>
              </a:graphicData>
            </a:graphic>
          </p:graphicFrame>
        </mc:Choice>
        <mc:Fallback>
          <p:graphicFrame>
            <p:nvGraphicFramePr>
              <p:cNvPr id="6" name="Tableau 5">
                <a:extLst>
                  <a:ext uri="{FF2B5EF4-FFF2-40B4-BE49-F238E27FC236}">
                    <a16:creationId xmlns:a16="http://schemas.microsoft.com/office/drawing/2014/main" id="{C960491C-B5FD-4D83-9566-AD3C9234B2D6}"/>
                  </a:ext>
                </a:extLst>
              </p:cNvPr>
              <p:cNvGraphicFramePr>
                <a:graphicFrameLocks noGrp="1"/>
              </p:cNvGraphicFramePr>
              <p:nvPr>
                <p:extLst>
                  <p:ext uri="{D42A27DB-BD31-4B8C-83A1-F6EECF244321}">
                    <p14:modId xmlns:p14="http://schemas.microsoft.com/office/powerpoint/2010/main" val="355976022"/>
                  </p:ext>
                </p:extLst>
              </p:nvPr>
            </p:nvGraphicFramePr>
            <p:xfrm>
              <a:off x="6530535" y="2166487"/>
              <a:ext cx="5009204" cy="3600142"/>
            </p:xfrm>
            <a:graphic>
              <a:graphicData uri="http://schemas.openxmlformats.org/drawingml/2006/table">
                <a:tbl>
                  <a:tblPr firstRow="1" bandRow="1">
                    <a:tableStyleId>{21E4AEA4-8DFA-4A89-87EB-49C32662AFE0}</a:tableStyleId>
                  </a:tblPr>
                  <a:tblGrid>
                    <a:gridCol w="1720516">
                      <a:extLst>
                        <a:ext uri="{9D8B030D-6E8A-4147-A177-3AD203B41FA5}">
                          <a16:colId xmlns:a16="http://schemas.microsoft.com/office/drawing/2014/main" val="3196339109"/>
                        </a:ext>
                      </a:extLst>
                    </a:gridCol>
                    <a:gridCol w="1141727">
                      <a:extLst>
                        <a:ext uri="{9D8B030D-6E8A-4147-A177-3AD203B41FA5}">
                          <a16:colId xmlns:a16="http://schemas.microsoft.com/office/drawing/2014/main" val="623701906"/>
                        </a:ext>
                      </a:extLst>
                    </a:gridCol>
                    <a:gridCol w="944685">
                      <a:extLst>
                        <a:ext uri="{9D8B030D-6E8A-4147-A177-3AD203B41FA5}">
                          <a16:colId xmlns:a16="http://schemas.microsoft.com/office/drawing/2014/main" val="4094391380"/>
                        </a:ext>
                      </a:extLst>
                    </a:gridCol>
                    <a:gridCol w="1202276">
                      <a:extLst>
                        <a:ext uri="{9D8B030D-6E8A-4147-A177-3AD203B41FA5}">
                          <a16:colId xmlns:a16="http://schemas.microsoft.com/office/drawing/2014/main" val="3619983102"/>
                        </a:ext>
                      </a:extLst>
                    </a:gridCol>
                  </a:tblGrid>
                  <a:tr h="920578">
                    <a:tc>
                      <a:txBody>
                        <a:bodyPr/>
                        <a:lstStyle/>
                        <a:p>
                          <a:pPr algn="ctr"/>
                          <a:r>
                            <a:rPr lang="fr-FR" sz="1600" b="1" cap="all" spc="60" err="1">
                              <a:solidFill>
                                <a:schemeClr val="tx1"/>
                              </a:solidFill>
                              <a:latin typeface="Arial" panose="020B0604020202020204" pitchFamily="34" charset="0"/>
                              <a:cs typeface="Arial" panose="020B0604020202020204" pitchFamily="34" charset="0"/>
                            </a:rPr>
                            <a:t>Temperature</a:t>
                          </a:r>
                          <a:r>
                            <a:rPr lang="fr-FR" sz="1600" b="1" cap="all" spc="60">
                              <a:solidFill>
                                <a:schemeClr val="tx1"/>
                              </a:solidFill>
                              <a:latin typeface="Arial" panose="020B0604020202020204" pitchFamily="34" charset="0"/>
                              <a:cs typeface="Arial" panose="020B0604020202020204" pitchFamily="34" charset="0"/>
                            </a:rPr>
                            <a:t>
</a:t>
                          </a:r>
                        </a:p>
                      </a:txBody>
                      <a:tcPr marL="94529" marR="94529" marT="94529" marB="94529" anchor="b"/>
                    </a:tc>
                    <a:tc>
                      <a:txBody>
                        <a:bodyPr/>
                        <a:lstStyle/>
                        <a:p>
                          <a:pPr algn="ctr"/>
                          <a:r>
                            <a:rPr lang="fr-FR" sz="1600" b="1" cap="all" spc="60" dirty="0">
                              <a:solidFill>
                                <a:schemeClr val="tx1"/>
                              </a:solidFill>
                              <a:latin typeface="Arial" panose="020B0604020202020204" pitchFamily="34" charset="0"/>
                              <a:cs typeface="Arial" panose="020B0604020202020204" pitchFamily="34" charset="0"/>
                            </a:rPr>
                            <a:t>Number of </a:t>
                          </a:r>
                          <a:r>
                            <a:rPr lang="fr-FR" sz="1600" b="1" cap="all" spc="60" dirty="0" err="1">
                              <a:solidFill>
                                <a:schemeClr val="tx1"/>
                              </a:solidFill>
                              <a:latin typeface="Arial" panose="020B0604020202020204" pitchFamily="34" charset="0"/>
                              <a:cs typeface="Arial" panose="020B0604020202020204" pitchFamily="34" charset="0"/>
                            </a:rPr>
                            <a:t>days</a:t>
                          </a:r>
                          <a:r>
                            <a:rPr lang="fr-FR" sz="1600" b="1" cap="all" spc="60" dirty="0">
                              <a:solidFill>
                                <a:schemeClr val="tx1"/>
                              </a:solidFill>
                              <a:latin typeface="Arial" panose="020B0604020202020204" pitchFamily="34" charset="0"/>
                              <a:cs typeface="Arial" panose="020B0604020202020204" pitchFamily="34" charset="0"/>
                            </a:rPr>
                            <a:t>
</a:t>
                          </a:r>
                        </a:p>
                      </a:txBody>
                      <a:tcPr marL="94529" marR="94529" marT="94529" marB="94529" anchor="b"/>
                    </a:tc>
                    <a:tc>
                      <a:txBody>
                        <a:bodyPr/>
                        <a:lstStyle/>
                        <a:p>
                          <a:endParaRPr lang="en-NL"/>
                        </a:p>
                      </a:txBody>
                      <a:tcPr marL="94529" marR="94529" marT="94529" marB="94529" anchor="b">
                        <a:blipFill>
                          <a:blip r:embed="rId3"/>
                          <a:stretch>
                            <a:fillRect l="-306757" t="-1370" r="-132432" b="-295890"/>
                          </a:stretch>
                        </a:blipFill>
                      </a:tcPr>
                    </a:tc>
                    <a:tc>
                      <a:txBody>
                        <a:bodyPr/>
                        <a:lstStyle/>
                        <a:p>
                          <a:endParaRPr lang="en-NL"/>
                        </a:p>
                      </a:txBody>
                      <a:tcPr marL="94529" marR="94529" marT="94529" marB="94529" anchor="b">
                        <a:blipFill>
                          <a:blip r:embed="rId3"/>
                          <a:stretch>
                            <a:fillRect l="-316842" t="-1370" r="-3158" b="-295890"/>
                          </a:stretch>
                        </a:blipFill>
                      </a:tcPr>
                    </a:tc>
                    <a:extLst>
                      <a:ext uri="{0D108BD9-81ED-4DB2-BD59-A6C34878D82A}">
                        <a16:rowId xmlns:a16="http://schemas.microsoft.com/office/drawing/2014/main" val="751406549"/>
                      </a:ext>
                    </a:extLst>
                  </a:tr>
                  <a:tr h="446594">
                    <a:tc>
                      <a:txBody>
                        <a:bodyPr/>
                        <a:lstStyle/>
                        <a:p>
                          <a:r>
                            <a:rPr lang="fr-FR" sz="2000" cap="none" spc="0" dirty="0">
                              <a:solidFill>
                                <a:schemeClr val="tx1"/>
                              </a:solidFill>
                              <a:latin typeface="Arial" panose="020B0604020202020204" pitchFamily="34" charset="0"/>
                              <a:cs typeface="Arial" panose="020B0604020202020204" pitchFamily="34" charset="0"/>
                            </a:rPr>
                            <a:t>-1</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40</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20%</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20%</a:t>
                          </a:r>
                        </a:p>
                      </a:txBody>
                      <a:tcPr marL="94529" marR="94529" marT="47265" marB="94529"/>
                    </a:tc>
                    <a:extLst>
                      <a:ext uri="{0D108BD9-81ED-4DB2-BD59-A6C34878D82A}">
                        <a16:rowId xmlns:a16="http://schemas.microsoft.com/office/drawing/2014/main" val="1597273899"/>
                      </a:ext>
                    </a:extLst>
                  </a:tr>
                  <a:tr h="446594">
                    <a:tc>
                      <a:txBody>
                        <a:bodyPr/>
                        <a:lstStyle/>
                        <a:p>
                          <a:r>
                            <a:rPr lang="fr-FR" sz="2000" cap="none" spc="0">
                              <a:solidFill>
                                <a:schemeClr val="tx1"/>
                              </a:solidFill>
                              <a:latin typeface="Arial" panose="020B0604020202020204" pitchFamily="34" charset="0"/>
                              <a:cs typeface="Arial" panose="020B0604020202020204" pitchFamily="34" charset="0"/>
                            </a:rPr>
                            <a:t>0</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34</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37%</a:t>
                          </a:r>
                        </a:p>
                      </a:txBody>
                      <a:tcPr marL="94529" marR="94529" marT="47265" marB="94529"/>
                    </a:tc>
                    <a:tc>
                      <a:txBody>
                        <a:bodyPr/>
                        <a:lstStyle/>
                        <a:p>
                          <a:r>
                            <a:rPr lang="fr-FR" sz="2000" cap="none" spc="0" dirty="0">
                              <a:solidFill>
                                <a:schemeClr val="tx1"/>
                              </a:solidFill>
                              <a:latin typeface="Arial" panose="020B0604020202020204" pitchFamily="34" charset="0"/>
                              <a:cs typeface="Arial" panose="020B0604020202020204" pitchFamily="34" charset="0"/>
                            </a:rPr>
                            <a:t>17%</a:t>
                          </a:r>
                        </a:p>
                      </a:txBody>
                      <a:tcPr marL="94529" marR="94529" marT="47265" marB="94529"/>
                    </a:tc>
                    <a:extLst>
                      <a:ext uri="{0D108BD9-81ED-4DB2-BD59-A6C34878D82A}">
                        <a16:rowId xmlns:a16="http://schemas.microsoft.com/office/drawing/2014/main" val="3340744488"/>
                      </a:ext>
                    </a:extLst>
                  </a:tr>
                  <a:tr h="446594">
                    <a:tc>
                      <a:txBody>
                        <a:bodyPr/>
                        <a:lstStyle/>
                        <a:p>
                          <a:r>
                            <a:rPr lang="fr-FR" sz="2000" cap="none" spc="0">
                              <a:solidFill>
                                <a:schemeClr val="tx1"/>
                              </a:solidFill>
                              <a:latin typeface="Arial" panose="020B0604020202020204" pitchFamily="34" charset="0"/>
                              <a:cs typeface="Arial" panose="020B0604020202020204" pitchFamily="34" charset="0"/>
                            </a:rPr>
                            <a:t>2</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86</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80%</a:t>
                          </a:r>
                        </a:p>
                      </a:txBody>
                      <a:tcPr marL="94529" marR="94529" marT="47265" marB="94529"/>
                    </a:tc>
                    <a:tc>
                      <a:txBody>
                        <a:bodyPr/>
                        <a:lstStyle/>
                        <a:p>
                          <a:r>
                            <a:rPr lang="fr-FR" sz="2000" cap="none" spc="0" dirty="0">
                              <a:solidFill>
                                <a:schemeClr val="tx1"/>
                              </a:solidFill>
                              <a:latin typeface="Arial" panose="020B0604020202020204" pitchFamily="34" charset="0"/>
                              <a:cs typeface="Arial" panose="020B0604020202020204" pitchFamily="34" charset="0"/>
                            </a:rPr>
                            <a:t>43%</a:t>
                          </a:r>
                        </a:p>
                      </a:txBody>
                      <a:tcPr marL="94529" marR="94529" marT="47265" marB="94529"/>
                    </a:tc>
                    <a:extLst>
                      <a:ext uri="{0D108BD9-81ED-4DB2-BD59-A6C34878D82A}">
                        <a16:rowId xmlns:a16="http://schemas.microsoft.com/office/drawing/2014/main" val="3117472185"/>
                      </a:ext>
                    </a:extLst>
                  </a:tr>
                  <a:tr h="446594">
                    <a:tc>
                      <a:txBody>
                        <a:bodyPr/>
                        <a:lstStyle/>
                        <a:p>
                          <a:r>
                            <a:rPr lang="fr-FR" sz="2000" cap="none" spc="0">
                              <a:solidFill>
                                <a:schemeClr val="tx1"/>
                              </a:solidFill>
                              <a:latin typeface="Arial" panose="020B0604020202020204" pitchFamily="34" charset="0"/>
                              <a:cs typeface="Arial" panose="020B0604020202020204" pitchFamily="34" charset="0"/>
                            </a:rPr>
                            <a:t>3</a:t>
                          </a:r>
                        </a:p>
                      </a:txBody>
                      <a:tcPr marL="94529" marR="94529" marT="47265" marB="94529"/>
                    </a:tc>
                    <a:tc>
                      <a:txBody>
                        <a:bodyPr/>
                        <a:lstStyle/>
                        <a:p>
                          <a:r>
                            <a:rPr lang="fr-FR" sz="2000" cap="none" spc="0" dirty="0">
                              <a:solidFill>
                                <a:schemeClr val="tx1"/>
                              </a:solidFill>
                              <a:latin typeface="Arial" panose="020B0604020202020204" pitchFamily="34" charset="0"/>
                              <a:cs typeface="Arial" panose="020B0604020202020204" pitchFamily="34" charset="0"/>
                            </a:rPr>
                            <a:t>20</a:t>
                          </a:r>
                        </a:p>
                      </a:txBody>
                      <a:tcPr marL="94529" marR="94529" marT="47265" marB="94529"/>
                    </a:tc>
                    <a:tc>
                      <a:txBody>
                        <a:bodyPr/>
                        <a:lstStyle/>
                        <a:p>
                          <a:r>
                            <a:rPr lang="fr-FR" sz="2000" cap="none" spc="0" dirty="0">
                              <a:solidFill>
                                <a:schemeClr val="tx1"/>
                              </a:solidFill>
                              <a:latin typeface="Arial" panose="020B0604020202020204" pitchFamily="34" charset="0"/>
                              <a:cs typeface="Arial" panose="020B0604020202020204" pitchFamily="34" charset="0"/>
                            </a:rPr>
                            <a:t>90%</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10%</a:t>
                          </a:r>
                        </a:p>
                      </a:txBody>
                      <a:tcPr marL="94529" marR="94529" marT="47265" marB="94529"/>
                    </a:tc>
                    <a:extLst>
                      <a:ext uri="{0D108BD9-81ED-4DB2-BD59-A6C34878D82A}">
                        <a16:rowId xmlns:a16="http://schemas.microsoft.com/office/drawing/2014/main" val="2961163649"/>
                      </a:ext>
                    </a:extLst>
                  </a:tr>
                  <a:tr h="446594">
                    <a:tc>
                      <a:txBody>
                        <a:bodyPr/>
                        <a:lstStyle/>
                        <a:p>
                          <a:r>
                            <a:rPr lang="fr-FR" sz="2000" cap="none" spc="0">
                              <a:solidFill>
                                <a:schemeClr val="tx1"/>
                              </a:solidFill>
                              <a:latin typeface="Arial" panose="020B0604020202020204" pitchFamily="34" charset="0"/>
                              <a:cs typeface="Arial" panose="020B0604020202020204" pitchFamily="34" charset="0"/>
                            </a:rPr>
                            <a:t>7</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20</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100%</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10%</a:t>
                          </a:r>
                        </a:p>
                      </a:txBody>
                      <a:tcPr marL="94529" marR="94529" marT="47265" marB="94529"/>
                    </a:tc>
                    <a:extLst>
                      <a:ext uri="{0D108BD9-81ED-4DB2-BD59-A6C34878D82A}">
                        <a16:rowId xmlns:a16="http://schemas.microsoft.com/office/drawing/2014/main" val="2867687223"/>
                      </a:ext>
                    </a:extLst>
                  </a:tr>
                  <a:tr h="446594">
                    <a:tc>
                      <a:txBody>
                        <a:bodyPr/>
                        <a:lstStyle/>
                        <a:p>
                          <a:r>
                            <a:rPr lang="fr-FR" sz="2000" b="1" cap="none" spc="0">
                              <a:solidFill>
                                <a:schemeClr val="tx1"/>
                              </a:solidFill>
                              <a:latin typeface="Arial" panose="020B0604020202020204" pitchFamily="34" charset="0"/>
                              <a:cs typeface="Arial" panose="020B0604020202020204" pitchFamily="34" charset="0"/>
                            </a:rPr>
                            <a:t>Total </a:t>
                          </a:r>
                        </a:p>
                      </a:txBody>
                      <a:tcPr marL="94529" marR="94529" marT="47265" marB="94529"/>
                    </a:tc>
                    <a:tc>
                      <a:txBody>
                        <a:bodyPr/>
                        <a:lstStyle/>
                        <a:p>
                          <a:r>
                            <a:rPr lang="fr-FR" sz="2000" cap="none" spc="0">
                              <a:solidFill>
                                <a:schemeClr val="tx1"/>
                              </a:solidFill>
                              <a:latin typeface="Arial" panose="020B0604020202020204" pitchFamily="34" charset="0"/>
                              <a:cs typeface="Arial" panose="020B0604020202020204" pitchFamily="34" charset="0"/>
                            </a:rPr>
                            <a:t>200</a:t>
                          </a:r>
                        </a:p>
                      </a:txBody>
                      <a:tcPr marL="94529" marR="94529" marT="47265" marB="94529"/>
                    </a:tc>
                    <a:tc>
                      <a:txBody>
                        <a:bodyPr/>
                        <a:lstStyle/>
                        <a:p>
                          <a:endParaRPr lang="fr-FR" sz="2000" cap="none" spc="0">
                            <a:solidFill>
                              <a:schemeClr val="tx1"/>
                            </a:solidFill>
                            <a:latin typeface="Arial" panose="020B0604020202020204" pitchFamily="34" charset="0"/>
                            <a:cs typeface="Arial" panose="020B0604020202020204" pitchFamily="34" charset="0"/>
                          </a:endParaRPr>
                        </a:p>
                      </a:txBody>
                      <a:tcPr marL="94529" marR="94529" marT="47265" marB="94529"/>
                    </a:tc>
                    <a:tc>
                      <a:txBody>
                        <a:bodyPr/>
                        <a:lstStyle/>
                        <a:p>
                          <a:r>
                            <a:rPr lang="fr-FR" sz="2000" cap="none" spc="0" dirty="0">
                              <a:solidFill>
                                <a:schemeClr val="tx1"/>
                              </a:solidFill>
                              <a:latin typeface="Arial" panose="020B0604020202020204" pitchFamily="34" charset="0"/>
                              <a:cs typeface="Arial" panose="020B0604020202020204" pitchFamily="34" charset="0"/>
                            </a:rPr>
                            <a:t>100%</a:t>
                          </a:r>
                        </a:p>
                      </a:txBody>
                      <a:tcPr marL="94529" marR="94529" marT="47265" marB="94529"/>
                    </a:tc>
                    <a:extLst>
                      <a:ext uri="{0D108BD9-81ED-4DB2-BD59-A6C34878D82A}">
                        <a16:rowId xmlns:a16="http://schemas.microsoft.com/office/drawing/2014/main" val="694170854"/>
                      </a:ext>
                    </a:extLst>
                  </a:tr>
                </a:tbl>
              </a:graphicData>
            </a:graphic>
          </p:graphicFrame>
        </mc:Fallback>
      </mc:AlternateContent>
    </p:spTree>
    <p:extLst>
      <p:ext uri="{BB962C8B-B14F-4D97-AF65-F5344CB8AC3E}">
        <p14:creationId xmlns:p14="http://schemas.microsoft.com/office/powerpoint/2010/main" val="290671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6E2F43-29E9-49D9-91FC-E5FEFAAA70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3BA62E19-CD42-4C09-B825-844B4943D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87212" y="587516"/>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59DF4AF-EB56-497F-9EC4-3792B7715C09}"/>
              </a:ext>
            </a:extLst>
          </p:cNvPr>
          <p:cNvSpPr>
            <a:spLocks noGrp="1"/>
          </p:cNvSpPr>
          <p:nvPr>
            <p:ph type="title"/>
          </p:nvPr>
        </p:nvSpPr>
        <p:spPr>
          <a:xfrm>
            <a:off x="838200" y="365125"/>
            <a:ext cx="10515599" cy="1325563"/>
          </a:xfrm>
        </p:spPr>
        <p:txBody>
          <a:bodyPr>
            <a:normAutofit/>
          </a:bodyPr>
          <a:lstStyle/>
          <a:p>
            <a:r>
              <a:rPr lang="fr-FR" b="1" dirty="0" err="1">
                <a:latin typeface="Arial" panose="020B0604020202020204" pitchFamily="34" charset="0"/>
                <a:cs typeface="Arial" panose="020B0604020202020204" pitchFamily="34" charset="0"/>
              </a:rPr>
              <a:t>Exercise</a:t>
            </a:r>
            <a:r>
              <a:rPr lang="fr-FR" b="1" dirty="0">
                <a:latin typeface="Arial" panose="020B0604020202020204" pitchFamily="34" charset="0"/>
                <a:cs typeface="Arial" panose="020B0604020202020204" pitchFamily="34" charset="0"/>
              </a:rPr>
              <a:t> 2</a:t>
            </a:r>
          </a:p>
        </p:txBody>
      </p:sp>
      <p:sp>
        <p:nvSpPr>
          <p:cNvPr id="3" name="Espace réservé du contenu 2">
            <a:extLst>
              <a:ext uri="{FF2B5EF4-FFF2-40B4-BE49-F238E27FC236}">
                <a16:creationId xmlns:a16="http://schemas.microsoft.com/office/drawing/2014/main" id="{86DA4EC6-6600-48BE-AED2-90A0A908CF8F}"/>
              </a:ext>
            </a:extLst>
          </p:cNvPr>
          <p:cNvSpPr>
            <a:spLocks noGrp="1"/>
          </p:cNvSpPr>
          <p:nvPr>
            <p:ph idx="1"/>
          </p:nvPr>
        </p:nvSpPr>
        <p:spPr>
          <a:xfrm>
            <a:off x="838200" y="1825625"/>
            <a:ext cx="5393361" cy="4351338"/>
          </a:xfrm>
        </p:spPr>
        <p:txBody>
          <a:bodyPr>
            <a:normAutofit/>
          </a:bodyPr>
          <a:lstStyle/>
          <a:p>
            <a:pPr marL="0" indent="0" algn="just">
              <a:spcAft>
                <a:spcPts val="600"/>
              </a:spcAft>
              <a:buNone/>
            </a:pPr>
            <a:r>
              <a:rPr lang="en-US" sz="1800" dirty="0">
                <a:latin typeface="Arial" panose="020B0604020202020204" pitchFamily="34" charset="0"/>
                <a:cs typeface="Arial" panose="020B0604020202020204" pitchFamily="34" charset="0"/>
              </a:rPr>
              <a:t>We studied the morning speed (i.e. measured (in Km/h) between 7am and 7.30am) of the wind over 240 days chosen randomly from the winter periods observed over the last 20 years. 
The data are represented in the following table:</a:t>
            </a:r>
            <a:endParaRPr lang="fr-FR" sz="1800" dirty="0">
              <a:latin typeface="Arial" panose="020B0604020202020204" pitchFamily="34" charset="0"/>
              <a:cs typeface="Arial" panose="020B0604020202020204" pitchFamily="34" charset="0"/>
            </a:endParaRPr>
          </a:p>
          <a:p>
            <a:pPr marL="0" indent="-285750" algn="just">
              <a:spcAft>
                <a:spcPts val="600"/>
              </a:spcAft>
              <a:buFont typeface="Wingdings" pitchFamily="2" charset="2"/>
              <a:buChar char="§"/>
            </a:pPr>
            <a:r>
              <a:rPr lang="en-US" sz="1800" dirty="0">
                <a:latin typeface="Arial" panose="020B0604020202020204" pitchFamily="34" charset="0"/>
                <a:cs typeface="Arial" panose="020B0604020202020204" pitchFamily="34" charset="0"/>
              </a:rPr>
              <a:t>Calculate the Pearson coefficient 
Calculate the Yule and Kendall coefficient</a:t>
            </a:r>
            <a:endParaRPr lang="fr-FR" sz="1800" dirty="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8E63CC27-1C86-4653-8866-79C24C5C5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5924" y="1656147"/>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4" name="Tableau 3">
            <a:extLst>
              <a:ext uri="{FF2B5EF4-FFF2-40B4-BE49-F238E27FC236}">
                <a16:creationId xmlns:a16="http://schemas.microsoft.com/office/drawing/2014/main" id="{D8731FE7-289F-4569-8899-DD98785D8C02}"/>
              </a:ext>
            </a:extLst>
          </p:cNvPr>
          <p:cNvGraphicFramePr>
            <a:graphicFrameLocks noGrp="1"/>
          </p:cNvGraphicFramePr>
          <p:nvPr>
            <p:extLst>
              <p:ext uri="{D42A27DB-BD31-4B8C-83A1-F6EECF244321}">
                <p14:modId xmlns:p14="http://schemas.microsoft.com/office/powerpoint/2010/main" val="4244242287"/>
              </p:ext>
            </p:extLst>
          </p:nvPr>
        </p:nvGraphicFramePr>
        <p:xfrm>
          <a:off x="6906387" y="2055813"/>
          <a:ext cx="4746720" cy="4329922"/>
        </p:xfrm>
        <a:graphic>
          <a:graphicData uri="http://schemas.openxmlformats.org/drawingml/2006/table">
            <a:tbl>
              <a:tblPr firstRow="1" bandRow="1">
                <a:tableStyleId>{5C22544A-7EE6-4342-B048-85BDC9FD1C3A}</a:tableStyleId>
              </a:tblPr>
              <a:tblGrid>
                <a:gridCol w="1895969">
                  <a:extLst>
                    <a:ext uri="{9D8B030D-6E8A-4147-A177-3AD203B41FA5}">
                      <a16:colId xmlns:a16="http://schemas.microsoft.com/office/drawing/2014/main" val="2512171411"/>
                    </a:ext>
                  </a:extLst>
                </a:gridCol>
                <a:gridCol w="2850751">
                  <a:extLst>
                    <a:ext uri="{9D8B030D-6E8A-4147-A177-3AD203B41FA5}">
                      <a16:colId xmlns:a16="http://schemas.microsoft.com/office/drawing/2014/main" val="174336170"/>
                    </a:ext>
                  </a:extLst>
                </a:gridCol>
              </a:tblGrid>
              <a:tr h="890392">
                <a:tc>
                  <a:txBody>
                    <a:bodyPr/>
                    <a:lstStyle/>
                    <a:p>
                      <a:pPr algn="ctr"/>
                      <a:r>
                        <a:rPr lang="fr-FR" sz="2600" dirty="0">
                          <a:solidFill>
                            <a:schemeClr val="tx1">
                              <a:lumMod val="95000"/>
                              <a:lumOff val="5000"/>
                            </a:schemeClr>
                          </a:solidFill>
                          <a:latin typeface="Arial" panose="020B0604020202020204" pitchFamily="34" charset="0"/>
                          <a:cs typeface="Arial" panose="020B0604020202020204" pitchFamily="34" charset="0"/>
                        </a:rPr>
                        <a:t>Speed</a:t>
                      </a:r>
                    </a:p>
                  </a:txBody>
                  <a:tcPr marL="156342" marR="156342" marT="78171" marB="78171"/>
                </a:tc>
                <a:tc>
                  <a:txBody>
                    <a:bodyPr/>
                    <a:lstStyle/>
                    <a:p>
                      <a:pPr algn="ctr"/>
                      <a:r>
                        <a:rPr lang="fr-FR" sz="2600" dirty="0">
                          <a:solidFill>
                            <a:schemeClr val="tx1">
                              <a:lumMod val="95000"/>
                              <a:lumOff val="5000"/>
                            </a:schemeClr>
                          </a:solidFill>
                          <a:latin typeface="Arial" panose="020B0604020202020204" pitchFamily="34" charset="0"/>
                          <a:cs typeface="Arial" panose="020B0604020202020204" pitchFamily="34" charset="0"/>
                        </a:rPr>
                        <a:t>Number of </a:t>
                      </a:r>
                      <a:r>
                        <a:rPr lang="fr-FR" sz="2600" dirty="0" err="1">
                          <a:solidFill>
                            <a:schemeClr val="tx1">
                              <a:lumMod val="95000"/>
                              <a:lumOff val="5000"/>
                            </a:schemeClr>
                          </a:solidFill>
                          <a:latin typeface="Arial" panose="020B0604020202020204" pitchFamily="34" charset="0"/>
                          <a:cs typeface="Arial" panose="020B0604020202020204" pitchFamily="34" charset="0"/>
                        </a:rPr>
                        <a:t>days</a:t>
                      </a:r>
                      <a:endParaRPr lang="fr-FR" sz="2600" dirty="0">
                        <a:solidFill>
                          <a:schemeClr val="tx1">
                            <a:lumMod val="95000"/>
                            <a:lumOff val="5000"/>
                          </a:schemeClr>
                        </a:solidFill>
                        <a:latin typeface="Arial" panose="020B0604020202020204" pitchFamily="34" charset="0"/>
                        <a:cs typeface="Arial" panose="020B0604020202020204" pitchFamily="34" charset="0"/>
                      </a:endParaRPr>
                    </a:p>
                  </a:txBody>
                  <a:tcPr marL="156342" marR="156342" marT="78171" marB="78171"/>
                </a:tc>
                <a:extLst>
                  <a:ext uri="{0D108BD9-81ED-4DB2-BD59-A6C34878D82A}">
                    <a16:rowId xmlns:a16="http://schemas.microsoft.com/office/drawing/2014/main" val="1533465849"/>
                  </a:ext>
                </a:extLst>
              </a:tr>
              <a:tr h="687906">
                <a:tc>
                  <a:txBody>
                    <a:bodyPr/>
                    <a:lstStyle/>
                    <a:p>
                      <a:r>
                        <a:rPr lang="fr-FR" sz="2600" dirty="0">
                          <a:latin typeface="Arial" panose="020B0604020202020204" pitchFamily="34" charset="0"/>
                          <a:cs typeface="Arial" panose="020B0604020202020204" pitchFamily="34" charset="0"/>
                        </a:rPr>
                        <a:t>[0 ; 10]</a:t>
                      </a:r>
                    </a:p>
                  </a:txBody>
                  <a:tcPr marL="156342" marR="156342" marT="78171" marB="78171"/>
                </a:tc>
                <a:tc>
                  <a:txBody>
                    <a:bodyPr/>
                    <a:lstStyle/>
                    <a:p>
                      <a:r>
                        <a:rPr lang="fr-FR" sz="2600" dirty="0">
                          <a:latin typeface="Arial" panose="020B0604020202020204" pitchFamily="34" charset="0"/>
                          <a:cs typeface="Arial" panose="020B0604020202020204" pitchFamily="34" charset="0"/>
                        </a:rPr>
                        <a:t>42</a:t>
                      </a:r>
                    </a:p>
                  </a:txBody>
                  <a:tcPr marL="156342" marR="156342" marT="78171" marB="78171"/>
                </a:tc>
                <a:extLst>
                  <a:ext uri="{0D108BD9-81ED-4DB2-BD59-A6C34878D82A}">
                    <a16:rowId xmlns:a16="http://schemas.microsoft.com/office/drawing/2014/main" val="3657244147"/>
                  </a:ext>
                </a:extLst>
              </a:tr>
              <a:tr h="687906">
                <a:tc>
                  <a:txBody>
                    <a:bodyPr/>
                    <a:lstStyle/>
                    <a:p>
                      <a:r>
                        <a:rPr lang="fr-FR" sz="2600" dirty="0">
                          <a:latin typeface="Arial" panose="020B0604020202020204" pitchFamily="34" charset="0"/>
                          <a:cs typeface="Arial" panose="020B0604020202020204" pitchFamily="34" charset="0"/>
                        </a:rPr>
                        <a:t>[10 ; 30]</a:t>
                      </a:r>
                    </a:p>
                  </a:txBody>
                  <a:tcPr marL="156342" marR="156342" marT="78171" marB="78171"/>
                </a:tc>
                <a:tc>
                  <a:txBody>
                    <a:bodyPr/>
                    <a:lstStyle/>
                    <a:p>
                      <a:r>
                        <a:rPr lang="fr-FR" sz="2600">
                          <a:latin typeface="Arial" panose="020B0604020202020204" pitchFamily="34" charset="0"/>
                          <a:cs typeface="Arial" panose="020B0604020202020204" pitchFamily="34" charset="0"/>
                        </a:rPr>
                        <a:t>48</a:t>
                      </a:r>
                    </a:p>
                  </a:txBody>
                  <a:tcPr marL="156342" marR="156342" marT="78171" marB="78171"/>
                </a:tc>
                <a:extLst>
                  <a:ext uri="{0D108BD9-81ED-4DB2-BD59-A6C34878D82A}">
                    <a16:rowId xmlns:a16="http://schemas.microsoft.com/office/drawing/2014/main" val="3646404715"/>
                  </a:ext>
                </a:extLst>
              </a:tr>
              <a:tr h="687906">
                <a:tc>
                  <a:txBody>
                    <a:bodyPr/>
                    <a:lstStyle/>
                    <a:p>
                      <a:r>
                        <a:rPr lang="fr-FR" sz="2600" dirty="0">
                          <a:latin typeface="Arial" panose="020B0604020202020204" pitchFamily="34" charset="0"/>
                          <a:cs typeface="Arial" panose="020B0604020202020204" pitchFamily="34" charset="0"/>
                        </a:rPr>
                        <a:t>[30 ; 70]</a:t>
                      </a:r>
                    </a:p>
                  </a:txBody>
                  <a:tcPr marL="156342" marR="156342" marT="78171" marB="78171"/>
                </a:tc>
                <a:tc>
                  <a:txBody>
                    <a:bodyPr/>
                    <a:lstStyle/>
                    <a:p>
                      <a:r>
                        <a:rPr lang="fr-FR" sz="2600">
                          <a:latin typeface="Arial" panose="020B0604020202020204" pitchFamily="34" charset="0"/>
                          <a:cs typeface="Arial" panose="020B0604020202020204" pitchFamily="34" charset="0"/>
                        </a:rPr>
                        <a:t>90</a:t>
                      </a:r>
                    </a:p>
                  </a:txBody>
                  <a:tcPr marL="156342" marR="156342" marT="78171" marB="78171"/>
                </a:tc>
                <a:extLst>
                  <a:ext uri="{0D108BD9-81ED-4DB2-BD59-A6C34878D82A}">
                    <a16:rowId xmlns:a16="http://schemas.microsoft.com/office/drawing/2014/main" val="1730413526"/>
                  </a:ext>
                </a:extLst>
              </a:tr>
              <a:tr h="687906">
                <a:tc>
                  <a:txBody>
                    <a:bodyPr/>
                    <a:lstStyle/>
                    <a:p>
                      <a:r>
                        <a:rPr lang="fr-FR" sz="2600" dirty="0">
                          <a:latin typeface="Arial" panose="020B0604020202020204" pitchFamily="34" charset="0"/>
                          <a:cs typeface="Arial" panose="020B0604020202020204" pitchFamily="34" charset="0"/>
                        </a:rPr>
                        <a:t>[70 ; 100]</a:t>
                      </a:r>
                    </a:p>
                  </a:txBody>
                  <a:tcPr marL="156342" marR="156342" marT="78171" marB="78171"/>
                </a:tc>
                <a:tc>
                  <a:txBody>
                    <a:bodyPr/>
                    <a:lstStyle/>
                    <a:p>
                      <a:r>
                        <a:rPr lang="fr-FR" sz="2600" dirty="0">
                          <a:latin typeface="Arial" panose="020B0604020202020204" pitchFamily="34" charset="0"/>
                          <a:cs typeface="Arial" panose="020B0604020202020204" pitchFamily="34" charset="0"/>
                        </a:rPr>
                        <a:t>24</a:t>
                      </a:r>
                    </a:p>
                  </a:txBody>
                  <a:tcPr marL="156342" marR="156342" marT="78171" marB="78171"/>
                </a:tc>
                <a:extLst>
                  <a:ext uri="{0D108BD9-81ED-4DB2-BD59-A6C34878D82A}">
                    <a16:rowId xmlns:a16="http://schemas.microsoft.com/office/drawing/2014/main" val="1218259845"/>
                  </a:ext>
                </a:extLst>
              </a:tr>
              <a:tr h="687906">
                <a:tc>
                  <a:txBody>
                    <a:bodyPr/>
                    <a:lstStyle/>
                    <a:p>
                      <a:r>
                        <a:rPr lang="fr-FR" sz="2600" dirty="0">
                          <a:latin typeface="Arial" panose="020B0604020202020204" pitchFamily="34" charset="0"/>
                          <a:cs typeface="Arial" panose="020B0604020202020204" pitchFamily="34" charset="0"/>
                        </a:rPr>
                        <a:t>[100 ; 150]</a:t>
                      </a:r>
                    </a:p>
                  </a:txBody>
                  <a:tcPr marL="156342" marR="156342" marT="78171" marB="78171"/>
                </a:tc>
                <a:tc>
                  <a:txBody>
                    <a:bodyPr/>
                    <a:lstStyle/>
                    <a:p>
                      <a:r>
                        <a:rPr lang="fr-FR" sz="2600" dirty="0">
                          <a:latin typeface="Arial" panose="020B0604020202020204" pitchFamily="34" charset="0"/>
                          <a:cs typeface="Arial" panose="020B0604020202020204" pitchFamily="34" charset="0"/>
                        </a:rPr>
                        <a:t>36</a:t>
                      </a:r>
                    </a:p>
                  </a:txBody>
                  <a:tcPr marL="156342" marR="156342" marT="78171" marB="78171"/>
                </a:tc>
                <a:extLst>
                  <a:ext uri="{0D108BD9-81ED-4DB2-BD59-A6C34878D82A}">
                    <a16:rowId xmlns:a16="http://schemas.microsoft.com/office/drawing/2014/main" val="2393789884"/>
                  </a:ext>
                </a:extLst>
              </a:tr>
            </a:tbl>
          </a:graphicData>
        </a:graphic>
      </p:graphicFrame>
    </p:spTree>
    <p:extLst>
      <p:ext uri="{BB962C8B-B14F-4D97-AF65-F5344CB8AC3E}">
        <p14:creationId xmlns:p14="http://schemas.microsoft.com/office/powerpoint/2010/main" val="3342625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59DF4AF-EB56-497F-9EC4-3792B7715C09}"/>
              </a:ext>
            </a:extLst>
          </p:cNvPr>
          <p:cNvSpPr>
            <a:spLocks noGrp="1"/>
          </p:cNvSpPr>
          <p:nvPr>
            <p:ph type="title"/>
          </p:nvPr>
        </p:nvSpPr>
        <p:spPr>
          <a:xfrm>
            <a:off x="1051560" y="586822"/>
            <a:ext cx="3657600" cy="1645920"/>
          </a:xfrm>
        </p:spPr>
        <p:txBody>
          <a:bodyPr>
            <a:normAutofit/>
          </a:bodyPr>
          <a:lstStyle/>
          <a:p>
            <a:r>
              <a:rPr lang="fr-FR" b="1" dirty="0" err="1">
                <a:latin typeface="Arial" panose="020B0604020202020204" pitchFamily="34" charset="0"/>
                <a:cs typeface="Arial" panose="020B0604020202020204" pitchFamily="34" charset="0"/>
              </a:rPr>
              <a:t>Exercise</a:t>
            </a:r>
            <a:r>
              <a:rPr lang="fr-FR" b="1" dirty="0">
                <a:latin typeface="Arial" panose="020B0604020202020204" pitchFamily="34" charset="0"/>
                <a:cs typeface="Arial" panose="020B0604020202020204" pitchFamily="34" charset="0"/>
              </a:rPr>
              <a:t> 2 Solution</a:t>
            </a:r>
          </a:p>
        </p:txBody>
      </p:sp>
      <p:sp>
        <p:nvSpPr>
          <p:cNvPr id="26" name="Rectangle 25">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8" name="Rectangle 27">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86DA4EC6-6600-48BE-AED2-90A0A908CF8F}"/>
              </a:ext>
            </a:extLst>
          </p:cNvPr>
          <p:cNvSpPr>
            <a:spLocks noGrp="1"/>
          </p:cNvSpPr>
          <p:nvPr>
            <p:ph idx="1"/>
          </p:nvPr>
        </p:nvSpPr>
        <p:spPr>
          <a:xfrm>
            <a:off x="5250106" y="586822"/>
            <a:ext cx="6106742" cy="1645920"/>
          </a:xfrm>
        </p:spPr>
        <p:txBody>
          <a:bodyPr anchor="ctr">
            <a:normAutofit/>
          </a:bodyPr>
          <a:lstStyle/>
          <a:p>
            <a:pPr marL="0" indent="0">
              <a:buNone/>
            </a:pPr>
            <a:endParaRPr lang="fr-FR" sz="1800" dirty="0"/>
          </a:p>
          <a:p>
            <a:pPr marL="0" indent="0">
              <a:buNone/>
            </a:pPr>
            <a:endParaRPr lang="fr-FR" sz="1800"/>
          </a:p>
        </p:txBody>
      </p:sp>
      <mc:AlternateContent xmlns:mc="http://schemas.openxmlformats.org/markup-compatibility/2006">
        <mc:Choice xmlns:a14="http://schemas.microsoft.com/office/drawing/2010/main" Requires="a14">
          <p:graphicFrame>
            <p:nvGraphicFramePr>
              <p:cNvPr id="10" name="Tableau 9">
                <a:extLst>
                  <a:ext uri="{FF2B5EF4-FFF2-40B4-BE49-F238E27FC236}">
                    <a16:creationId xmlns:a16="http://schemas.microsoft.com/office/drawing/2014/main" id="{096B941A-D693-4148-80B8-A45B24E4FAD1}"/>
                  </a:ext>
                </a:extLst>
              </p:cNvPr>
              <p:cNvGraphicFramePr>
                <a:graphicFrameLocks noGrp="1"/>
              </p:cNvGraphicFramePr>
              <p:nvPr>
                <p:extLst>
                  <p:ext uri="{D42A27DB-BD31-4B8C-83A1-F6EECF244321}">
                    <p14:modId xmlns:p14="http://schemas.microsoft.com/office/powerpoint/2010/main" val="4066854301"/>
                  </p:ext>
                </p:extLst>
              </p:nvPr>
            </p:nvGraphicFramePr>
            <p:xfrm>
              <a:off x="1401739" y="2819567"/>
              <a:ext cx="3230969" cy="3447045"/>
            </p:xfrm>
            <a:graphic>
              <a:graphicData uri="http://schemas.openxmlformats.org/drawingml/2006/table">
                <a:tbl>
                  <a:tblPr firstRow="1" bandRow="1">
                    <a:tableStyleId>{EB9631B5-78F2-41C9-869B-9F39066F8104}</a:tableStyleId>
                  </a:tblPr>
                  <a:tblGrid>
                    <a:gridCol w="1548325">
                      <a:extLst>
                        <a:ext uri="{9D8B030D-6E8A-4147-A177-3AD203B41FA5}">
                          <a16:colId xmlns:a16="http://schemas.microsoft.com/office/drawing/2014/main" val="2512171411"/>
                        </a:ext>
                      </a:extLst>
                    </a:gridCol>
                    <a:gridCol w="749194">
                      <a:extLst>
                        <a:ext uri="{9D8B030D-6E8A-4147-A177-3AD203B41FA5}">
                          <a16:colId xmlns:a16="http://schemas.microsoft.com/office/drawing/2014/main" val="681406848"/>
                        </a:ext>
                      </a:extLst>
                    </a:gridCol>
                    <a:gridCol w="933450">
                      <a:extLst>
                        <a:ext uri="{9D8B030D-6E8A-4147-A177-3AD203B41FA5}">
                          <a16:colId xmlns:a16="http://schemas.microsoft.com/office/drawing/2014/main" val="2671491569"/>
                        </a:ext>
                      </a:extLst>
                    </a:gridCol>
                  </a:tblGrid>
                  <a:tr h="498087">
                    <a:tc>
                      <a:txBody>
                        <a:bodyPr/>
                        <a:lstStyle/>
                        <a:p>
                          <a:r>
                            <a:rPr lang="fr-FR" sz="2200" dirty="0"/>
                            <a:t>Speed</a:t>
                          </a:r>
                          <a:endParaRPr lang="fr-FR" sz="2200" dirty="0">
                            <a:latin typeface="Arial" panose="020B0604020202020204" pitchFamily="34" charset="0"/>
                            <a:cs typeface="Arial" panose="020B0604020202020204" pitchFamily="34" charset="0"/>
                          </a:endParaRPr>
                        </a:p>
                      </a:txBody>
                      <a:tcPr marL="111703" marR="111703" marT="55851" marB="55851"/>
                    </a:tc>
                    <a:tc>
                      <a:txBody>
                        <a:bodyPr/>
                        <a:lstStyle/>
                        <a:p>
                          <a:pPr/>
                          <a14:m>
                            <m:oMathPara xmlns:m="http://schemas.openxmlformats.org/officeDocument/2006/math">
                              <m:oMathParaPr>
                                <m:jc m:val="centerGroup"/>
                              </m:oMathParaPr>
                              <m:oMath xmlns:m="http://schemas.openxmlformats.org/officeDocument/2006/math">
                                <m:sSub>
                                  <m:sSubPr>
                                    <m:ctrlPr>
                                      <a:rPr lang="fr-FR" sz="2200" b="1" smtClean="0"/>
                                    </m:ctrlPr>
                                  </m:sSubPr>
                                  <m:e>
                                    <m:r>
                                      <a:rPr lang="fr-FR" sz="2200" b="1" smtClean="0"/>
                                      <m:t>𝒄</m:t>
                                    </m:r>
                                  </m:e>
                                  <m:sub>
                                    <m:r>
                                      <a:rPr lang="fr-FR" sz="2200" b="1" smtClean="0"/>
                                      <m:t>𝒊</m:t>
                                    </m:r>
                                  </m:sub>
                                </m:sSub>
                              </m:oMath>
                            </m:oMathPara>
                          </a14:m>
                          <a:endParaRPr lang="fr-FR" sz="2200" b="1" dirty="0">
                            <a:latin typeface="Arial" panose="020B0604020202020204" pitchFamily="34" charset="0"/>
                            <a:cs typeface="Arial" panose="020B0604020202020204" pitchFamily="34" charset="0"/>
                          </a:endParaRPr>
                        </a:p>
                      </a:txBody>
                      <a:tcPr marL="111703" marR="111703" marT="55851" marB="55851"/>
                    </a:tc>
                    <a:tc>
                      <a:txBody>
                        <a:bodyPr/>
                        <a:lstStyle/>
                        <a:p>
                          <a:pPr/>
                          <a14:m>
                            <m:oMathPara xmlns:m="http://schemas.openxmlformats.org/officeDocument/2006/math">
                              <m:oMathParaPr>
                                <m:jc m:val="centerGroup"/>
                              </m:oMathParaPr>
                              <m:oMath xmlns:m="http://schemas.openxmlformats.org/officeDocument/2006/math">
                                <m:sSub>
                                  <m:sSubPr>
                                    <m:ctrlPr>
                                      <a:rPr lang="fr-FR" sz="2200" smtClean="0"/>
                                    </m:ctrlPr>
                                  </m:sSubPr>
                                  <m:e>
                                    <m:r>
                                      <a:rPr lang="fr-FR" sz="2200" b="1" smtClean="0"/>
                                      <m:t>𝒏</m:t>
                                    </m:r>
                                  </m:e>
                                  <m:sub>
                                    <m:r>
                                      <a:rPr lang="fr-FR" sz="2200" b="1" smtClean="0"/>
                                      <m:t>𝒊</m:t>
                                    </m:r>
                                  </m:sub>
                                </m:sSub>
                              </m:oMath>
                            </m:oMathPara>
                          </a14:m>
                          <a:endParaRPr lang="fr-FR" sz="2200" dirty="0">
                            <a:latin typeface="Arial" panose="020B0604020202020204" pitchFamily="34" charset="0"/>
                            <a:cs typeface="Arial" panose="020B0604020202020204" pitchFamily="34" charset="0"/>
                          </a:endParaRPr>
                        </a:p>
                      </a:txBody>
                      <a:tcPr marL="111703" marR="111703" marT="55851" marB="55851"/>
                    </a:tc>
                    <a:extLst>
                      <a:ext uri="{0D108BD9-81ED-4DB2-BD59-A6C34878D82A}">
                        <a16:rowId xmlns:a16="http://schemas.microsoft.com/office/drawing/2014/main" val="1533465849"/>
                      </a:ext>
                    </a:extLst>
                  </a:tr>
                  <a:tr h="491493">
                    <a:tc>
                      <a:txBody>
                        <a:bodyPr/>
                        <a:lstStyle/>
                        <a:p>
                          <a:r>
                            <a:rPr lang="fr-FR" sz="1800" dirty="0"/>
                            <a:t>[0 ; 10]</a:t>
                          </a:r>
                          <a:endParaRPr lang="fr-FR" sz="1800" dirty="0">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solidFill>
                                <a:schemeClr val="tx1"/>
                              </a:solidFill>
                            </a:rPr>
                            <a:t>5</a:t>
                          </a:r>
                          <a:endParaRPr lang="fr-FR" sz="1800" dirty="0">
                            <a:solidFill>
                              <a:schemeClr val="tx1"/>
                            </a:solidFill>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t>42</a:t>
                          </a:r>
                          <a:endParaRPr lang="fr-FR"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57244147"/>
                      </a:ext>
                    </a:extLst>
                  </a:tr>
                  <a:tr h="491493">
                    <a:tc>
                      <a:txBody>
                        <a:bodyPr/>
                        <a:lstStyle/>
                        <a:p>
                          <a:r>
                            <a:rPr lang="fr-FR" sz="1800" dirty="0"/>
                            <a:t>[10 ; 30]</a:t>
                          </a:r>
                          <a:endParaRPr lang="fr-FR" sz="1800" dirty="0">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solidFill>
                                <a:schemeClr val="tx1"/>
                              </a:solidFill>
                            </a:rPr>
                            <a:t>20</a:t>
                          </a:r>
                          <a:endParaRPr lang="fr-FR" sz="1800" dirty="0">
                            <a:solidFill>
                              <a:schemeClr val="tx1"/>
                            </a:solidFill>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t>48</a:t>
                          </a:r>
                          <a:endParaRPr lang="fr-FR"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46404715"/>
                      </a:ext>
                    </a:extLst>
                  </a:tr>
                  <a:tr h="491493">
                    <a:tc>
                      <a:txBody>
                        <a:bodyPr/>
                        <a:lstStyle/>
                        <a:p>
                          <a:r>
                            <a:rPr lang="fr-FR" sz="1800" dirty="0"/>
                            <a:t>[30 ; 70]</a:t>
                          </a:r>
                          <a:endParaRPr lang="fr-FR" sz="1800" dirty="0">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solidFill>
                                <a:schemeClr val="tx1"/>
                              </a:solidFill>
                            </a:rPr>
                            <a:t>50</a:t>
                          </a:r>
                          <a:endParaRPr lang="fr-FR" sz="1800" dirty="0">
                            <a:solidFill>
                              <a:schemeClr val="tx1"/>
                            </a:solidFill>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t>90</a:t>
                          </a:r>
                          <a:endParaRPr lang="fr-FR"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30413526"/>
                      </a:ext>
                    </a:extLst>
                  </a:tr>
                  <a:tr h="491493">
                    <a:tc>
                      <a:txBody>
                        <a:bodyPr/>
                        <a:lstStyle/>
                        <a:p>
                          <a:r>
                            <a:rPr lang="fr-FR" sz="1800" dirty="0"/>
                            <a:t>[70 ; 100]</a:t>
                          </a:r>
                          <a:endParaRPr lang="fr-FR" sz="1800" dirty="0">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solidFill>
                                <a:schemeClr val="tx1"/>
                              </a:solidFill>
                            </a:rPr>
                            <a:t>85</a:t>
                          </a:r>
                          <a:endParaRPr lang="fr-FR" sz="1800" dirty="0">
                            <a:solidFill>
                              <a:schemeClr val="tx1"/>
                            </a:solidFill>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t>24</a:t>
                          </a:r>
                          <a:endParaRPr lang="fr-FR"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18259845"/>
                      </a:ext>
                    </a:extLst>
                  </a:tr>
                  <a:tr h="491493">
                    <a:tc>
                      <a:txBody>
                        <a:bodyPr/>
                        <a:lstStyle/>
                        <a:p>
                          <a:r>
                            <a:rPr lang="fr-FR" sz="1800" dirty="0"/>
                            <a:t>[100 ; 150]</a:t>
                          </a:r>
                          <a:endParaRPr lang="fr-FR" sz="1800" dirty="0">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solidFill>
                                <a:schemeClr val="tx1"/>
                              </a:solidFill>
                            </a:rPr>
                            <a:t>125</a:t>
                          </a:r>
                          <a:endParaRPr lang="fr-FR" sz="1800" dirty="0">
                            <a:solidFill>
                              <a:schemeClr val="tx1"/>
                            </a:solidFill>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t>36</a:t>
                          </a:r>
                          <a:endParaRPr lang="fr-FR"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93789884"/>
                      </a:ext>
                    </a:extLst>
                  </a:tr>
                  <a:tr h="491493">
                    <a:tc>
                      <a:txBody>
                        <a:bodyPr/>
                        <a:lstStyle/>
                        <a:p>
                          <a:r>
                            <a:rPr lang="fr-FR" sz="1800" b="1"/>
                            <a:t>Total </a:t>
                          </a:r>
                          <a:endParaRPr lang="fr-FR" sz="1800" b="1">
                            <a:latin typeface="Arial" panose="020B0604020202020204" pitchFamily="34" charset="0"/>
                            <a:cs typeface="Arial" panose="020B0604020202020204" pitchFamily="34" charset="0"/>
                          </a:endParaRPr>
                        </a:p>
                      </a:txBody>
                      <a:tcPr marL="111703" marR="111703" marT="55851" marB="55851"/>
                    </a:tc>
                    <a:tc>
                      <a:txBody>
                        <a:bodyPr/>
                        <a:lstStyle/>
                        <a:p>
                          <a:endParaRPr lang="fr-FR" sz="1800">
                            <a:solidFill>
                              <a:schemeClr val="tx1"/>
                            </a:solidFill>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solidFill>
                                <a:schemeClr val="tx1"/>
                              </a:solidFill>
                            </a:rPr>
                            <a:t>240</a:t>
                          </a:r>
                          <a:endParaRPr lang="fr-FR" sz="1800" dirty="0">
                            <a:solidFill>
                              <a:schemeClr val="tx1"/>
                            </a:solidFill>
                            <a:latin typeface="Arial" panose="020B0604020202020204" pitchFamily="34" charset="0"/>
                            <a:cs typeface="Arial" panose="020B0604020202020204" pitchFamily="34" charset="0"/>
                          </a:endParaRPr>
                        </a:p>
                      </a:txBody>
                      <a:tcPr marL="111703" marR="111703" marT="55851" marB="55851"/>
                    </a:tc>
                    <a:extLst>
                      <a:ext uri="{0D108BD9-81ED-4DB2-BD59-A6C34878D82A}">
                        <a16:rowId xmlns:a16="http://schemas.microsoft.com/office/drawing/2014/main" val="1240666416"/>
                      </a:ext>
                    </a:extLst>
                  </a:tr>
                </a:tbl>
              </a:graphicData>
            </a:graphic>
          </p:graphicFrame>
        </mc:Choice>
        <mc:Fallback>
          <p:graphicFrame>
            <p:nvGraphicFramePr>
              <p:cNvPr id="10" name="Tableau 9">
                <a:extLst>
                  <a:ext uri="{FF2B5EF4-FFF2-40B4-BE49-F238E27FC236}">
                    <a16:creationId xmlns:a16="http://schemas.microsoft.com/office/drawing/2014/main" id="{096B941A-D693-4148-80B8-A45B24E4FAD1}"/>
                  </a:ext>
                </a:extLst>
              </p:cNvPr>
              <p:cNvGraphicFramePr>
                <a:graphicFrameLocks noGrp="1"/>
              </p:cNvGraphicFramePr>
              <p:nvPr>
                <p:extLst>
                  <p:ext uri="{D42A27DB-BD31-4B8C-83A1-F6EECF244321}">
                    <p14:modId xmlns:p14="http://schemas.microsoft.com/office/powerpoint/2010/main" val="4066854301"/>
                  </p:ext>
                </p:extLst>
              </p:nvPr>
            </p:nvGraphicFramePr>
            <p:xfrm>
              <a:off x="1401739" y="2819567"/>
              <a:ext cx="3230969" cy="3447045"/>
            </p:xfrm>
            <a:graphic>
              <a:graphicData uri="http://schemas.openxmlformats.org/drawingml/2006/table">
                <a:tbl>
                  <a:tblPr firstRow="1" bandRow="1">
                    <a:tableStyleId>{EB9631B5-78F2-41C9-869B-9F39066F8104}</a:tableStyleId>
                  </a:tblPr>
                  <a:tblGrid>
                    <a:gridCol w="1548325">
                      <a:extLst>
                        <a:ext uri="{9D8B030D-6E8A-4147-A177-3AD203B41FA5}">
                          <a16:colId xmlns:a16="http://schemas.microsoft.com/office/drawing/2014/main" val="2512171411"/>
                        </a:ext>
                      </a:extLst>
                    </a:gridCol>
                    <a:gridCol w="749194">
                      <a:extLst>
                        <a:ext uri="{9D8B030D-6E8A-4147-A177-3AD203B41FA5}">
                          <a16:colId xmlns:a16="http://schemas.microsoft.com/office/drawing/2014/main" val="681406848"/>
                        </a:ext>
                      </a:extLst>
                    </a:gridCol>
                    <a:gridCol w="933450">
                      <a:extLst>
                        <a:ext uri="{9D8B030D-6E8A-4147-A177-3AD203B41FA5}">
                          <a16:colId xmlns:a16="http://schemas.microsoft.com/office/drawing/2014/main" val="2671491569"/>
                        </a:ext>
                      </a:extLst>
                    </a:gridCol>
                  </a:tblGrid>
                  <a:tr h="498087">
                    <a:tc>
                      <a:txBody>
                        <a:bodyPr/>
                        <a:lstStyle/>
                        <a:p>
                          <a:r>
                            <a:rPr lang="fr-FR" sz="2200" dirty="0"/>
                            <a:t>Speed</a:t>
                          </a:r>
                          <a:endParaRPr lang="fr-FR" sz="2200" dirty="0">
                            <a:latin typeface="Arial" panose="020B0604020202020204" pitchFamily="34" charset="0"/>
                            <a:cs typeface="Arial" panose="020B0604020202020204" pitchFamily="34" charset="0"/>
                          </a:endParaRPr>
                        </a:p>
                      </a:txBody>
                      <a:tcPr marL="111703" marR="111703" marT="55851" marB="55851"/>
                    </a:tc>
                    <a:tc>
                      <a:txBody>
                        <a:bodyPr/>
                        <a:lstStyle/>
                        <a:p>
                          <a:endParaRPr lang="en-NL"/>
                        </a:p>
                      </a:txBody>
                      <a:tcPr marL="111703" marR="111703" marT="55851" marB="55851">
                        <a:blipFill>
                          <a:blip r:embed="rId2"/>
                          <a:stretch>
                            <a:fillRect l="-208475" t="-7692" r="-128814" b="-600000"/>
                          </a:stretch>
                        </a:blipFill>
                      </a:tcPr>
                    </a:tc>
                    <a:tc>
                      <a:txBody>
                        <a:bodyPr/>
                        <a:lstStyle/>
                        <a:p>
                          <a:endParaRPr lang="en-NL"/>
                        </a:p>
                      </a:txBody>
                      <a:tcPr marL="111703" marR="111703" marT="55851" marB="55851">
                        <a:blipFill>
                          <a:blip r:embed="rId2"/>
                          <a:stretch>
                            <a:fillRect l="-245946" t="-7692" r="-2703" b="-600000"/>
                          </a:stretch>
                        </a:blipFill>
                      </a:tcPr>
                    </a:tc>
                    <a:extLst>
                      <a:ext uri="{0D108BD9-81ED-4DB2-BD59-A6C34878D82A}">
                        <a16:rowId xmlns:a16="http://schemas.microsoft.com/office/drawing/2014/main" val="1533465849"/>
                      </a:ext>
                    </a:extLst>
                  </a:tr>
                  <a:tr h="491493">
                    <a:tc>
                      <a:txBody>
                        <a:bodyPr/>
                        <a:lstStyle/>
                        <a:p>
                          <a:r>
                            <a:rPr lang="fr-FR" sz="1800" dirty="0"/>
                            <a:t>[0 ; 10]</a:t>
                          </a:r>
                          <a:endParaRPr lang="fr-FR" sz="1800" dirty="0">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solidFill>
                                <a:schemeClr val="tx1"/>
                              </a:solidFill>
                            </a:rPr>
                            <a:t>5</a:t>
                          </a:r>
                          <a:endParaRPr lang="fr-FR" sz="1800" dirty="0">
                            <a:solidFill>
                              <a:schemeClr val="tx1"/>
                            </a:solidFill>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t>42</a:t>
                          </a:r>
                          <a:endParaRPr lang="fr-FR"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57244147"/>
                      </a:ext>
                    </a:extLst>
                  </a:tr>
                  <a:tr h="491493">
                    <a:tc>
                      <a:txBody>
                        <a:bodyPr/>
                        <a:lstStyle/>
                        <a:p>
                          <a:r>
                            <a:rPr lang="fr-FR" sz="1800" dirty="0"/>
                            <a:t>[10 ; 30]</a:t>
                          </a:r>
                          <a:endParaRPr lang="fr-FR" sz="1800" dirty="0">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solidFill>
                                <a:schemeClr val="tx1"/>
                              </a:solidFill>
                            </a:rPr>
                            <a:t>20</a:t>
                          </a:r>
                          <a:endParaRPr lang="fr-FR" sz="1800" dirty="0">
                            <a:solidFill>
                              <a:schemeClr val="tx1"/>
                            </a:solidFill>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t>48</a:t>
                          </a:r>
                          <a:endParaRPr lang="fr-FR"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46404715"/>
                      </a:ext>
                    </a:extLst>
                  </a:tr>
                  <a:tr h="491493">
                    <a:tc>
                      <a:txBody>
                        <a:bodyPr/>
                        <a:lstStyle/>
                        <a:p>
                          <a:r>
                            <a:rPr lang="fr-FR" sz="1800" dirty="0"/>
                            <a:t>[30 ; 70]</a:t>
                          </a:r>
                          <a:endParaRPr lang="fr-FR" sz="1800" dirty="0">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solidFill>
                                <a:schemeClr val="tx1"/>
                              </a:solidFill>
                            </a:rPr>
                            <a:t>50</a:t>
                          </a:r>
                          <a:endParaRPr lang="fr-FR" sz="1800" dirty="0">
                            <a:solidFill>
                              <a:schemeClr val="tx1"/>
                            </a:solidFill>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t>90</a:t>
                          </a:r>
                          <a:endParaRPr lang="fr-FR"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30413526"/>
                      </a:ext>
                    </a:extLst>
                  </a:tr>
                  <a:tr h="491493">
                    <a:tc>
                      <a:txBody>
                        <a:bodyPr/>
                        <a:lstStyle/>
                        <a:p>
                          <a:r>
                            <a:rPr lang="fr-FR" sz="1800" dirty="0"/>
                            <a:t>[70 ; 100]</a:t>
                          </a:r>
                          <a:endParaRPr lang="fr-FR" sz="1800" dirty="0">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solidFill>
                                <a:schemeClr val="tx1"/>
                              </a:solidFill>
                            </a:rPr>
                            <a:t>85</a:t>
                          </a:r>
                          <a:endParaRPr lang="fr-FR" sz="1800" dirty="0">
                            <a:solidFill>
                              <a:schemeClr val="tx1"/>
                            </a:solidFill>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t>24</a:t>
                          </a:r>
                          <a:endParaRPr lang="fr-FR"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18259845"/>
                      </a:ext>
                    </a:extLst>
                  </a:tr>
                  <a:tr h="491493">
                    <a:tc>
                      <a:txBody>
                        <a:bodyPr/>
                        <a:lstStyle/>
                        <a:p>
                          <a:r>
                            <a:rPr lang="fr-FR" sz="1800" dirty="0"/>
                            <a:t>[100 ; 150]</a:t>
                          </a:r>
                          <a:endParaRPr lang="fr-FR" sz="1800" dirty="0">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solidFill>
                                <a:schemeClr val="tx1"/>
                              </a:solidFill>
                            </a:rPr>
                            <a:t>125</a:t>
                          </a:r>
                          <a:endParaRPr lang="fr-FR" sz="1800" dirty="0">
                            <a:solidFill>
                              <a:schemeClr val="tx1"/>
                            </a:solidFill>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t>36</a:t>
                          </a:r>
                          <a:endParaRPr lang="fr-FR"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93789884"/>
                      </a:ext>
                    </a:extLst>
                  </a:tr>
                  <a:tr h="491493">
                    <a:tc>
                      <a:txBody>
                        <a:bodyPr/>
                        <a:lstStyle/>
                        <a:p>
                          <a:r>
                            <a:rPr lang="fr-FR" sz="1800" b="1"/>
                            <a:t>Total </a:t>
                          </a:r>
                          <a:endParaRPr lang="fr-FR" sz="1800" b="1">
                            <a:latin typeface="Arial" panose="020B0604020202020204" pitchFamily="34" charset="0"/>
                            <a:cs typeface="Arial" panose="020B0604020202020204" pitchFamily="34" charset="0"/>
                          </a:endParaRPr>
                        </a:p>
                      </a:txBody>
                      <a:tcPr marL="111703" marR="111703" marT="55851" marB="55851"/>
                    </a:tc>
                    <a:tc>
                      <a:txBody>
                        <a:bodyPr/>
                        <a:lstStyle/>
                        <a:p>
                          <a:endParaRPr lang="fr-FR" sz="1800">
                            <a:solidFill>
                              <a:schemeClr val="tx1"/>
                            </a:solidFill>
                            <a:latin typeface="Arial" panose="020B0604020202020204" pitchFamily="34" charset="0"/>
                            <a:cs typeface="Arial" panose="020B0604020202020204" pitchFamily="34" charset="0"/>
                          </a:endParaRPr>
                        </a:p>
                      </a:txBody>
                      <a:tcPr marL="111703" marR="111703" marT="55851" marB="55851"/>
                    </a:tc>
                    <a:tc>
                      <a:txBody>
                        <a:bodyPr/>
                        <a:lstStyle/>
                        <a:p>
                          <a:r>
                            <a:rPr lang="fr-FR" sz="1800" dirty="0">
                              <a:solidFill>
                                <a:schemeClr val="tx1"/>
                              </a:solidFill>
                            </a:rPr>
                            <a:t>240</a:t>
                          </a:r>
                          <a:endParaRPr lang="fr-FR" sz="1800" dirty="0">
                            <a:solidFill>
                              <a:schemeClr val="tx1"/>
                            </a:solidFill>
                            <a:latin typeface="Arial" panose="020B0604020202020204" pitchFamily="34" charset="0"/>
                            <a:cs typeface="Arial" panose="020B0604020202020204" pitchFamily="34" charset="0"/>
                          </a:endParaRPr>
                        </a:p>
                      </a:txBody>
                      <a:tcPr marL="111703" marR="111703" marT="55851" marB="55851"/>
                    </a:tc>
                    <a:extLst>
                      <a:ext uri="{0D108BD9-81ED-4DB2-BD59-A6C34878D82A}">
                        <a16:rowId xmlns:a16="http://schemas.microsoft.com/office/drawing/2014/main" val="1240666416"/>
                      </a:ext>
                    </a:extLst>
                  </a:tr>
                </a:tbl>
              </a:graphicData>
            </a:graphic>
          </p:graphicFrame>
        </mc:Fallback>
      </mc:AlternateContent>
      <mc:AlternateContent xmlns:mc="http://schemas.openxmlformats.org/markup-compatibility/2006">
        <mc:Choice xmlns:a14="http://schemas.microsoft.com/office/drawing/2010/main" Requires="a14">
          <p:sp>
            <p:nvSpPr>
              <p:cNvPr id="6" name="ZoneTexte 5">
                <a:extLst>
                  <a:ext uri="{FF2B5EF4-FFF2-40B4-BE49-F238E27FC236}">
                    <a16:creationId xmlns:a16="http://schemas.microsoft.com/office/drawing/2014/main" id="{B9F24573-B8C6-4491-AFA0-36142DDC64B5}"/>
                  </a:ext>
                </a:extLst>
              </p:cNvPr>
              <p:cNvSpPr txBox="1"/>
              <p:nvPr/>
            </p:nvSpPr>
            <p:spPr>
              <a:xfrm>
                <a:off x="5516546" y="3142255"/>
                <a:ext cx="6205318" cy="27160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acc>
                        <m:accPr>
                          <m:chr m:val="̅"/>
                          <m:ctrlPr>
                            <a:rPr lang="fr-FR" sz="2400" i="1" smtClean="0">
                              <a:latin typeface="Cambria Math" panose="02040503050406030204" pitchFamily="18" charset="0"/>
                            </a:rPr>
                          </m:ctrlPr>
                        </m:accPr>
                        <m:e>
                          <m:r>
                            <a:rPr lang="fr-FR" sz="2400" b="0" i="1" smtClean="0">
                              <a:latin typeface="Cambria Math" panose="02040503050406030204" pitchFamily="18" charset="0"/>
                            </a:rPr>
                            <m:t>𝑥</m:t>
                          </m:r>
                        </m:e>
                      </m:acc>
                      <m:r>
                        <a:rPr lang="fr-FR" sz="2400" i="1">
                          <a:latin typeface="Cambria Math" panose="02040503050406030204" pitchFamily="18" charset="0"/>
                        </a:rPr>
                        <m:t>=50.875</m:t>
                      </m:r>
                    </m:oMath>
                  </m:oMathPara>
                </a14:m>
                <a:endParaRPr lang="fr-FR" sz="2400" dirty="0">
                  <a:latin typeface="Arial" panose="020B0604020202020204" pitchFamily="34" charset="0"/>
                  <a:cs typeface="Arial" panose="020B0604020202020204" pitchFamily="34" charset="0"/>
                </a:endParaRPr>
              </a:p>
              <a:p>
                <a:endParaRPr lang="fr-FR" sz="2400" dirty="0">
                  <a:latin typeface="Arial" panose="020B0604020202020204" pitchFamily="34" charset="0"/>
                  <a:cs typeface="Arial" panose="020B0604020202020204" pitchFamily="34" charset="0"/>
                </a:endParaRPr>
              </a:p>
              <a:p>
                <a14:m>
                  <m:oMath xmlns:m="http://schemas.openxmlformats.org/officeDocument/2006/math">
                    <m:r>
                      <a:rPr lang="fr-FR" sz="2400" b="0" i="1" smtClean="0">
                        <a:latin typeface="Cambria Math" panose="02040503050406030204" pitchFamily="18" charset="0"/>
                      </a:rPr>
                      <m:t>𝑠</m:t>
                    </m:r>
                    <m:r>
                      <a:rPr lang="fr-FR" sz="2400" i="1">
                        <a:latin typeface="Cambria Math" panose="02040503050406030204" pitchFamily="18" charset="0"/>
                      </a:rPr>
                      <m:t>=38.72802</m:t>
                    </m:r>
                  </m:oMath>
                </a14:m>
                <a:r>
                  <a:rPr lang="fr-FR" sz="2400" dirty="0">
                    <a:latin typeface="Arial" panose="020B0604020202020204" pitchFamily="34" charset="0"/>
                    <a:cs typeface="Arial" panose="020B0604020202020204" pitchFamily="34" charset="0"/>
                  </a:rPr>
                  <a:t> </a:t>
                </a:r>
              </a:p>
              <a:p>
                <a:pPr lvl="1"/>
                <a:endParaRPr lang="fr-FR" sz="2400" dirty="0">
                  <a:latin typeface="Arial" panose="020B0604020202020204" pitchFamily="34" charset="0"/>
                  <a:cs typeface="Arial" panose="020B0604020202020204" pitchFamily="34" charset="0"/>
                </a:endParaRPr>
              </a:p>
              <a:p>
                <a:pPr/>
                <a14:m>
                  <m:oMathPara xmlns:m="http://schemas.openxmlformats.org/officeDocument/2006/math">
                    <m:oMathParaPr>
                      <m:jc m:val="left"/>
                    </m:oMathParaPr>
                    <m:oMath xmlns:m="http://schemas.openxmlformats.org/officeDocument/2006/math">
                      <m:r>
                        <a:rPr lang="fr-FR" sz="2400" b="0" i="1" smtClean="0">
                          <a:latin typeface="Cambria Math" panose="02040503050406030204" pitchFamily="18" charset="0"/>
                        </a:rPr>
                        <m:t>𝑀𝑜𝑑𝑒</m:t>
                      </m:r>
                      <m:r>
                        <a:rPr lang="fr-FR" sz="2400" b="0" i="1" smtClean="0">
                          <a:latin typeface="Cambria Math" panose="02040503050406030204" pitchFamily="18" charset="0"/>
                        </a:rPr>
                        <m:t>=7</m:t>
                      </m:r>
                    </m:oMath>
                  </m:oMathPara>
                </a14:m>
                <a:endParaRPr lang="fr-FR" sz="2400" dirty="0">
                  <a:latin typeface="Arial" panose="020B0604020202020204" pitchFamily="34" charset="0"/>
                  <a:cs typeface="Arial" panose="020B0604020202020204" pitchFamily="34" charset="0"/>
                </a:endParaRPr>
              </a:p>
              <a:p>
                <a:endParaRPr lang="fr-FR" sz="2400" dirty="0">
                  <a:latin typeface="Arial" panose="020B0604020202020204" pitchFamily="34" charset="0"/>
                  <a:cs typeface="Arial" panose="020B0604020202020204" pitchFamily="34" charset="0"/>
                </a:endParaRPr>
              </a:p>
              <a:p>
                <a:r>
                  <a:rPr lang="fr-FR" sz="2400" dirty="0">
                    <a:latin typeface="Arial" panose="020B0604020202020204" pitchFamily="34" charset="0"/>
                    <a:cs typeface="Arial" panose="020B0604020202020204" pitchFamily="34" charset="0"/>
                  </a:rPr>
                  <a:t>Coefficient of Pearson = </a:t>
                </a:r>
                <a14:m>
                  <m:oMath xmlns:m="http://schemas.openxmlformats.org/officeDocument/2006/math">
                    <m:box>
                      <m:boxPr>
                        <m:ctrlPr>
                          <a:rPr lang="fr-FR" sz="2400" i="1" smtClean="0">
                            <a:latin typeface="Cambria Math" panose="02040503050406030204" pitchFamily="18" charset="0"/>
                          </a:rPr>
                        </m:ctrlPr>
                      </m:boxPr>
                      <m:e>
                        <m:argPr>
                          <m:argSz m:val="-1"/>
                        </m:argPr>
                        <m:f>
                          <m:fPr>
                            <m:ctrlPr>
                              <a:rPr lang="fr-FR" sz="2400" i="1" smtClean="0">
                                <a:latin typeface="Cambria Math" panose="02040503050406030204" pitchFamily="18" charset="0"/>
                              </a:rPr>
                            </m:ctrlPr>
                          </m:fPr>
                          <m:num>
                            <m:r>
                              <a:rPr lang="fr-FR" sz="2400" i="1">
                                <a:latin typeface="Cambria Math" panose="02040503050406030204" pitchFamily="18" charset="0"/>
                              </a:rPr>
                              <m:t>50.875</m:t>
                            </m:r>
                            <m:r>
                              <m:rPr>
                                <m:nor/>
                              </m:rPr>
                              <a:rPr lang="fr-FR" sz="2400" i="0" dirty="0">
                                <a:latin typeface="Arial" panose="020B0604020202020204" pitchFamily="34" charset="0"/>
                                <a:cs typeface="Arial" panose="020B0604020202020204" pitchFamily="34" charset="0"/>
                              </a:rPr>
                              <m:t> </m:t>
                            </m:r>
                            <m:r>
                              <a:rPr lang="fr-FR" sz="2400" b="0" i="1" smtClean="0">
                                <a:latin typeface="Cambria Math" panose="02040503050406030204" pitchFamily="18" charset="0"/>
                              </a:rPr>
                              <m:t>−7</m:t>
                            </m:r>
                          </m:num>
                          <m:den>
                            <m:r>
                              <a:rPr lang="fr-FR" sz="2400" i="1">
                                <a:latin typeface="Cambria Math" panose="02040503050406030204" pitchFamily="18" charset="0"/>
                              </a:rPr>
                              <m:t>38.72802</m:t>
                            </m:r>
                            <m:r>
                              <m:rPr>
                                <m:nor/>
                              </m:rPr>
                              <a:rPr lang="fr-FR" sz="2400" i="0" dirty="0">
                                <a:latin typeface="Arial" panose="020B0604020202020204" pitchFamily="34" charset="0"/>
                                <a:cs typeface="Arial" panose="020B0604020202020204" pitchFamily="34" charset="0"/>
                              </a:rPr>
                              <m:t>  </m:t>
                            </m:r>
                          </m:den>
                        </m:f>
                        <m:r>
                          <a:rPr lang="fr-FR" sz="2400" i="1">
                            <a:latin typeface="Cambria Math" panose="02040503050406030204" pitchFamily="18" charset="0"/>
                          </a:rPr>
                          <m:t> =1.132901</m:t>
                        </m:r>
                        <m:r>
                          <a:rPr lang="fr-FR" sz="2400" b="0" i="1" smtClean="0">
                            <a:latin typeface="Cambria Math" panose="02040503050406030204" pitchFamily="18" charset="0"/>
                          </a:rPr>
                          <m:t> &gt; 0 </m:t>
                        </m:r>
                      </m:e>
                    </m:box>
                  </m:oMath>
                </a14:m>
                <a:endParaRPr lang="fr-FR" sz="2400" dirty="0">
                  <a:latin typeface="Arial" panose="020B0604020202020204" pitchFamily="34" charset="0"/>
                  <a:cs typeface="Arial" panose="020B0604020202020204" pitchFamily="34" charset="0"/>
                </a:endParaRPr>
              </a:p>
            </p:txBody>
          </p:sp>
        </mc:Choice>
        <mc:Fallback>
          <p:sp>
            <p:nvSpPr>
              <p:cNvPr id="6" name="ZoneTexte 5">
                <a:extLst>
                  <a:ext uri="{FF2B5EF4-FFF2-40B4-BE49-F238E27FC236}">
                    <a16:creationId xmlns:a16="http://schemas.microsoft.com/office/drawing/2014/main" id="{B9F24573-B8C6-4491-AFA0-36142DDC64B5}"/>
                  </a:ext>
                </a:extLst>
              </p:cNvPr>
              <p:cNvSpPr txBox="1">
                <a:spLocks noRot="1" noChangeAspect="1" noMove="1" noResize="1" noEditPoints="1" noAdjustHandles="1" noChangeArrowheads="1" noChangeShapeType="1" noTextEdit="1"/>
              </p:cNvSpPr>
              <p:nvPr/>
            </p:nvSpPr>
            <p:spPr>
              <a:xfrm>
                <a:off x="5516546" y="3142255"/>
                <a:ext cx="6205318" cy="2716065"/>
              </a:xfrm>
              <a:prstGeom prst="rect">
                <a:avLst/>
              </a:prstGeom>
              <a:blipFill>
                <a:blip r:embed="rId3"/>
                <a:stretch>
                  <a:fillRect l="-1633" b="-5581"/>
                </a:stretch>
              </a:blipFill>
            </p:spPr>
            <p:txBody>
              <a:bodyPr/>
              <a:lstStyle/>
              <a:p>
                <a:r>
                  <a:rPr lang="en-NL">
                    <a:noFill/>
                  </a:rPr>
                  <a:t> </a:t>
                </a:r>
              </a:p>
            </p:txBody>
          </p:sp>
        </mc:Fallback>
      </mc:AlternateContent>
    </p:spTree>
    <p:extLst>
      <p:ext uri="{BB962C8B-B14F-4D97-AF65-F5344CB8AC3E}">
        <p14:creationId xmlns:p14="http://schemas.microsoft.com/office/powerpoint/2010/main" val="4200507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9DF4AF-EB56-497F-9EC4-3792B7715C09}"/>
              </a:ext>
            </a:extLst>
          </p:cNvPr>
          <p:cNvSpPr>
            <a:spLocks noGrp="1"/>
          </p:cNvSpPr>
          <p:nvPr>
            <p:ph type="title"/>
          </p:nvPr>
        </p:nvSpPr>
        <p:spPr>
          <a:xfrm>
            <a:off x="1051560" y="586822"/>
            <a:ext cx="3657600" cy="1645920"/>
          </a:xfrm>
        </p:spPr>
        <p:txBody>
          <a:bodyPr>
            <a:normAutofit/>
          </a:bodyPr>
          <a:lstStyle/>
          <a:p>
            <a:r>
              <a:rPr lang="fr-FR" b="1" dirty="0" err="1">
                <a:latin typeface="Arial" panose="020B0604020202020204" pitchFamily="34" charset="0"/>
                <a:cs typeface="Arial" panose="020B0604020202020204" pitchFamily="34" charset="0"/>
              </a:rPr>
              <a:t>Exercise</a:t>
            </a:r>
            <a:r>
              <a:rPr lang="fr-FR" b="1" dirty="0">
                <a:latin typeface="Arial" panose="020B0604020202020204" pitchFamily="34" charset="0"/>
                <a:cs typeface="Arial" panose="020B0604020202020204" pitchFamily="34" charset="0"/>
              </a:rPr>
              <a:t> 2 Solution</a:t>
            </a:r>
          </a:p>
        </p:txBody>
      </p:sp>
      <p:sp>
        <p:nvSpPr>
          <p:cNvPr id="3" name="Espace réservé du contenu 2">
            <a:extLst>
              <a:ext uri="{FF2B5EF4-FFF2-40B4-BE49-F238E27FC236}">
                <a16:creationId xmlns:a16="http://schemas.microsoft.com/office/drawing/2014/main" id="{86DA4EC6-6600-48BE-AED2-90A0A908CF8F}"/>
              </a:ext>
            </a:extLst>
          </p:cNvPr>
          <p:cNvSpPr>
            <a:spLocks noGrp="1"/>
          </p:cNvSpPr>
          <p:nvPr>
            <p:ph idx="1"/>
          </p:nvPr>
        </p:nvSpPr>
        <p:spPr>
          <a:xfrm>
            <a:off x="5250106" y="586822"/>
            <a:ext cx="6106742" cy="1645920"/>
          </a:xfrm>
        </p:spPr>
        <p:txBody>
          <a:bodyPr anchor="ctr">
            <a:normAutofit/>
          </a:bodyPr>
          <a:lstStyle/>
          <a:p>
            <a:pPr marL="0" indent="0">
              <a:buNone/>
            </a:pPr>
            <a:endParaRPr lang="fr-FR" sz="1800" dirty="0"/>
          </a:p>
          <a:p>
            <a:pPr marL="0" indent="0">
              <a:buNone/>
            </a:pPr>
            <a:endParaRPr lang="fr-FR" sz="1800"/>
          </a:p>
        </p:txBody>
      </p:sp>
      <mc:AlternateContent xmlns:mc="http://schemas.openxmlformats.org/markup-compatibility/2006">
        <mc:Choice xmlns:a14="http://schemas.microsoft.com/office/drawing/2010/main" Requires="a14">
          <p:graphicFrame>
            <p:nvGraphicFramePr>
              <p:cNvPr id="4" name="Tableau 3">
                <a:extLst>
                  <a:ext uri="{FF2B5EF4-FFF2-40B4-BE49-F238E27FC236}">
                    <a16:creationId xmlns:a16="http://schemas.microsoft.com/office/drawing/2014/main" id="{D8731FE7-289F-4569-8899-DD98785D8C02}"/>
                  </a:ext>
                </a:extLst>
              </p:cNvPr>
              <p:cNvGraphicFramePr>
                <a:graphicFrameLocks noGrp="1"/>
              </p:cNvGraphicFramePr>
              <p:nvPr>
                <p:extLst>
                  <p:ext uri="{D42A27DB-BD31-4B8C-83A1-F6EECF244321}">
                    <p14:modId xmlns:p14="http://schemas.microsoft.com/office/powerpoint/2010/main" val="116167269"/>
                  </p:ext>
                </p:extLst>
              </p:nvPr>
            </p:nvGraphicFramePr>
            <p:xfrm>
              <a:off x="926130" y="2338524"/>
              <a:ext cx="3908460" cy="3374629"/>
            </p:xfrm>
            <a:graphic>
              <a:graphicData uri="http://schemas.openxmlformats.org/drawingml/2006/table">
                <a:tbl>
                  <a:tblPr firstRow="1" bandRow="1">
                    <a:tableStyleId>{EB9631B5-78F2-41C9-869B-9F39066F8104}</a:tableStyleId>
                  </a:tblPr>
                  <a:tblGrid>
                    <a:gridCol w="1568338">
                      <a:extLst>
                        <a:ext uri="{9D8B030D-6E8A-4147-A177-3AD203B41FA5}">
                          <a16:colId xmlns:a16="http://schemas.microsoft.com/office/drawing/2014/main" val="2512171411"/>
                        </a:ext>
                      </a:extLst>
                    </a:gridCol>
                    <a:gridCol w="1170061">
                      <a:extLst>
                        <a:ext uri="{9D8B030D-6E8A-4147-A177-3AD203B41FA5}">
                          <a16:colId xmlns:a16="http://schemas.microsoft.com/office/drawing/2014/main" val="681406848"/>
                        </a:ext>
                      </a:extLst>
                    </a:gridCol>
                    <a:gridCol w="1170061">
                      <a:extLst>
                        <a:ext uri="{9D8B030D-6E8A-4147-A177-3AD203B41FA5}">
                          <a16:colId xmlns:a16="http://schemas.microsoft.com/office/drawing/2014/main" val="2671491569"/>
                        </a:ext>
                      </a:extLst>
                    </a:gridCol>
                  </a:tblGrid>
                  <a:tr h="487885">
                    <a:tc>
                      <a:txBody>
                        <a:bodyPr/>
                        <a:lstStyle/>
                        <a:p>
                          <a:r>
                            <a:rPr lang="fr-FR" sz="2200" dirty="0">
                              <a:solidFill>
                                <a:schemeClr val="tx1">
                                  <a:lumMod val="95000"/>
                                  <a:lumOff val="5000"/>
                                </a:schemeClr>
                              </a:solidFill>
                            </a:rPr>
                            <a:t>Speed</a:t>
                          </a:r>
                          <a:endParaRPr lang="fr-FR" sz="2200" dirty="0">
                            <a:solidFill>
                              <a:schemeClr val="tx1">
                                <a:lumMod val="95000"/>
                                <a:lumOff val="5000"/>
                              </a:schemeClr>
                            </a:solidFill>
                            <a:latin typeface="Arial" panose="020B0604020202020204" pitchFamily="34" charset="0"/>
                            <a:cs typeface="Arial" panose="020B0604020202020204" pitchFamily="34" charset="0"/>
                          </a:endParaRPr>
                        </a:p>
                      </a:txBody>
                      <a:tcPr marL="111141" marR="111141" marT="55570" marB="55570"/>
                    </a:tc>
                    <a:tc>
                      <a:txBody>
                        <a:bodyPr/>
                        <a:lstStyle/>
                        <a:p>
                          <a:pPr/>
                          <a14:m>
                            <m:oMathPara xmlns:m="http://schemas.openxmlformats.org/officeDocument/2006/math">
                              <m:oMathParaPr>
                                <m:jc m:val="centerGroup"/>
                              </m:oMathParaPr>
                              <m:oMath xmlns:m="http://schemas.openxmlformats.org/officeDocument/2006/math">
                                <m:sSubSup>
                                  <m:sSubSupPr>
                                    <m:ctrlPr>
                                      <a:rPr lang="fr-FR" sz="2200" b="1" smtClean="0">
                                        <a:solidFill>
                                          <a:schemeClr val="tx1">
                                            <a:lumMod val="95000"/>
                                            <a:lumOff val="5000"/>
                                          </a:schemeClr>
                                        </a:solidFill>
                                      </a:rPr>
                                    </m:ctrlPr>
                                  </m:sSubSupPr>
                                  <m:e>
                                    <m:r>
                                      <a:rPr lang="fr-FR" sz="2200" b="1" smtClean="0">
                                        <a:solidFill>
                                          <a:schemeClr val="tx1">
                                            <a:lumMod val="95000"/>
                                            <a:lumOff val="5000"/>
                                          </a:schemeClr>
                                        </a:solidFill>
                                      </a:rPr>
                                      <m:t>𝒇</m:t>
                                    </m:r>
                                  </m:e>
                                  <m:sub>
                                    <m:r>
                                      <a:rPr lang="fr-FR" sz="2200" b="1">
                                        <a:solidFill>
                                          <a:schemeClr val="tx1">
                                            <a:lumMod val="95000"/>
                                            <a:lumOff val="5000"/>
                                          </a:schemeClr>
                                        </a:solidFill>
                                      </a:rPr>
                                      <m:t>𝒊</m:t>
                                    </m:r>
                                  </m:sub>
                                  <m:sup>
                                    <m:r>
                                      <a:rPr lang="fr-FR" sz="2200" b="1">
                                        <a:solidFill>
                                          <a:schemeClr val="tx1">
                                            <a:lumMod val="95000"/>
                                            <a:lumOff val="5000"/>
                                          </a:schemeClr>
                                        </a:solidFill>
                                      </a:rPr>
                                      <m:t>+</m:t>
                                    </m:r>
                                  </m:sup>
                                </m:sSubSup>
                              </m:oMath>
                            </m:oMathPara>
                          </a14:m>
                          <a:endParaRPr lang="fr-FR" sz="2200" b="1" dirty="0">
                            <a:solidFill>
                              <a:schemeClr val="tx1">
                                <a:lumMod val="95000"/>
                                <a:lumOff val="5000"/>
                              </a:schemeClr>
                            </a:solidFill>
                            <a:latin typeface="Arial" panose="020B0604020202020204" pitchFamily="34" charset="0"/>
                            <a:cs typeface="Arial" panose="020B0604020202020204" pitchFamily="34" charset="0"/>
                          </a:endParaRPr>
                        </a:p>
                      </a:txBody>
                      <a:tcPr marL="111141" marR="111141" marT="55570" marB="55570"/>
                    </a:tc>
                    <a:tc>
                      <a:txBody>
                        <a:bodyPr/>
                        <a:lstStyle/>
                        <a:p>
                          <a:pPr/>
                          <a14:m>
                            <m:oMathPara xmlns:m="http://schemas.openxmlformats.org/officeDocument/2006/math">
                              <m:oMathParaPr>
                                <m:jc m:val="centerGroup"/>
                              </m:oMathParaPr>
                              <m:oMath xmlns:m="http://schemas.openxmlformats.org/officeDocument/2006/math">
                                <m:sSub>
                                  <m:sSubPr>
                                    <m:ctrlPr>
                                      <a:rPr lang="fr-FR" sz="2200" smtClean="0">
                                        <a:solidFill>
                                          <a:schemeClr val="tx1">
                                            <a:lumMod val="95000"/>
                                            <a:lumOff val="5000"/>
                                          </a:schemeClr>
                                        </a:solidFill>
                                      </a:rPr>
                                    </m:ctrlPr>
                                  </m:sSubPr>
                                  <m:e>
                                    <m:r>
                                      <a:rPr lang="fr-FR" sz="2200" b="1" smtClean="0">
                                        <a:solidFill>
                                          <a:schemeClr val="tx1">
                                            <a:lumMod val="95000"/>
                                            <a:lumOff val="5000"/>
                                          </a:schemeClr>
                                        </a:solidFill>
                                      </a:rPr>
                                      <m:t>𝒇</m:t>
                                    </m:r>
                                  </m:e>
                                  <m:sub>
                                    <m:r>
                                      <a:rPr lang="fr-FR" sz="2200" b="1" smtClean="0">
                                        <a:solidFill>
                                          <a:schemeClr val="tx1">
                                            <a:lumMod val="95000"/>
                                            <a:lumOff val="5000"/>
                                          </a:schemeClr>
                                        </a:solidFill>
                                      </a:rPr>
                                      <m:t>𝒊</m:t>
                                    </m:r>
                                  </m:sub>
                                </m:sSub>
                              </m:oMath>
                            </m:oMathPara>
                          </a14:m>
                          <a:endParaRPr lang="fr-FR" sz="2200" dirty="0">
                            <a:solidFill>
                              <a:schemeClr val="tx1">
                                <a:lumMod val="95000"/>
                                <a:lumOff val="5000"/>
                              </a:schemeClr>
                            </a:solidFill>
                            <a:latin typeface="Arial" panose="020B0604020202020204" pitchFamily="34" charset="0"/>
                            <a:cs typeface="Arial" panose="020B0604020202020204" pitchFamily="34" charset="0"/>
                          </a:endParaRPr>
                        </a:p>
                      </a:txBody>
                      <a:tcPr marL="111141" marR="111141" marT="55570" marB="55570"/>
                    </a:tc>
                    <a:extLst>
                      <a:ext uri="{0D108BD9-81ED-4DB2-BD59-A6C34878D82A}">
                        <a16:rowId xmlns:a16="http://schemas.microsoft.com/office/drawing/2014/main" val="1533465849"/>
                      </a:ext>
                    </a:extLst>
                  </a:tr>
                  <a:tr h="481124">
                    <a:tc>
                      <a:txBody>
                        <a:bodyPr/>
                        <a:lstStyle/>
                        <a:p>
                          <a:r>
                            <a:rPr lang="fr-FR" sz="2200" dirty="0"/>
                            <a:t>[0 ; 10]</a:t>
                          </a:r>
                          <a:endParaRPr lang="fr-FR" sz="2200" dirty="0">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17.5%</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17.5%</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extLst>
                      <a:ext uri="{0D108BD9-81ED-4DB2-BD59-A6C34878D82A}">
                        <a16:rowId xmlns:a16="http://schemas.microsoft.com/office/drawing/2014/main" val="3657244147"/>
                      </a:ext>
                    </a:extLst>
                  </a:tr>
                  <a:tr h="481124">
                    <a:tc>
                      <a:txBody>
                        <a:bodyPr/>
                        <a:lstStyle/>
                        <a:p>
                          <a:r>
                            <a:rPr lang="fr-FR" sz="2200" dirty="0"/>
                            <a:t>[10 ; 30]</a:t>
                          </a:r>
                          <a:endParaRPr lang="fr-FR" sz="2200" dirty="0">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37.5%</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20%</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extLst>
                      <a:ext uri="{0D108BD9-81ED-4DB2-BD59-A6C34878D82A}">
                        <a16:rowId xmlns:a16="http://schemas.microsoft.com/office/drawing/2014/main" val="3646404715"/>
                      </a:ext>
                    </a:extLst>
                  </a:tr>
                  <a:tr h="481124">
                    <a:tc>
                      <a:txBody>
                        <a:bodyPr/>
                        <a:lstStyle/>
                        <a:p>
                          <a:r>
                            <a:rPr lang="fr-FR" sz="2200" dirty="0"/>
                            <a:t>[30 ; 70]</a:t>
                          </a:r>
                          <a:endParaRPr lang="fr-FR" sz="2200" dirty="0">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75%</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37.5%</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extLst>
                      <a:ext uri="{0D108BD9-81ED-4DB2-BD59-A6C34878D82A}">
                        <a16:rowId xmlns:a16="http://schemas.microsoft.com/office/drawing/2014/main" val="1730413526"/>
                      </a:ext>
                    </a:extLst>
                  </a:tr>
                  <a:tr h="481124">
                    <a:tc>
                      <a:txBody>
                        <a:bodyPr/>
                        <a:lstStyle/>
                        <a:p>
                          <a:r>
                            <a:rPr lang="fr-FR" sz="2200" dirty="0"/>
                            <a:t>[70 ; 100]</a:t>
                          </a:r>
                          <a:endParaRPr lang="fr-FR" sz="2200" dirty="0">
                            <a:latin typeface="Arial" panose="020B0604020202020204" pitchFamily="34" charset="0"/>
                            <a:cs typeface="Arial" panose="020B0604020202020204" pitchFamily="34" charset="0"/>
                          </a:endParaRPr>
                        </a:p>
                      </a:txBody>
                      <a:tcPr marL="111141" marR="111141" marT="55570" marB="55570"/>
                    </a:tc>
                    <a:tc>
                      <a:txBody>
                        <a:bodyPr/>
                        <a:lstStyle/>
                        <a:p>
                          <a:r>
                            <a:rPr lang="fr-FR" sz="2200">
                              <a:solidFill>
                                <a:schemeClr val="tx1"/>
                              </a:solidFill>
                            </a:rPr>
                            <a:t>85%</a:t>
                          </a:r>
                          <a:endParaRPr lang="fr-FR" sz="2200">
                            <a:solidFill>
                              <a:schemeClr val="tx1"/>
                            </a:solidFill>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10%</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extLst>
                      <a:ext uri="{0D108BD9-81ED-4DB2-BD59-A6C34878D82A}">
                        <a16:rowId xmlns:a16="http://schemas.microsoft.com/office/drawing/2014/main" val="1218259845"/>
                      </a:ext>
                    </a:extLst>
                  </a:tr>
                  <a:tr h="481124">
                    <a:tc>
                      <a:txBody>
                        <a:bodyPr/>
                        <a:lstStyle/>
                        <a:p>
                          <a:r>
                            <a:rPr lang="fr-FR" sz="2200" dirty="0"/>
                            <a:t>[100 ; 150]</a:t>
                          </a:r>
                          <a:endParaRPr lang="fr-FR" sz="2200" dirty="0">
                            <a:latin typeface="Arial" panose="020B0604020202020204" pitchFamily="34" charset="0"/>
                            <a:cs typeface="Arial" panose="020B0604020202020204" pitchFamily="34" charset="0"/>
                          </a:endParaRPr>
                        </a:p>
                      </a:txBody>
                      <a:tcPr marL="111141" marR="111141" marT="55570" marB="55570"/>
                    </a:tc>
                    <a:tc>
                      <a:txBody>
                        <a:bodyPr/>
                        <a:lstStyle/>
                        <a:p>
                          <a:r>
                            <a:rPr lang="fr-FR" sz="2200">
                              <a:solidFill>
                                <a:schemeClr val="tx1"/>
                              </a:solidFill>
                            </a:rPr>
                            <a:t>100%</a:t>
                          </a:r>
                          <a:endParaRPr lang="fr-FR" sz="2200">
                            <a:solidFill>
                              <a:schemeClr val="tx1"/>
                            </a:solidFill>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15%</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extLst>
                      <a:ext uri="{0D108BD9-81ED-4DB2-BD59-A6C34878D82A}">
                        <a16:rowId xmlns:a16="http://schemas.microsoft.com/office/drawing/2014/main" val="2393789884"/>
                      </a:ext>
                    </a:extLst>
                  </a:tr>
                  <a:tr h="481124">
                    <a:tc>
                      <a:txBody>
                        <a:bodyPr/>
                        <a:lstStyle/>
                        <a:p>
                          <a:r>
                            <a:rPr lang="fr-FR" sz="2200" b="1"/>
                            <a:t>Total </a:t>
                          </a:r>
                          <a:endParaRPr lang="fr-FR" sz="2200" b="1">
                            <a:latin typeface="Arial" panose="020B0604020202020204" pitchFamily="34" charset="0"/>
                            <a:cs typeface="Arial" panose="020B0604020202020204" pitchFamily="34" charset="0"/>
                          </a:endParaRPr>
                        </a:p>
                      </a:txBody>
                      <a:tcPr marL="111141" marR="111141" marT="55570" marB="55570"/>
                    </a:tc>
                    <a:tc>
                      <a:txBody>
                        <a:bodyPr/>
                        <a:lstStyle/>
                        <a:p>
                          <a:endParaRPr lang="fr-FR" sz="2200">
                            <a:solidFill>
                              <a:schemeClr val="tx1"/>
                            </a:solidFill>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100%</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extLst>
                      <a:ext uri="{0D108BD9-81ED-4DB2-BD59-A6C34878D82A}">
                        <a16:rowId xmlns:a16="http://schemas.microsoft.com/office/drawing/2014/main" val="1240666416"/>
                      </a:ext>
                    </a:extLst>
                  </a:tr>
                </a:tbl>
              </a:graphicData>
            </a:graphic>
          </p:graphicFrame>
        </mc:Choice>
        <mc:Fallback>
          <p:graphicFrame>
            <p:nvGraphicFramePr>
              <p:cNvPr id="4" name="Tableau 3">
                <a:extLst>
                  <a:ext uri="{FF2B5EF4-FFF2-40B4-BE49-F238E27FC236}">
                    <a16:creationId xmlns:a16="http://schemas.microsoft.com/office/drawing/2014/main" id="{D8731FE7-289F-4569-8899-DD98785D8C02}"/>
                  </a:ext>
                </a:extLst>
              </p:cNvPr>
              <p:cNvGraphicFramePr>
                <a:graphicFrameLocks noGrp="1"/>
              </p:cNvGraphicFramePr>
              <p:nvPr>
                <p:extLst>
                  <p:ext uri="{D42A27DB-BD31-4B8C-83A1-F6EECF244321}">
                    <p14:modId xmlns:p14="http://schemas.microsoft.com/office/powerpoint/2010/main" val="116167269"/>
                  </p:ext>
                </p:extLst>
              </p:nvPr>
            </p:nvGraphicFramePr>
            <p:xfrm>
              <a:off x="926130" y="2338524"/>
              <a:ext cx="3908460" cy="3374629"/>
            </p:xfrm>
            <a:graphic>
              <a:graphicData uri="http://schemas.openxmlformats.org/drawingml/2006/table">
                <a:tbl>
                  <a:tblPr firstRow="1" bandRow="1">
                    <a:tableStyleId>{EB9631B5-78F2-41C9-869B-9F39066F8104}</a:tableStyleId>
                  </a:tblPr>
                  <a:tblGrid>
                    <a:gridCol w="1568338">
                      <a:extLst>
                        <a:ext uri="{9D8B030D-6E8A-4147-A177-3AD203B41FA5}">
                          <a16:colId xmlns:a16="http://schemas.microsoft.com/office/drawing/2014/main" val="2512171411"/>
                        </a:ext>
                      </a:extLst>
                    </a:gridCol>
                    <a:gridCol w="1170061">
                      <a:extLst>
                        <a:ext uri="{9D8B030D-6E8A-4147-A177-3AD203B41FA5}">
                          <a16:colId xmlns:a16="http://schemas.microsoft.com/office/drawing/2014/main" val="681406848"/>
                        </a:ext>
                      </a:extLst>
                    </a:gridCol>
                    <a:gridCol w="1170061">
                      <a:extLst>
                        <a:ext uri="{9D8B030D-6E8A-4147-A177-3AD203B41FA5}">
                          <a16:colId xmlns:a16="http://schemas.microsoft.com/office/drawing/2014/main" val="2671491569"/>
                        </a:ext>
                      </a:extLst>
                    </a:gridCol>
                  </a:tblGrid>
                  <a:tr h="487885">
                    <a:tc>
                      <a:txBody>
                        <a:bodyPr/>
                        <a:lstStyle/>
                        <a:p>
                          <a:r>
                            <a:rPr lang="fr-FR" sz="2200" dirty="0">
                              <a:solidFill>
                                <a:schemeClr val="tx1">
                                  <a:lumMod val="95000"/>
                                  <a:lumOff val="5000"/>
                                </a:schemeClr>
                              </a:solidFill>
                            </a:rPr>
                            <a:t>Speed</a:t>
                          </a:r>
                          <a:endParaRPr lang="fr-FR" sz="2200" dirty="0">
                            <a:solidFill>
                              <a:schemeClr val="tx1">
                                <a:lumMod val="95000"/>
                                <a:lumOff val="5000"/>
                              </a:schemeClr>
                            </a:solidFill>
                            <a:latin typeface="Arial" panose="020B0604020202020204" pitchFamily="34" charset="0"/>
                            <a:cs typeface="Arial" panose="020B0604020202020204" pitchFamily="34" charset="0"/>
                          </a:endParaRPr>
                        </a:p>
                      </a:txBody>
                      <a:tcPr marL="111141" marR="111141" marT="55570" marB="55570"/>
                    </a:tc>
                    <a:tc>
                      <a:txBody>
                        <a:bodyPr/>
                        <a:lstStyle/>
                        <a:p>
                          <a:endParaRPr lang="en-NL"/>
                        </a:p>
                      </a:txBody>
                      <a:tcPr marL="111141" marR="111141" marT="55570" marB="55570">
                        <a:blipFill>
                          <a:blip r:embed="rId2"/>
                          <a:stretch>
                            <a:fillRect l="-134783" t="-7895" r="-103261" b="-618421"/>
                          </a:stretch>
                        </a:blipFill>
                      </a:tcPr>
                    </a:tc>
                    <a:tc>
                      <a:txBody>
                        <a:bodyPr/>
                        <a:lstStyle/>
                        <a:p>
                          <a:endParaRPr lang="en-NL"/>
                        </a:p>
                      </a:txBody>
                      <a:tcPr marL="111141" marR="111141" marT="55570" marB="55570">
                        <a:blipFill>
                          <a:blip r:embed="rId2"/>
                          <a:stretch>
                            <a:fillRect l="-232258" t="-7895" r="-2151" b="-618421"/>
                          </a:stretch>
                        </a:blipFill>
                      </a:tcPr>
                    </a:tc>
                    <a:extLst>
                      <a:ext uri="{0D108BD9-81ED-4DB2-BD59-A6C34878D82A}">
                        <a16:rowId xmlns:a16="http://schemas.microsoft.com/office/drawing/2014/main" val="1533465849"/>
                      </a:ext>
                    </a:extLst>
                  </a:tr>
                  <a:tr h="481124">
                    <a:tc>
                      <a:txBody>
                        <a:bodyPr/>
                        <a:lstStyle/>
                        <a:p>
                          <a:r>
                            <a:rPr lang="fr-FR" sz="2200" dirty="0"/>
                            <a:t>[0 ; 10]</a:t>
                          </a:r>
                          <a:endParaRPr lang="fr-FR" sz="2200" dirty="0">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17.5%</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17.5%</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extLst>
                      <a:ext uri="{0D108BD9-81ED-4DB2-BD59-A6C34878D82A}">
                        <a16:rowId xmlns:a16="http://schemas.microsoft.com/office/drawing/2014/main" val="3657244147"/>
                      </a:ext>
                    </a:extLst>
                  </a:tr>
                  <a:tr h="481124">
                    <a:tc>
                      <a:txBody>
                        <a:bodyPr/>
                        <a:lstStyle/>
                        <a:p>
                          <a:r>
                            <a:rPr lang="fr-FR" sz="2200" dirty="0"/>
                            <a:t>[10 ; 30]</a:t>
                          </a:r>
                          <a:endParaRPr lang="fr-FR" sz="2200" dirty="0">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37.5%</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20%</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extLst>
                      <a:ext uri="{0D108BD9-81ED-4DB2-BD59-A6C34878D82A}">
                        <a16:rowId xmlns:a16="http://schemas.microsoft.com/office/drawing/2014/main" val="3646404715"/>
                      </a:ext>
                    </a:extLst>
                  </a:tr>
                  <a:tr h="481124">
                    <a:tc>
                      <a:txBody>
                        <a:bodyPr/>
                        <a:lstStyle/>
                        <a:p>
                          <a:r>
                            <a:rPr lang="fr-FR" sz="2200" dirty="0"/>
                            <a:t>[30 ; 70]</a:t>
                          </a:r>
                          <a:endParaRPr lang="fr-FR" sz="2200" dirty="0">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75%</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37.5%</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extLst>
                      <a:ext uri="{0D108BD9-81ED-4DB2-BD59-A6C34878D82A}">
                        <a16:rowId xmlns:a16="http://schemas.microsoft.com/office/drawing/2014/main" val="1730413526"/>
                      </a:ext>
                    </a:extLst>
                  </a:tr>
                  <a:tr h="481124">
                    <a:tc>
                      <a:txBody>
                        <a:bodyPr/>
                        <a:lstStyle/>
                        <a:p>
                          <a:r>
                            <a:rPr lang="fr-FR" sz="2200" dirty="0"/>
                            <a:t>[70 ; 100]</a:t>
                          </a:r>
                          <a:endParaRPr lang="fr-FR" sz="2200" dirty="0">
                            <a:latin typeface="Arial" panose="020B0604020202020204" pitchFamily="34" charset="0"/>
                            <a:cs typeface="Arial" panose="020B0604020202020204" pitchFamily="34" charset="0"/>
                          </a:endParaRPr>
                        </a:p>
                      </a:txBody>
                      <a:tcPr marL="111141" marR="111141" marT="55570" marB="55570"/>
                    </a:tc>
                    <a:tc>
                      <a:txBody>
                        <a:bodyPr/>
                        <a:lstStyle/>
                        <a:p>
                          <a:r>
                            <a:rPr lang="fr-FR" sz="2200">
                              <a:solidFill>
                                <a:schemeClr val="tx1"/>
                              </a:solidFill>
                            </a:rPr>
                            <a:t>85%</a:t>
                          </a:r>
                          <a:endParaRPr lang="fr-FR" sz="2200">
                            <a:solidFill>
                              <a:schemeClr val="tx1"/>
                            </a:solidFill>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10%</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extLst>
                      <a:ext uri="{0D108BD9-81ED-4DB2-BD59-A6C34878D82A}">
                        <a16:rowId xmlns:a16="http://schemas.microsoft.com/office/drawing/2014/main" val="1218259845"/>
                      </a:ext>
                    </a:extLst>
                  </a:tr>
                  <a:tr h="481124">
                    <a:tc>
                      <a:txBody>
                        <a:bodyPr/>
                        <a:lstStyle/>
                        <a:p>
                          <a:r>
                            <a:rPr lang="fr-FR" sz="2200" dirty="0"/>
                            <a:t>[100 ; 150]</a:t>
                          </a:r>
                          <a:endParaRPr lang="fr-FR" sz="2200" dirty="0">
                            <a:latin typeface="Arial" panose="020B0604020202020204" pitchFamily="34" charset="0"/>
                            <a:cs typeface="Arial" panose="020B0604020202020204" pitchFamily="34" charset="0"/>
                          </a:endParaRPr>
                        </a:p>
                      </a:txBody>
                      <a:tcPr marL="111141" marR="111141" marT="55570" marB="55570"/>
                    </a:tc>
                    <a:tc>
                      <a:txBody>
                        <a:bodyPr/>
                        <a:lstStyle/>
                        <a:p>
                          <a:r>
                            <a:rPr lang="fr-FR" sz="2200">
                              <a:solidFill>
                                <a:schemeClr val="tx1"/>
                              </a:solidFill>
                            </a:rPr>
                            <a:t>100%</a:t>
                          </a:r>
                          <a:endParaRPr lang="fr-FR" sz="2200">
                            <a:solidFill>
                              <a:schemeClr val="tx1"/>
                            </a:solidFill>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15%</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extLst>
                      <a:ext uri="{0D108BD9-81ED-4DB2-BD59-A6C34878D82A}">
                        <a16:rowId xmlns:a16="http://schemas.microsoft.com/office/drawing/2014/main" val="2393789884"/>
                      </a:ext>
                    </a:extLst>
                  </a:tr>
                  <a:tr h="481124">
                    <a:tc>
                      <a:txBody>
                        <a:bodyPr/>
                        <a:lstStyle/>
                        <a:p>
                          <a:r>
                            <a:rPr lang="fr-FR" sz="2200" b="1"/>
                            <a:t>Total </a:t>
                          </a:r>
                          <a:endParaRPr lang="fr-FR" sz="2200" b="1">
                            <a:latin typeface="Arial" panose="020B0604020202020204" pitchFamily="34" charset="0"/>
                            <a:cs typeface="Arial" panose="020B0604020202020204" pitchFamily="34" charset="0"/>
                          </a:endParaRPr>
                        </a:p>
                      </a:txBody>
                      <a:tcPr marL="111141" marR="111141" marT="55570" marB="55570"/>
                    </a:tc>
                    <a:tc>
                      <a:txBody>
                        <a:bodyPr/>
                        <a:lstStyle/>
                        <a:p>
                          <a:endParaRPr lang="fr-FR" sz="2200">
                            <a:solidFill>
                              <a:schemeClr val="tx1"/>
                            </a:solidFill>
                            <a:latin typeface="Arial" panose="020B0604020202020204" pitchFamily="34" charset="0"/>
                            <a:cs typeface="Arial" panose="020B0604020202020204" pitchFamily="34" charset="0"/>
                          </a:endParaRPr>
                        </a:p>
                      </a:txBody>
                      <a:tcPr marL="111141" marR="111141" marT="55570" marB="55570"/>
                    </a:tc>
                    <a:tc>
                      <a:txBody>
                        <a:bodyPr/>
                        <a:lstStyle/>
                        <a:p>
                          <a:r>
                            <a:rPr lang="fr-FR" sz="2200" dirty="0">
                              <a:solidFill>
                                <a:schemeClr val="tx1"/>
                              </a:solidFill>
                            </a:rPr>
                            <a:t>100%</a:t>
                          </a:r>
                          <a:endParaRPr lang="fr-FR" sz="2200" dirty="0">
                            <a:solidFill>
                              <a:schemeClr val="tx1"/>
                            </a:solidFill>
                            <a:latin typeface="Arial" panose="020B0604020202020204" pitchFamily="34" charset="0"/>
                            <a:cs typeface="Arial" panose="020B0604020202020204" pitchFamily="34" charset="0"/>
                          </a:endParaRPr>
                        </a:p>
                      </a:txBody>
                      <a:tcPr marL="111141" marR="111141" marT="55570" marB="55570"/>
                    </a:tc>
                    <a:extLst>
                      <a:ext uri="{0D108BD9-81ED-4DB2-BD59-A6C34878D82A}">
                        <a16:rowId xmlns:a16="http://schemas.microsoft.com/office/drawing/2014/main" val="1240666416"/>
                      </a:ext>
                    </a:extLst>
                  </a:tr>
                </a:tbl>
              </a:graphicData>
            </a:graphic>
          </p:graphicFrame>
        </mc:Fallback>
      </mc:AlternateContent>
      <mc:AlternateContent xmlns:mc="http://schemas.openxmlformats.org/markup-compatibility/2006">
        <mc:Choice xmlns:a14="http://schemas.microsoft.com/office/drawing/2010/main" Requires="a14">
          <p:sp>
            <p:nvSpPr>
              <p:cNvPr id="5" name="ZoneTexte 4">
                <a:extLst>
                  <a:ext uri="{FF2B5EF4-FFF2-40B4-BE49-F238E27FC236}">
                    <a16:creationId xmlns:a16="http://schemas.microsoft.com/office/drawing/2014/main" id="{D7B24147-55AB-4BC4-B183-ED51FCA4DB97}"/>
                  </a:ext>
                </a:extLst>
              </p:cNvPr>
              <p:cNvSpPr txBox="1"/>
              <p:nvPr/>
            </p:nvSpPr>
            <p:spPr>
              <a:xfrm>
                <a:off x="5250106" y="2338524"/>
                <a:ext cx="6653245" cy="2483565"/>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fr-FR" sz="2000" i="1" smtClean="0">
                              <a:latin typeface="Cambria Math" panose="02040503050406030204" pitchFamily="18" charset="0"/>
                            </a:rPr>
                          </m:ctrlPr>
                        </m:sSubPr>
                        <m:e>
                          <m:r>
                            <a:rPr lang="fr-FR" sz="2000" b="0" i="1" smtClean="0">
                              <a:latin typeface="Cambria Math" panose="02040503050406030204" pitchFamily="18" charset="0"/>
                            </a:rPr>
                            <m:t>𝑞</m:t>
                          </m:r>
                        </m:e>
                        <m:sub>
                          <m:r>
                            <a:rPr lang="fr-FR" sz="2000" b="0" i="1" smtClean="0">
                              <a:latin typeface="Cambria Math" panose="02040503050406030204" pitchFamily="18" charset="0"/>
                            </a:rPr>
                            <m:t>1</m:t>
                          </m:r>
                        </m:sub>
                      </m:sSub>
                      <m:r>
                        <a:rPr lang="fr-FR" sz="2000" b="0" i="1" smtClean="0">
                          <a:latin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17.5</m:t>
                      </m:r>
                    </m:oMath>
                  </m:oMathPara>
                </a14:m>
                <a:endParaRPr lang="fr-FR" sz="2000" dirty="0">
                  <a:latin typeface="Arial" panose="020B0604020202020204" pitchFamily="34" charset="0"/>
                  <a:cs typeface="Arial" panose="020B0604020202020204" pitchFamily="34" charset="0"/>
                </a:endParaRPr>
              </a:p>
              <a:p>
                <a:pPr/>
                <a14:m>
                  <m:oMathPara xmlns:m="http://schemas.openxmlformats.org/officeDocument/2006/math">
                    <m:oMathParaPr>
                      <m:jc m:val="left"/>
                    </m:oMathParaPr>
                    <m:oMath xmlns:m="http://schemas.openxmlformats.org/officeDocument/2006/math">
                      <m:sSub>
                        <m:sSubPr>
                          <m:ctrlPr>
                            <a:rPr lang="fr-FR" sz="2000" i="1" smtClean="0">
                              <a:latin typeface="Cambria Math" panose="02040503050406030204" pitchFamily="18" charset="0"/>
                            </a:rPr>
                          </m:ctrlPr>
                        </m:sSubPr>
                        <m:e>
                          <m:r>
                            <a:rPr lang="fr-FR" sz="2000" b="0" i="1" smtClean="0">
                              <a:latin typeface="Cambria Math" panose="02040503050406030204" pitchFamily="18" charset="0"/>
                            </a:rPr>
                            <m:t>𝑞</m:t>
                          </m:r>
                        </m:e>
                        <m:sub>
                          <m:r>
                            <a:rPr lang="fr-FR" sz="2000" b="0" i="1" smtClean="0">
                              <a:latin typeface="Cambria Math" panose="02040503050406030204" pitchFamily="18" charset="0"/>
                            </a:rPr>
                            <m:t>2</m:t>
                          </m:r>
                        </m:sub>
                      </m:sSub>
                      <m:r>
                        <a:rPr lang="fr-FR" sz="2000" i="1" smtClean="0">
                          <a:latin typeface="Cambria Math" panose="02040503050406030204" pitchFamily="18" charset="0"/>
                          <a:ea typeface="Cambria Math" panose="02040503050406030204" pitchFamily="18" charset="0"/>
                        </a:rPr>
                        <m:t>≈</m:t>
                      </m:r>
                      <m:r>
                        <a:rPr lang="fr-FR" sz="2000" i="1">
                          <a:latin typeface="Cambria Math" panose="02040503050406030204" pitchFamily="18" charset="0"/>
                          <a:ea typeface="Cambria Math" panose="02040503050406030204" pitchFamily="18" charset="0"/>
                        </a:rPr>
                        <m:t>43.33</m:t>
                      </m:r>
                    </m:oMath>
                  </m:oMathPara>
                </a14:m>
                <a:endParaRPr lang="fr-FR" sz="2000" dirty="0">
                  <a:latin typeface="Arial" panose="020B0604020202020204" pitchFamily="34" charset="0"/>
                  <a:cs typeface="Arial" panose="020B0604020202020204" pitchFamily="34" charset="0"/>
                </a:endParaRPr>
              </a:p>
              <a:p>
                <a:pPr/>
                <a14:m>
                  <m:oMathPara xmlns:m="http://schemas.openxmlformats.org/officeDocument/2006/math">
                    <m:oMathParaPr>
                      <m:jc m:val="left"/>
                    </m:oMathParaPr>
                    <m:oMath xmlns:m="http://schemas.openxmlformats.org/officeDocument/2006/math">
                      <m:sSub>
                        <m:sSubPr>
                          <m:ctrlPr>
                            <a:rPr lang="fr-FR" sz="2000" i="1" smtClean="0">
                              <a:latin typeface="Cambria Math" panose="02040503050406030204" pitchFamily="18" charset="0"/>
                            </a:rPr>
                          </m:ctrlPr>
                        </m:sSubPr>
                        <m:e>
                          <m:r>
                            <a:rPr lang="fr-FR" sz="2000" b="0" i="1" smtClean="0">
                              <a:latin typeface="Cambria Math" panose="02040503050406030204" pitchFamily="18" charset="0"/>
                            </a:rPr>
                            <m:t>𝑞</m:t>
                          </m:r>
                        </m:e>
                        <m:sub>
                          <m:r>
                            <a:rPr lang="fr-FR" sz="2000" b="0" i="1" smtClean="0">
                              <a:latin typeface="Cambria Math" panose="02040503050406030204" pitchFamily="18" charset="0"/>
                            </a:rPr>
                            <m:t>3</m:t>
                          </m:r>
                        </m:sub>
                      </m:sSub>
                      <m:r>
                        <a:rPr lang="fr-FR" sz="2000" b="0" i="1" smtClean="0">
                          <a:latin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70</m:t>
                      </m:r>
                    </m:oMath>
                  </m:oMathPara>
                </a14:m>
                <a:endParaRPr lang="fr-FR" sz="2000" dirty="0">
                  <a:latin typeface="Arial" panose="020B0604020202020204" pitchFamily="34" charset="0"/>
                  <a:cs typeface="Arial" panose="020B0604020202020204" pitchFamily="34" charset="0"/>
                </a:endParaRPr>
              </a:p>
              <a:p>
                <a:endParaRPr lang="fr-FR" sz="2000" dirty="0">
                  <a:latin typeface="Arial" panose="020B0604020202020204" pitchFamily="34" charset="0"/>
                  <a:cs typeface="Arial" panose="020B0604020202020204" pitchFamily="34" charset="0"/>
                </a:endParaRPr>
              </a:p>
              <a:p>
                <a:r>
                  <a:rPr lang="fr-FR" sz="2000" dirty="0">
                    <a:latin typeface="Arial" panose="020B0604020202020204" pitchFamily="34" charset="0"/>
                    <a:cs typeface="Arial" panose="020B0604020202020204" pitchFamily="34" charset="0"/>
                  </a:rPr>
                  <a:t>Coefficient of Yule &amp; Kendall = </a:t>
                </a:r>
                <a14:m>
                  <m:oMath xmlns:m="http://schemas.openxmlformats.org/officeDocument/2006/math">
                    <m:box>
                      <m:boxPr>
                        <m:ctrlPr>
                          <a:rPr lang="fr-FR" sz="2000" i="1">
                            <a:latin typeface="Cambria Math" panose="02040503050406030204" pitchFamily="18" charset="0"/>
                          </a:rPr>
                        </m:ctrlPr>
                      </m:boxPr>
                      <m:e>
                        <m:argPr>
                          <m:argSz m:val="-1"/>
                        </m:argPr>
                        <m:f>
                          <m:fPr>
                            <m:ctrlPr>
                              <a:rPr lang="fr-FR" sz="2000" i="1">
                                <a:latin typeface="Cambria Math" panose="02040503050406030204" pitchFamily="18" charset="0"/>
                              </a:rPr>
                            </m:ctrlPr>
                          </m:fPr>
                          <m:num>
                            <m:d>
                              <m:dPr>
                                <m:ctrlPr>
                                  <a:rPr lang="fr-FR" sz="2000" i="1">
                                    <a:latin typeface="Cambria Math" panose="02040503050406030204" pitchFamily="18" charset="0"/>
                                  </a:rPr>
                                </m:ctrlPr>
                              </m:dPr>
                              <m:e>
                                <m:r>
                                  <a:rPr lang="fr-FR" sz="2000" b="0" i="1" smtClean="0">
                                    <a:latin typeface="Cambria Math" panose="02040503050406030204" pitchFamily="18" charset="0"/>
                                  </a:rPr>
                                  <m:t>70</m:t>
                                </m:r>
                                <m:r>
                                  <a:rPr lang="fr-FR" sz="2000" i="1">
                                    <a:latin typeface="Cambria Math" panose="02040503050406030204" pitchFamily="18" charset="0"/>
                                  </a:rPr>
                                  <m:t> −</m:t>
                                </m:r>
                                <m:r>
                                  <a:rPr lang="fr-FR" sz="2000" b="0" i="1" smtClean="0">
                                    <a:latin typeface="Cambria Math" panose="02040503050406030204" pitchFamily="18" charset="0"/>
                                  </a:rPr>
                                  <m:t>43.33</m:t>
                                </m:r>
                              </m:e>
                            </m:d>
                            <m:r>
                              <a:rPr lang="fr-FR" sz="2000" i="1">
                                <a:latin typeface="Cambria Math" panose="02040503050406030204" pitchFamily="18" charset="0"/>
                              </a:rPr>
                              <m:t> −(</m:t>
                            </m:r>
                            <m:r>
                              <a:rPr lang="fr-FR" sz="2000" b="0" i="1" smtClean="0">
                                <a:latin typeface="Cambria Math" panose="02040503050406030204" pitchFamily="18" charset="0"/>
                              </a:rPr>
                              <m:t>43.33</m:t>
                            </m:r>
                            <m:r>
                              <a:rPr lang="fr-FR" sz="2000" i="1">
                                <a:latin typeface="Cambria Math" panose="02040503050406030204" pitchFamily="18" charset="0"/>
                              </a:rPr>
                              <m:t> −</m:t>
                            </m:r>
                            <m:r>
                              <a:rPr lang="fr-FR" sz="2000" b="0" i="1" smtClean="0">
                                <a:latin typeface="Cambria Math" panose="02040503050406030204" pitchFamily="18" charset="0"/>
                              </a:rPr>
                              <m:t>17.5</m:t>
                            </m:r>
                            <m:r>
                              <a:rPr lang="fr-FR" sz="2000" i="1">
                                <a:latin typeface="Cambria Math" panose="02040503050406030204" pitchFamily="18" charset="0"/>
                              </a:rPr>
                              <m:t>)</m:t>
                            </m:r>
                          </m:num>
                          <m:den>
                            <m:r>
                              <a:rPr lang="fr-FR" sz="2000" i="1">
                                <a:latin typeface="Cambria Math" panose="02040503050406030204" pitchFamily="18" charset="0"/>
                              </a:rPr>
                              <m:t>(</m:t>
                            </m:r>
                            <m:r>
                              <a:rPr lang="fr-FR" sz="2000" b="0" i="1" smtClean="0">
                                <a:latin typeface="Cambria Math" panose="02040503050406030204" pitchFamily="18" charset="0"/>
                              </a:rPr>
                              <m:t>70</m:t>
                            </m:r>
                            <m:r>
                              <a:rPr lang="fr-FR" sz="2000" i="1">
                                <a:latin typeface="Cambria Math" panose="02040503050406030204" pitchFamily="18" charset="0"/>
                              </a:rPr>
                              <m:t> −</m:t>
                            </m:r>
                            <m:r>
                              <a:rPr lang="fr-FR" sz="2000" b="0" i="1" smtClean="0">
                                <a:latin typeface="Cambria Math" panose="02040503050406030204" pitchFamily="18" charset="0"/>
                              </a:rPr>
                              <m:t>17.5</m:t>
                            </m:r>
                            <m:r>
                              <a:rPr lang="fr-FR" sz="2000" i="1">
                                <a:latin typeface="Cambria Math" panose="02040503050406030204" pitchFamily="18" charset="0"/>
                              </a:rPr>
                              <m:t>)</m:t>
                            </m:r>
                          </m:den>
                        </m:f>
                      </m:e>
                    </m:box>
                    <m:r>
                      <a:rPr lang="fr-FR" sz="2000" i="1">
                        <a:latin typeface="Cambria Math" panose="02040503050406030204" pitchFamily="18" charset="0"/>
                      </a:rPr>
                      <m:t>=0.016</m:t>
                    </m:r>
                    <m:r>
                      <a:rPr lang="fr-FR" sz="2000" b="0" i="1" smtClean="0">
                        <a:latin typeface="Cambria Math" panose="02040503050406030204" pitchFamily="18" charset="0"/>
                      </a:rPr>
                      <m:t>&gt;0</m:t>
                    </m:r>
                  </m:oMath>
                </a14:m>
                <a:r>
                  <a:rPr lang="fr-FR" sz="2000" i="1" dirty="0">
                    <a:latin typeface="Arial" panose="020B0604020202020204" pitchFamily="34" charset="0"/>
                    <a:cs typeface="Arial" panose="020B0604020202020204" pitchFamily="34" charset="0"/>
                  </a:rPr>
                  <a:t> </a:t>
                </a:r>
              </a:p>
              <a:p>
                <a:endParaRPr lang="fr-FR" dirty="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p:txBody>
          </p:sp>
        </mc:Choice>
        <mc:Fallback>
          <p:sp>
            <p:nvSpPr>
              <p:cNvPr id="5" name="ZoneTexte 4">
                <a:extLst>
                  <a:ext uri="{FF2B5EF4-FFF2-40B4-BE49-F238E27FC236}">
                    <a16:creationId xmlns:a16="http://schemas.microsoft.com/office/drawing/2014/main" id="{D7B24147-55AB-4BC4-B183-ED51FCA4DB97}"/>
                  </a:ext>
                </a:extLst>
              </p:cNvPr>
              <p:cNvSpPr txBox="1">
                <a:spLocks noRot="1" noChangeAspect="1" noMove="1" noResize="1" noEditPoints="1" noAdjustHandles="1" noChangeArrowheads="1" noChangeShapeType="1" noTextEdit="1"/>
              </p:cNvSpPr>
              <p:nvPr/>
            </p:nvSpPr>
            <p:spPr>
              <a:xfrm>
                <a:off x="5250106" y="2338524"/>
                <a:ext cx="6653245" cy="2483565"/>
              </a:xfrm>
              <a:prstGeom prst="rect">
                <a:avLst/>
              </a:prstGeom>
              <a:blipFill>
                <a:blip r:embed="rId3"/>
                <a:stretch>
                  <a:fillRect l="-2286"/>
                </a:stretch>
              </a:blipFill>
            </p:spPr>
            <p:txBody>
              <a:bodyPr/>
              <a:lstStyle/>
              <a:p>
                <a:r>
                  <a:rPr lang="en-NL">
                    <a:noFill/>
                  </a:rPr>
                  <a:t> </a:t>
                </a:r>
              </a:p>
            </p:txBody>
          </p:sp>
        </mc:Fallback>
      </mc:AlternateContent>
    </p:spTree>
    <p:extLst>
      <p:ext uri="{BB962C8B-B14F-4D97-AF65-F5344CB8AC3E}">
        <p14:creationId xmlns:p14="http://schemas.microsoft.com/office/powerpoint/2010/main" val="38576154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563</TotalTime>
  <Words>439</Words>
  <Application>Microsoft Macintosh PowerPoint</Application>
  <PresentationFormat>Widescreen</PresentationFormat>
  <Paragraphs>151</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Cambria Math</vt:lpstr>
      <vt:lpstr>Wingdings</vt:lpstr>
      <vt:lpstr>Thème Office</vt:lpstr>
      <vt:lpstr>Data Description </vt:lpstr>
      <vt:lpstr>Exercise 1</vt:lpstr>
      <vt:lpstr>Exercise 1 - Solution</vt:lpstr>
      <vt:lpstr>Exercise 1 - Solution</vt:lpstr>
      <vt:lpstr>Exercise 2</vt:lpstr>
      <vt:lpstr>Exercise 2 Solution</vt:lpstr>
      <vt:lpstr>Exercise 2 Solution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Description</dc:title>
  <dc:creator>KACHOUR Maher</dc:creator>
  <cp:lastModifiedBy>Mercede Erfanianghasab</cp:lastModifiedBy>
  <cp:revision>6</cp:revision>
  <dcterms:created xsi:type="dcterms:W3CDTF">2021-10-14T08:08:29Z</dcterms:created>
  <dcterms:modified xsi:type="dcterms:W3CDTF">2026-07-17T20:53:55Z</dcterms:modified>
</cp:coreProperties>
</file>