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76165-D7C6-4F30-894C-A7B7B38EC536}" v="11" dt="2021-10-15T11:33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D1D76165-D7C6-4F30-894C-A7B7B38EC536}"/>
    <pc:docChg chg="custSel modSld">
      <pc:chgData name="KACHOUR Maher" userId="09775c39-7739-40bf-ba04-c8ef3ab24a94" providerId="ADAL" clId="{D1D76165-D7C6-4F30-894C-A7B7B38EC536}" dt="2021-10-16T15:44:09.978" v="43" actId="6549"/>
      <pc:docMkLst>
        <pc:docMk/>
      </pc:docMkLst>
      <pc:sldChg chg="modSp mod">
        <pc:chgData name="KACHOUR Maher" userId="09775c39-7739-40bf-ba04-c8ef3ab24a94" providerId="ADAL" clId="{D1D76165-D7C6-4F30-894C-A7B7B38EC536}" dt="2021-10-16T15:43:48.234" v="3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D1D76165-D7C6-4F30-894C-A7B7B38EC536}" dt="2021-10-15T11:31:15.582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D1D76165-D7C6-4F30-894C-A7B7B38EC536}" dt="2021-10-16T15:43:48.234" v="38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1D76165-D7C6-4F30-894C-A7B7B38EC536}" dt="2021-10-16T15:35:13.233" v="36" actId="20577"/>
        <pc:sldMkLst>
          <pc:docMk/>
          <pc:sldMk cId="0" sldId="257"/>
        </pc:sldMkLst>
        <pc:spChg chg="mod">
          <ac:chgData name="KACHOUR Maher" userId="09775c39-7739-40bf-ba04-c8ef3ab24a94" providerId="ADAL" clId="{D1D76165-D7C6-4F30-894C-A7B7B38EC536}" dt="2021-10-16T15:35:13.233" v="3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D1D76165-D7C6-4F30-894C-A7B7B38EC536}" dt="2021-10-15T11:32:14.767" v="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D1D76165-D7C6-4F30-894C-A7B7B38EC536}" dt="2021-10-15T11:32:14.767" v="4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D1D76165-D7C6-4F30-894C-A7B7B38EC536}" dt="2021-10-16T15:44:09.978" v="43" actId="6549"/>
        <pc:sldMkLst>
          <pc:docMk/>
          <pc:sldMk cId="3342625250" sldId="259"/>
        </pc:sldMkLst>
        <pc:spChg chg="mod">
          <ac:chgData name="KACHOUR Maher" userId="09775c39-7739-40bf-ba04-c8ef3ab24a94" providerId="ADAL" clId="{D1D76165-D7C6-4F30-894C-A7B7B38EC536}" dt="2021-10-15T11:32:20.356" v="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D1D76165-D7C6-4F30-894C-A7B7B38EC536}" dt="2021-10-16T15:44:09.978" v="43" actId="6549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1D76165-D7C6-4F30-894C-A7B7B38EC536}" dt="2021-10-15T11:33:01.216" v="16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D1D76165-D7C6-4F30-894C-A7B7B38EC536}" dt="2021-10-15T11:33:45.293" v="2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D1D76165-D7C6-4F30-894C-A7B7B38EC536}" dt="2021-10-15T11:33:45.293" v="25" actId="20577"/>
          <ac:spMkLst>
            <pc:docMk/>
            <pc:sldMk cId="4200507792" sldId="262"/>
            <ac:spMk id="2" creationId="{159DF4AF-EB56-497F-9EC4-3792B7715C09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3072015"/>
          </a:xfrm>
        </p:spPr>
        <p:txBody>
          <a:bodyPr anchor="b">
            <a:normAutofit/>
          </a:bodyPr>
          <a:lstStyle/>
          <a:p>
            <a:r>
              <a:rPr lang="en-AU" b="1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6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sp>
        <p:nvSpPr>
          <p:cNvPr id="1447" name="Freeform: Shape 144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9" name="Freeform: Shape 144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43" y="2799146"/>
            <a:ext cx="4939504" cy="876761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51" name="Freeform: Shape 145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3" name="Freeform: Shape 145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5" name="Freeform: Shape 145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57" name="Freeform: Shape 145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838201" y="1984443"/>
            <a:ext cx="5257800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200 days chosen randomly from the winter periods observed over the last 20 years.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data are represented in the following table:</a:t>
            </a:r>
            <a:endParaRPr lang="en-US" sz="1300" dirty="0"/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mode(s) associated with the data
Calculate the average morning temperature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554033"/>
              </p:ext>
            </p:extLst>
          </p:nvPr>
        </p:nvGraphicFramePr>
        <p:xfrm>
          <a:off x="6541053" y="1211344"/>
          <a:ext cx="4777382" cy="381247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567241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10141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507728">
                <a:tc>
                  <a:txBody>
                    <a:bodyPr/>
                    <a:lstStyle/>
                    <a:p>
                      <a:r>
                        <a:rPr lang="fr-FR" sz="2600" b="1" cap="none" spc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  <a:endParaRPr lang="fr-FR" sz="2600" b="1" cap="none" spc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9449" marR="159449" marT="159449" marB="797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600" b="1" cap="none" spc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 marL="159449" marR="159449" marT="159449" marB="7972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621852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621852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621852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621852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621852"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159449" marR="159449" marT="159449" marB="7972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79493"/>
            <a:ext cx="600375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1 -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838201" y="1984443"/>
                <a:ext cx="5257800" cy="41925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𝑜𝑑𝑒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−1×40+0×34+2 ×86+3 ×20+7×20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=−1 ×0.2+0×0.17+2×0.43+3×0.1+7×0.1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984443"/>
                <a:ext cx="5257800" cy="4192520"/>
              </a:xfrm>
              <a:prstGeom prst="rect">
                <a:avLst/>
              </a:prstGeom>
              <a:blipFill>
                <a:blip r:embed="rId2"/>
                <a:stretch>
                  <a:fillRect l="-964" t="-90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359223"/>
                  </p:ext>
                </p:extLst>
              </p:nvPr>
            </p:nvGraphicFramePr>
            <p:xfrm>
              <a:off x="6606326" y="1580592"/>
              <a:ext cx="5257800" cy="4114934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292536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746179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21908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5651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 cap="none" spc="30" dirty="0" err="1">
                              <a:solidFill>
                                <a:schemeClr val="tx1"/>
                              </a:solidFill>
                            </a:rPr>
                            <a:t>Temperature</a:t>
                          </a:r>
                          <a:endParaRPr lang="fr-FR" sz="2600" b="1" cap="none" spc="3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" marT="67501" marB="6750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 cap="none" spc="30" dirty="0">
                              <a:solidFill>
                                <a:schemeClr val="tx1"/>
                              </a:solidFill>
                            </a:rPr>
                            <a:t>Number of </a:t>
                          </a:r>
                          <a:r>
                            <a:rPr lang="fr-FR" sz="2600" b="1" cap="none" spc="30" dirty="0" err="1">
                              <a:solidFill>
                                <a:schemeClr val="tx1"/>
                              </a:solidFill>
                            </a:rPr>
                            <a:t>days</a:t>
                          </a:r>
                          <a:endParaRPr lang="fr-FR" sz="2600" b="1" cap="none" spc="3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" marT="67501" marB="6750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600" b="1" cap="none" spc="30" smtClean="0">
                                        <a:solidFill>
                                          <a:schemeClr val="tx1"/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600" b="1" cap="none" spc="3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600" b="1" cap="none" spc="3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600" b="1" cap="none" spc="3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" marT="67501" marB="67501" anchor="ctr"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459007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459007">
                    <a:tc>
                      <a:txBody>
                        <a:bodyPr/>
                        <a:lstStyle/>
                        <a:p>
                          <a:r>
                            <a:rPr lang="fr-FR" sz="2600" cap="none" spc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fr-FR" sz="2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459007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459007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2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459007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459007">
                    <a:tc>
                      <a:txBody>
                        <a:bodyPr/>
                        <a:lstStyle/>
                        <a:p>
                          <a:r>
                            <a:rPr lang="fr-FR" sz="26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  <a:endParaRPr lang="fr-FR" sz="2600" b="1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2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359223"/>
                  </p:ext>
                </p:extLst>
              </p:nvPr>
            </p:nvGraphicFramePr>
            <p:xfrm>
              <a:off x="6606326" y="1580592"/>
              <a:ext cx="5257800" cy="4114934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292536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746179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21908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9274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 cap="none" spc="30" dirty="0" err="1">
                              <a:solidFill>
                                <a:schemeClr val="tx1"/>
                              </a:solidFill>
                            </a:rPr>
                            <a:t>Temperature</a:t>
                          </a:r>
                          <a:endParaRPr lang="fr-FR" sz="2600" b="1" cap="none" spc="3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" marT="67501" marB="6750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 cap="none" spc="30" dirty="0">
                              <a:solidFill>
                                <a:schemeClr val="tx1"/>
                              </a:solidFill>
                            </a:rPr>
                            <a:t>Number of </a:t>
                          </a:r>
                          <a:r>
                            <a:rPr lang="fr-FR" sz="2600" b="1" cap="none" spc="30" dirty="0" err="1">
                              <a:solidFill>
                                <a:schemeClr val="tx1"/>
                              </a:solidFill>
                            </a:rPr>
                            <a:t>days</a:t>
                          </a:r>
                          <a:endParaRPr lang="fr-FR" sz="2600" b="1" cap="none" spc="3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" marT="67501" marB="67501" anchor="ctr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0" marR="13500" marT="67501" marB="67501" anchor="ctr">
                        <a:blipFill>
                          <a:blip r:embed="rId3"/>
                          <a:stretch>
                            <a:fillRect l="-333333" t="-4110" r="-2083" b="-360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531242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531242">
                    <a:tc>
                      <a:txBody>
                        <a:bodyPr/>
                        <a:lstStyle/>
                        <a:p>
                          <a:r>
                            <a:rPr lang="fr-FR" sz="2600" cap="none" spc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fr-FR" sz="2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531242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531242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2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531242"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531242">
                    <a:tc>
                      <a:txBody>
                        <a:bodyPr/>
                        <a:lstStyle/>
                        <a:p>
                          <a:r>
                            <a:rPr lang="fr-FR" sz="26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  <a:endParaRPr lang="fr-FR" sz="2600" b="1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  <a:endParaRPr lang="fr-FR" sz="26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cap="none" spc="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  <a:endParaRPr lang="fr-FR" sz="26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501" marR="135002" marT="67501" marB="67501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over 240 days chosen randomly from the winter periods observed over the last 20 years. 
The data are represented in the following table: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Calculate the mode(s) associated with the data
Calculate the mean morning wind speed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99645"/>
              </p:ext>
            </p:extLst>
          </p:nvPr>
        </p:nvGraphicFramePr>
        <p:xfrm>
          <a:off x="1379110" y="1300351"/>
          <a:ext cx="3677652" cy="44115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7083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740569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21108">
                <a:tc>
                  <a:txBody>
                    <a:bodyPr/>
                    <a:lstStyle/>
                    <a:p>
                      <a:pPr algn="ctr"/>
                      <a:r>
                        <a:rPr lang="fr-FR" sz="2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</a:t>
                      </a:r>
                      <a:r>
                        <a:rPr lang="fr-FR" sz="26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days</a:t>
                      </a:r>
                      <a:endParaRPr lang="fr-FR" sz="2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 ; 10]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 ; 30]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[30 ; 70]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[70 ; 100]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692349"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[100 ; 150]</a:t>
                      </a:r>
                    </a:p>
                  </a:txBody>
                  <a:tcPr marL="157352" marR="157352" marT="78676" marB="78676"/>
                </a:tc>
                <a:tc>
                  <a:txBody>
                    <a:bodyPr/>
                    <a:lstStyle/>
                    <a:p>
                      <a:r>
                        <a:rPr lang="fr-F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157352" marR="157352" marT="78676" marB="78676"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931147"/>
                  </p:ext>
                </p:extLst>
              </p:nvPr>
            </p:nvGraphicFramePr>
            <p:xfrm>
              <a:off x="739051" y="2621762"/>
              <a:ext cx="4602569" cy="3731220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569896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801704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Speed
</a:t>
                          </a:r>
                          <a:endParaRPr lang="fr-FR" sz="2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[0 ; 10]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[10 ; 30]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[30 ; 70]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[70 ; 100]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[100 ; 150]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  <a:endParaRPr lang="fr-FR" sz="18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931147"/>
                  </p:ext>
                </p:extLst>
              </p:nvPr>
            </p:nvGraphicFramePr>
            <p:xfrm>
              <a:off x="739051" y="2621762"/>
              <a:ext cx="4602569" cy="3731220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569896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801704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782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Speed
</a:t>
                          </a:r>
                          <a:endParaRPr lang="fr-FR" sz="2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6780" t="-3226" r="-310169" b="-3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4595" t="-3226" r="-147297" b="-3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566667" t="-3226" r="-142222" b="-3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476190" t="-3226" r="-1587" b="-37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[0 ; 10]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[10 ; 30]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[30 ; 70]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[70 ; 100]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[100 ; 150]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  <a:endParaRPr lang="fr-FR" sz="1800" b="1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  <a:endParaRPr lang="fr-FR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∈[0 ;10[</m:t>
                      </m:r>
                    </m:oMath>
                  </m:oMathPara>
                </a14:m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=0+10×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(4.2 −0)</m:t>
                          </m:r>
                        </m:num>
                        <m:den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4.2 −0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+(4.2 −2.4)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blipFill>
                <a:blip r:embed="rId3"/>
                <a:stretch>
                  <a:fillRect b="-71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328</Words>
  <Application>Microsoft Macintosh PowerPoint</Application>
  <PresentationFormat>Widescreen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Wingdings</vt:lpstr>
      <vt:lpstr>Thème Office</vt:lpstr>
      <vt:lpstr>Data Description </vt:lpstr>
      <vt:lpstr>Exercise 1</vt:lpstr>
      <vt:lpstr>Exercise 1 - Solution</vt:lpstr>
      <vt:lpstr>Exercise 2</vt:lpstr>
      <vt:lpstr>Exercise 2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Mercede Erfanianghasab</cp:lastModifiedBy>
  <cp:revision>4</cp:revision>
  <dcterms:created xsi:type="dcterms:W3CDTF">2021-10-14T08:08:29Z</dcterms:created>
  <dcterms:modified xsi:type="dcterms:W3CDTF">2026-07-17T17:02:16Z</dcterms:modified>
</cp:coreProperties>
</file>