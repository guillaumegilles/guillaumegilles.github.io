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1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6BC31A12-6872-407D-B196-620DB8D11C41}"/>
    <pc:docChg chg="custSel delSld modSld">
      <pc:chgData name="KACHOUR Maher" userId="09775c39-7739-40bf-ba04-c8ef3ab24a94" providerId="ADAL" clId="{6BC31A12-6872-407D-B196-620DB8D11C41}" dt="2021-10-15T14:34:10.557" v="32" actId="20577"/>
      <pc:docMkLst>
        <pc:docMk/>
      </pc:docMkLst>
      <pc:sldChg chg="addSp delSp modSp mod">
        <pc:chgData name="KACHOUR Maher" userId="09775c39-7739-40bf-ba04-c8ef3ab24a94" providerId="ADAL" clId="{6BC31A12-6872-407D-B196-620DB8D11C41}" dt="2021-10-15T14:32:52.117" v="21" actId="20577"/>
        <pc:sldMkLst>
          <pc:docMk/>
          <pc:sldMk cId="3884457258" sldId="256"/>
        </pc:sldMkLst>
        <pc:spChg chg="mod">
          <ac:chgData name="KACHOUR Maher" userId="09775c39-7739-40bf-ba04-c8ef3ab24a94" providerId="ADAL" clId="{6BC31A12-6872-407D-B196-620DB8D11C41}" dt="2021-10-15T14:32:52.117" v="21" actId="20577"/>
          <ac:spMkLst>
            <pc:docMk/>
            <pc:sldMk cId="3884457258" sldId="256"/>
            <ac:spMk id="4" creationId="{DF25F7F9-D26E-4B65-8387-484298AE7CF4}"/>
          </ac:spMkLst>
        </pc:spChg>
        <pc:graphicFrameChg chg="del">
          <ac:chgData name="KACHOUR Maher" userId="09775c39-7739-40bf-ba04-c8ef3ab24a94" providerId="ADAL" clId="{6BC31A12-6872-407D-B196-620DB8D11C41}" dt="2021-10-15T14:32:18.067" v="7" actId="478"/>
          <ac:graphicFrameMkLst>
            <pc:docMk/>
            <pc:sldMk cId="3884457258" sldId="256"/>
            <ac:graphicFrameMk id="5" creationId="{8D618231-F795-4672-A643-43223F39DFB3}"/>
          </ac:graphicFrameMkLst>
        </pc:graphicFrameChg>
        <pc:picChg chg="add mod">
          <ac:chgData name="KACHOUR Maher" userId="09775c39-7739-40bf-ba04-c8ef3ab24a94" providerId="ADAL" clId="{6BC31A12-6872-407D-B196-620DB8D11C41}" dt="2021-10-15T14:32:31.636" v="12" actId="1076"/>
          <ac:picMkLst>
            <pc:docMk/>
            <pc:sldMk cId="3884457258" sldId="256"/>
            <ac:picMk id="6" creationId="{F522A9A2-6AFD-4695-93C8-765E6CDE86C3}"/>
          </ac:picMkLst>
        </pc:picChg>
      </pc:sldChg>
      <pc:sldChg chg="modSp mod">
        <pc:chgData name="KACHOUR Maher" userId="09775c39-7739-40bf-ba04-c8ef3ab24a94" providerId="ADAL" clId="{6BC31A12-6872-407D-B196-620DB8D11C41}" dt="2021-10-15T14:28:53.903" v="2" actId="20577"/>
        <pc:sldMkLst>
          <pc:docMk/>
          <pc:sldMk cId="0" sldId="257"/>
        </pc:sldMkLst>
        <pc:spChg chg="mod">
          <ac:chgData name="KACHOUR Maher" userId="09775c39-7739-40bf-ba04-c8ef3ab24a94" providerId="ADAL" clId="{6BC31A12-6872-407D-B196-620DB8D11C41}" dt="2021-10-15T14:28:53.903" v="2" actId="20577"/>
          <ac:spMkLst>
            <pc:docMk/>
            <pc:sldMk cId="0" sldId="257"/>
            <ac:spMk id="3" creationId="{00000000-0000-0000-0000-000000000000}"/>
          </ac:spMkLst>
        </pc:spChg>
      </pc:sldChg>
      <pc:sldChg chg="delSp modSp mod">
        <pc:chgData name="KACHOUR Maher" userId="09775c39-7739-40bf-ba04-c8ef3ab24a94" providerId="ADAL" clId="{6BC31A12-6872-407D-B196-620DB8D11C41}" dt="2021-10-15T14:34:10.557" v="32" actId="20577"/>
        <pc:sldMkLst>
          <pc:docMk/>
          <pc:sldMk cId="1632906986" sldId="258"/>
        </pc:sldMkLst>
        <pc:spChg chg="mod">
          <ac:chgData name="KACHOUR Maher" userId="09775c39-7739-40bf-ba04-c8ef3ab24a94" providerId="ADAL" clId="{6BC31A12-6872-407D-B196-620DB8D11C41}" dt="2021-10-15T14:34:10.557" v="32" actId="20577"/>
          <ac:spMkLst>
            <pc:docMk/>
            <pc:sldMk cId="1632906986" sldId="258"/>
            <ac:spMk id="3" creationId="{CC9FE004-1C6E-4667-8710-CA96506DE21E}"/>
          </ac:spMkLst>
        </pc:spChg>
        <pc:graphicFrameChg chg="del">
          <ac:chgData name="KACHOUR Maher" userId="09775c39-7739-40bf-ba04-c8ef3ab24a94" providerId="ADAL" clId="{6BC31A12-6872-407D-B196-620DB8D11C41}" dt="2021-10-15T14:33:00.913" v="22" actId="478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del">
        <pc:chgData name="KACHOUR Maher" userId="09775c39-7739-40bf-ba04-c8ef3ab24a94" providerId="ADAL" clId="{6BC31A12-6872-407D-B196-620DB8D11C41}" dt="2021-10-15T14:31:34.412" v="3" actId="47"/>
        <pc:sldMkLst>
          <pc:docMk/>
          <pc:sldMk cId="3342625250" sldId="259"/>
        </pc:sldMkLst>
      </pc:sldChg>
      <pc:sldChg chg="del">
        <pc:chgData name="KACHOUR Maher" userId="09775c39-7739-40bf-ba04-c8ef3ab24a94" providerId="ADAL" clId="{6BC31A12-6872-407D-B196-620DB8D11C41}" dt="2021-10-15T14:31:36.378" v="4" actId="47"/>
        <pc:sldMkLst>
          <pc:docMk/>
          <pc:sldMk cId="4200507792" sldId="262"/>
        </pc:sldMkLst>
      </pc:sldChg>
      <pc:sldChg chg="del">
        <pc:chgData name="KACHOUR Maher" userId="09775c39-7739-40bf-ba04-c8ef3ab24a94" providerId="ADAL" clId="{6BC31A12-6872-407D-B196-620DB8D11C41}" dt="2021-10-15T14:33:07.928" v="23" actId="47"/>
        <pc:sldMkLst>
          <pc:docMk/>
          <pc:sldMk cId="290671189" sldId="263"/>
        </pc:sldMkLst>
      </pc:sldChg>
      <pc:sldChg chg="del">
        <pc:chgData name="KACHOUR Maher" userId="09775c39-7739-40bf-ba04-c8ef3ab24a94" providerId="ADAL" clId="{6BC31A12-6872-407D-B196-620DB8D11C41}" dt="2021-10-15T14:31:38.419" v="5" actId="47"/>
        <pc:sldMkLst>
          <pc:docMk/>
          <pc:sldMk cId="385761548" sldId="264"/>
        </pc:sldMkLst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299F7250-7637-4866-9EA8-65D382F570EA}"/>
    <pc:docChg chg="modSld">
      <pc:chgData name="KACHOUR Maher" userId="09775c39-7739-40bf-ba04-c8ef3ab24a94" providerId="ADAL" clId="{299F7250-7637-4866-9EA8-65D382F570EA}" dt="2021-10-16T15:47:16.913" v="14" actId="20577"/>
      <pc:docMkLst>
        <pc:docMk/>
      </pc:docMkLst>
      <pc:sldChg chg="modSp mod">
        <pc:chgData name="KACHOUR Maher" userId="09775c39-7739-40bf-ba04-c8ef3ab24a94" providerId="ADAL" clId="{299F7250-7637-4866-9EA8-65D382F570EA}" dt="2021-10-16T15:47:16.913" v="14" actId="20577"/>
        <pc:sldMkLst>
          <pc:docMk/>
          <pc:sldMk cId="3884457258" sldId="256"/>
        </pc:sldMkLst>
        <pc:spChg chg="mod">
          <ac:chgData name="KACHOUR Maher" userId="09775c39-7739-40bf-ba04-c8ef3ab24a94" providerId="ADAL" clId="{299F7250-7637-4866-9EA8-65D382F570EA}" dt="2021-10-16T15:47:16.913" v="14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299F7250-7637-4866-9EA8-65D382F570EA}" dt="2021-10-16T15:38:00.374" v="10" actId="20577"/>
        <pc:sldMkLst>
          <pc:docMk/>
          <pc:sldMk cId="0" sldId="257"/>
        </pc:sldMkLst>
        <pc:spChg chg="mod">
          <ac:chgData name="KACHOUR Maher" userId="09775c39-7739-40bf-ba04-c8ef3ab24a94" providerId="ADAL" clId="{299F7250-7637-4866-9EA8-65D382F570EA}" dt="2021-10-16T15:38:00.374" v="10" actId="20577"/>
          <ac:spMkLst>
            <pc:docMk/>
            <pc:sldMk cId="0" sldId="257"/>
            <ac:spMk id="3" creationId="{00000000-0000-0000-0000-000000000000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1916F0B8-EFD0-4B1D-B006-AB9FC9879DBC}"/>
    <pc:docChg chg="modSld">
      <pc:chgData name="KACHOUR Maher" userId="09775c39-7739-40bf-ba04-c8ef3ab24a94" providerId="ADAL" clId="{1916F0B8-EFD0-4B1D-B006-AB9FC9879DBC}" dt="2021-10-15T14:43:24.176" v="9" actId="20577"/>
      <pc:docMkLst>
        <pc:docMk/>
      </pc:docMkLst>
      <pc:sldChg chg="modSp mod">
        <pc:chgData name="KACHOUR Maher" userId="09775c39-7739-40bf-ba04-c8ef3ab24a94" providerId="ADAL" clId="{1916F0B8-EFD0-4B1D-B006-AB9FC9879DBC}" dt="2021-10-15T14:43:12.451" v="7"/>
        <pc:sldMkLst>
          <pc:docMk/>
          <pc:sldMk cId="3884457258" sldId="256"/>
        </pc:sldMkLst>
        <pc:spChg chg="mod">
          <ac:chgData name="KACHOUR Maher" userId="09775c39-7739-40bf-ba04-c8ef3ab24a94" providerId="ADAL" clId="{1916F0B8-EFD0-4B1D-B006-AB9FC9879DBC}" dt="2021-10-15T14:42:36.715" v="1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1916F0B8-EFD0-4B1D-B006-AB9FC9879DBC}" dt="2021-10-15T14:43:12.451" v="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1916F0B8-EFD0-4B1D-B006-AB9FC9879DBC}" dt="2021-10-15T14:43:24.176" v="9" actId="20577"/>
        <pc:sldMkLst>
          <pc:docMk/>
          <pc:sldMk cId="1632906986" sldId="258"/>
        </pc:sldMkLst>
        <pc:spChg chg="mod">
          <ac:chgData name="KACHOUR Maher" userId="09775c39-7739-40bf-ba04-c8ef3ab24a94" providerId="ADAL" clId="{1916F0B8-EFD0-4B1D-B006-AB9FC9879DBC}" dt="2021-10-15T14:43:24.176" v="9" actId="20577"/>
          <ac:spMkLst>
            <pc:docMk/>
            <pc:sldMk cId="1632906986" sldId="258"/>
            <ac:spMk id="2" creationId="{A4AEDEBA-6FE9-4F23-B02B-9FB71BC17484}"/>
          </ac:spMkLst>
        </pc:spChg>
      </pc:sldChg>
    </pc:docChg>
  </pc:docChgLst>
  <pc:docChgLst>
    <pc:chgData name="KACHOUR Maher" userId="09775c39-7739-40bf-ba04-c8ef3ab24a94" providerId="ADAL" clId="{98B62C0F-C5CD-470F-A85D-6BE9EDA11397}"/>
    <pc:docChg chg="modSld">
      <pc:chgData name="KACHOUR Maher" userId="09775c39-7739-40bf-ba04-c8ef3ab24a94" providerId="ADAL" clId="{98B62C0F-C5CD-470F-A85D-6BE9EDA11397}" dt="2021-10-15T13:48:18.072" v="334" actId="20577"/>
      <pc:docMkLst>
        <pc:docMk/>
      </pc:docMkLst>
      <pc:sldChg chg="modSp mod">
        <pc:chgData name="KACHOUR Maher" userId="09775c39-7739-40bf-ba04-c8ef3ab24a94" providerId="ADAL" clId="{98B62C0F-C5CD-470F-A85D-6BE9EDA11397}" dt="2021-10-15T13:33:57.990" v="26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8B62C0F-C5CD-470F-A85D-6BE9EDA11397}" dt="2021-10-15T13:33:57.990" v="26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98B62C0F-C5CD-470F-A85D-6BE9EDA11397}" dt="2021-10-15T13:48:18.072" v="334" actId="20577"/>
        <pc:sldMkLst>
          <pc:docMk/>
          <pc:sldMk cId="0" sldId="257"/>
        </pc:sldMkLst>
        <pc:spChg chg="mod">
          <ac:chgData name="KACHOUR Maher" userId="09775c39-7739-40bf-ba04-c8ef3ab24a94" providerId="ADAL" clId="{98B62C0F-C5CD-470F-A85D-6BE9EDA11397}" dt="2021-10-15T13:48:18.072" v="334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8B62C0F-C5CD-470F-A85D-6BE9EDA11397}" dt="2021-10-15T13:37:16.659" v="105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8B62C0F-C5CD-470F-A85D-6BE9EDA11397}" dt="2021-10-15T13:37:16.659" v="105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39:54.239" v="222"/>
        <pc:sldMkLst>
          <pc:docMk/>
          <pc:sldMk cId="3342625250" sldId="259"/>
        </pc:sldMkLst>
        <pc:spChg chg="mod">
          <ac:chgData name="KACHOUR Maher" userId="09775c39-7739-40bf-ba04-c8ef3ab24a94" providerId="ADAL" clId="{98B62C0F-C5CD-470F-A85D-6BE9EDA11397}" dt="2021-10-15T13:39:54.239" v="222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98B62C0F-C5CD-470F-A85D-6BE9EDA11397}" dt="2021-10-15T13:42:21.153" v="269" actId="255"/>
        <pc:sldMkLst>
          <pc:docMk/>
          <pc:sldMk cId="4200507792" sldId="262"/>
        </pc:sldMkLst>
        <pc:spChg chg="mod">
          <ac:chgData name="KACHOUR Maher" userId="09775c39-7739-40bf-ba04-c8ef3ab24a94" providerId="ADAL" clId="{98B62C0F-C5CD-470F-A85D-6BE9EDA11397}" dt="2021-10-15T13:42:21.153" v="269" actId="255"/>
          <ac:spMkLst>
            <pc:docMk/>
            <pc:sldMk cId="4200507792" sldId="262"/>
            <ac:spMk id="6" creationId="{B9F24573-B8C6-4491-AFA0-36142DDC64B5}"/>
          </ac:spMkLst>
        </pc:spChg>
      </pc:sldChg>
      <pc:sldChg chg="modSp mod">
        <pc:chgData name="KACHOUR Maher" userId="09775c39-7739-40bf-ba04-c8ef3ab24a94" providerId="ADAL" clId="{98B62C0F-C5CD-470F-A85D-6BE9EDA11397}" dt="2021-10-15T13:39:35.183" v="221" actId="1076"/>
        <pc:sldMkLst>
          <pc:docMk/>
          <pc:sldMk cId="290671189" sldId="263"/>
        </pc:sldMkLst>
        <pc:spChg chg="mod">
          <ac:chgData name="KACHOUR Maher" userId="09775c39-7739-40bf-ba04-c8ef3ab24a94" providerId="ADAL" clId="{98B62C0F-C5CD-470F-A85D-6BE9EDA11397}" dt="2021-10-15T13:39:35.183" v="221" actId="1076"/>
          <ac:spMkLst>
            <pc:docMk/>
            <pc:sldMk cId="290671189" sldId="263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46:04.484" v="332" actId="20577"/>
        <pc:sldMkLst>
          <pc:docMk/>
          <pc:sldMk cId="385761548" sldId="264"/>
        </pc:sldMkLst>
        <pc:spChg chg="mod">
          <ac:chgData name="KACHOUR Maher" userId="09775c39-7739-40bf-ba04-c8ef3ab24a94" providerId="ADAL" clId="{98B62C0F-C5CD-470F-A85D-6BE9EDA11397}" dt="2021-10-15T13:46:04.484" v="332" actId="20577"/>
          <ac:spMkLst>
            <pc:docMk/>
            <pc:sldMk cId="385761548" sldId="264"/>
            <ac:spMk id="5" creationId="{D7B24147-55AB-4BC4-B183-ED51FCA4DB97}"/>
          </ac:spMkLst>
        </pc:sp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4" name="Rectangle 1443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58368" y="739978"/>
            <a:ext cx="10871278" cy="3004145"/>
          </a:xfrm>
        </p:spPr>
        <p:txBody>
          <a:bodyPr>
            <a:normAutofit/>
          </a:bodyPr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pPr>
              <a:defRPr sz="2200" b="1"/>
            </a:pPr>
            <a:r>
              <a:t>Session 10</a:t>
            </a:r>
            <a:endParaRPr lang="en-NL"/>
          </a:p>
          <a:p>
            <a:pPr>
              <a:defRPr sz="1400"/>
            </a:pPr>
            <a:r>
              <a:t>Mercedeh ERFANIANGHASAB &amp; Jérémy CELSE</a:t>
            </a:r>
            <a:endParaRPr lang="en-NL"/>
          </a:p>
          <a:p>
            <a:pPr>
              <a:defRPr sz="1000"/>
            </a:pPr>
            <a:r>
              <a:t>Mercedeh.ERFANIANGHASAB@essca.fr | jeremy.celse@essca.fr</a:t>
            </a:r>
            <a:endParaRPr lang="en-NL"/>
          </a:p>
        </p:txBody>
      </p:sp>
      <p:sp>
        <p:nvSpPr>
          <p:cNvPr id="1446" name="Freeform: Shape 1445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48" name="Freeform: Shape 1447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50" name="Freeform: Shape 1449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52" name="Freeform: Shape 1451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54" name="Freeform: Shape 1453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56" name="Freeform: Shape 1455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39" name="Picture 1438" descr="essc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92608"/>
            <a:ext cx="914400" cy="7858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</a:t>
            </a:r>
            <a:r>
              <a:rPr lang="fr-F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4867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The human resources department of a company wants to study the link between two characteristics: x the age of the employees and y the degree of stress (score on a scale ranging from 0 to 3). Both characteristics were studied on 124 employees. 
The results of the survey are 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Calculate the linear correlation coefficient between the data two variables studied. Interpret the result.</a:t>
            </a:r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522A9A2-6AFD-4695-93C8-765E6CDE86C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356" y="2936874"/>
            <a:ext cx="4205287" cy="2153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</a:t>
            </a:r>
            <a:r>
              <a:rPr lang="fr-F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C9FE004-1C6E-4667-8710-CA96506DE21E}"/>
              </a:ext>
            </a:extLst>
          </p:cNvPr>
          <p:cNvSpPr txBox="1"/>
          <p:nvPr/>
        </p:nvSpPr>
        <p:spPr>
          <a:xfrm>
            <a:off x="951632" y="1967061"/>
            <a:ext cx="8116167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2400" dirty="0" err="1"/>
              <a:t>Average</a:t>
            </a:r>
            <a:r>
              <a:rPr lang="fr-FR" sz="2400" dirty="0"/>
              <a:t> </a:t>
            </a:r>
            <a:r>
              <a:rPr lang="fr-FR" sz="2400" dirty="0" err="1"/>
              <a:t>age</a:t>
            </a:r>
            <a:r>
              <a:rPr lang="fr-FR" sz="2400" dirty="0"/>
              <a:t> : ≈ 36.04032</a:t>
            </a:r>
          </a:p>
          <a:p>
            <a:pPr lvl="0"/>
            <a:r>
              <a:rPr lang="fr-FR" sz="2400" dirty="0"/>
              <a:t>Age standard </a:t>
            </a:r>
            <a:r>
              <a:rPr lang="fr-FR" sz="2400" dirty="0" err="1"/>
              <a:t>deviation</a:t>
            </a:r>
            <a:r>
              <a:rPr lang="fr-FR" sz="2400" dirty="0"/>
              <a:t> : ≈ 11.57054</a:t>
            </a:r>
          </a:p>
          <a:p>
            <a:pPr lvl="0"/>
            <a:r>
              <a:rPr lang="fr-FR" sz="2400" dirty="0" err="1"/>
              <a:t>Average</a:t>
            </a:r>
            <a:r>
              <a:rPr lang="fr-FR" sz="2400" dirty="0"/>
              <a:t> stress </a:t>
            </a:r>
            <a:r>
              <a:rPr lang="fr-FR" sz="2400" dirty="0" err="1"/>
              <a:t>level</a:t>
            </a:r>
            <a:r>
              <a:rPr lang="fr-FR" sz="2400" dirty="0"/>
              <a:t> : ≈ 1.112903</a:t>
            </a:r>
          </a:p>
          <a:p>
            <a:pPr lvl="0"/>
            <a:r>
              <a:rPr lang="en-US" sz="2400" dirty="0"/>
              <a:t>The standard deviation of stress level </a:t>
            </a:r>
            <a:r>
              <a:rPr lang="fr-FR" sz="2400" dirty="0"/>
              <a:t>: ≈ 1.064149</a:t>
            </a:r>
          </a:p>
          <a:p>
            <a:pPr lvl="0"/>
            <a:r>
              <a:rPr lang="fr-FR" sz="2400" dirty="0"/>
              <a:t>Covariance ≈ 2.438996 &gt; 0</a:t>
            </a:r>
          </a:p>
          <a:p>
            <a:pPr lvl="0"/>
            <a:r>
              <a:rPr lang="fr-FR" sz="2400" dirty="0"/>
              <a:t>The </a:t>
            </a:r>
            <a:r>
              <a:rPr lang="fr-FR" sz="2400" dirty="0" err="1"/>
              <a:t>linear</a:t>
            </a:r>
            <a:r>
              <a:rPr lang="fr-FR" sz="2400" dirty="0"/>
              <a:t> </a:t>
            </a:r>
            <a:r>
              <a:rPr lang="fr-FR" sz="2400" dirty="0" err="1"/>
              <a:t>correlation</a:t>
            </a:r>
            <a:r>
              <a:rPr lang="fr-FR" sz="2400" dirty="0"/>
              <a:t> coefficient ≈ 0.1980865</a:t>
            </a:r>
          </a:p>
          <a:p>
            <a:endParaRPr lang="fr-FR" sz="2400" dirty="0"/>
          </a:p>
          <a:p>
            <a:pPr lvl="1"/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144</Words>
  <Application>Microsoft Macintosh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Cambria</vt:lpstr>
      <vt:lpstr>Georgia</vt:lpstr>
      <vt:lpstr>Thème Office</vt:lpstr>
      <vt:lpstr>Data Description </vt:lpstr>
      <vt:lpstr>Exercise 1</vt:lpstr>
      <vt:lpstr>Exercise 1 -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</dc:title>
  <dc:creator>KACHOUR Maher</dc:creator>
  <cp:lastModifiedBy>Mercede Erfanianghasab</cp:lastModifiedBy>
  <cp:revision>3</cp:revision>
  <dcterms:created xsi:type="dcterms:W3CDTF">2021-10-14T08:08:29Z</dcterms:created>
  <dcterms:modified xsi:type="dcterms:W3CDTF">2026-08-23T15:36:57Z</dcterms:modified>
</cp:coreProperties>
</file>