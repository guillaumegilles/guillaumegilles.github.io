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5C91C-B5EF-4C9A-8ABB-947F4FCF732B}" v="1" dt="2021-10-15T14:47:46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4D5C91C-B5EF-4C9A-8ABB-947F4FCF732B}"/>
    <pc:docChg chg="custSel addSld delSld modSld">
      <pc:chgData name="KACHOUR Maher" userId="09775c39-7739-40bf-ba04-c8ef3ab24a94" providerId="ADAL" clId="{94D5C91C-B5EF-4C9A-8ABB-947F4FCF732B}" dt="2021-10-16T15:53:25.690" v="23" actId="20577"/>
      <pc:docMkLst>
        <pc:docMk/>
      </pc:docMkLst>
      <pc:sldChg chg="modSp mod">
        <pc:chgData name="KACHOUR Maher" userId="09775c39-7739-40bf-ba04-c8ef3ab24a94" providerId="ADAL" clId="{94D5C91C-B5EF-4C9A-8ABB-947F4FCF732B}" dt="2021-10-16T15:53:25.690" v="23" actId="20577"/>
        <pc:sldMkLst>
          <pc:docMk/>
          <pc:sldMk cId="0" sldId="257"/>
        </pc:sldMkLst>
        <pc:spChg chg="mod">
          <ac:chgData name="KACHOUR Maher" userId="09775c39-7739-40bf-ba04-c8ef3ab24a94" providerId="ADAL" clId="{94D5C91C-B5EF-4C9A-8ABB-947F4FCF732B}" dt="2021-10-16T15:53:25.690" v="23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94D5C91C-B5EF-4C9A-8ABB-947F4FCF732B}" dt="2021-10-15T14:47:28.138" v="0" actId="47"/>
        <pc:sldMkLst>
          <pc:docMk/>
          <pc:sldMk cId="1632906986" sldId="258"/>
        </pc:sldMkLst>
      </pc:sldChg>
      <pc:sldChg chg="addSp delSp modSp new mod">
        <pc:chgData name="KACHOUR Maher" userId="09775c39-7739-40bf-ba04-c8ef3ab24a94" providerId="ADAL" clId="{94D5C91C-B5EF-4C9A-8ABB-947F4FCF732B}" dt="2021-10-15T14:47:50.983" v="9" actId="1076"/>
        <pc:sldMkLst>
          <pc:docMk/>
          <pc:sldMk cId="2445846435" sldId="258"/>
        </pc:sldMkLst>
        <pc:spChg chg="mod">
          <ac:chgData name="KACHOUR Maher" userId="09775c39-7739-40bf-ba04-c8ef3ab24a94" providerId="ADAL" clId="{94D5C91C-B5EF-4C9A-8ABB-947F4FCF732B}" dt="2021-10-15T14:47:36.569" v="5" actId="20577"/>
          <ac:spMkLst>
            <pc:docMk/>
            <pc:sldMk cId="2445846435" sldId="258"/>
            <ac:spMk id="2" creationId="{AC8F0829-8C2D-41A4-B6B5-8EA769932FDA}"/>
          </ac:spMkLst>
        </pc:spChg>
        <pc:spChg chg="del">
          <ac:chgData name="KACHOUR Maher" userId="09775c39-7739-40bf-ba04-c8ef3ab24a94" providerId="ADAL" clId="{94D5C91C-B5EF-4C9A-8ABB-947F4FCF732B}" dt="2021-10-15T14:47:39.129" v="6" actId="478"/>
          <ac:spMkLst>
            <pc:docMk/>
            <pc:sldMk cId="2445846435" sldId="258"/>
            <ac:spMk id="3" creationId="{2303F941-3BE4-4032-A91A-E76A0D07D6B5}"/>
          </ac:spMkLst>
        </pc:spChg>
        <pc:spChg chg="add mod">
          <ac:chgData name="KACHOUR Maher" userId="09775c39-7739-40bf-ba04-c8ef3ab24a94" providerId="ADAL" clId="{94D5C91C-B5EF-4C9A-8ABB-947F4FCF732B}" dt="2021-10-15T14:47:50.983" v="9" actId="1076"/>
          <ac:spMkLst>
            <pc:docMk/>
            <pc:sldMk cId="2445846435" sldId="258"/>
            <ac:spMk id="4" creationId="{794260D1-2034-4C08-B4B5-F67E27A0903A}"/>
          </ac:spMkLst>
        </pc:spChg>
      </pc:sldChg>
      <pc:sldChg chg="add">
        <pc:chgData name="KACHOUR Maher" userId="09775c39-7739-40bf-ba04-c8ef3ab24a94" providerId="ADAL" clId="{94D5C91C-B5EF-4C9A-8ABB-947F4FCF732B}" dt="2021-10-15T14:47:55.143" v="10" actId="2890"/>
        <pc:sldMkLst>
          <pc:docMk/>
          <pc:sldMk cId="3631147099" sldId="259"/>
        </pc:sldMkLst>
      </pc:sldChg>
      <pc:sldChg chg="add">
        <pc:chgData name="KACHOUR Maher" userId="09775c39-7739-40bf-ba04-c8ef3ab24a94" providerId="ADAL" clId="{94D5C91C-B5EF-4C9A-8ABB-947F4FCF732B}" dt="2021-10-15T14:47:57.630" v="11" actId="2890"/>
        <pc:sldMkLst>
          <pc:docMk/>
          <pc:sldMk cId="3811334422" sldId="260"/>
        </pc:sldMkLst>
      </pc:sldChg>
      <pc:sldChg chg="add">
        <pc:chgData name="KACHOUR Maher" userId="09775c39-7739-40bf-ba04-c8ef3ab24a94" providerId="ADAL" clId="{94D5C91C-B5EF-4C9A-8ABB-947F4FCF732B}" dt="2021-10-15T14:48:00.791" v="12" actId="2890"/>
        <pc:sldMkLst>
          <pc:docMk/>
          <pc:sldMk cId="2005285782" sldId="261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4" name="Rectangle 1443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Right Triangle 144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8" name="Rectangle 144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AU" sz="1150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>
              <a:defRPr sz="2200" b="1"/>
            </a:pPr>
            <a:r>
              <a:t>Session 10</a:t>
            </a:r>
            <a:endParaRPr lang="en-NL"/>
          </a:p>
          <a:p>
            <a:pPr algn="l">
              <a:defRPr sz="1400"/>
            </a:pPr>
            <a:r>
              <a:t>Mercedeh ERFANIANGHASAB &amp; Jérémy CELSE</a:t>
            </a:r>
            <a:endParaRPr lang="en-NL"/>
          </a:p>
          <a:p>
            <a:pPr algn="l">
              <a:defRPr sz="1000"/>
            </a:pPr>
            <a:r>
              <a:t>Mercedeh.ERFANIANGHASAB@essca.fr | jeremy.celse@essca.fr</a:t>
            </a:r>
            <a:endParaRPr lang="en-NL"/>
          </a:p>
        </p:txBody>
      </p:sp>
      <p:pic>
        <p:nvPicPr>
          <p:cNvPr id="1439" name="Picture 1438" descr="ess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2608"/>
            <a:ext cx="914400" cy="78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606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
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84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14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13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2857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108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Exercise 1</vt:lpstr>
      <vt:lpstr>Note</vt:lpstr>
      <vt:lpstr>Note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2</cp:revision>
  <dcterms:created xsi:type="dcterms:W3CDTF">2021-10-14T08:08:29Z</dcterms:created>
  <dcterms:modified xsi:type="dcterms:W3CDTF">2026-08-23T15:37:14Z</dcterms:modified>
</cp:coreProperties>
</file>