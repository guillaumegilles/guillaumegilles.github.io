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63" r:id="rId4"/>
    <p:sldId id="259" r:id="rId5"/>
    <p:sldId id="267"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B9ADB-C3F1-4735-ACB6-F05C3540F5F4}" v="1" dt="2021-10-14T15:00:24.74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27" autoAdjust="0"/>
    <p:restoredTop sz="94660"/>
  </p:normalViewPr>
  <p:slideViewPr>
    <p:cSldViewPr snapToGrid="0">
      <p:cViewPr varScale="1">
        <p:scale>
          <a:sx n="127" d="100"/>
          <a:sy n="127" d="100"/>
        </p:scale>
        <p:origin x="6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6FFA43E8-E69E-4987-8994-99024FEA5A58}"/>
    <pc:docChg chg="undo custSel modSld">
      <pc:chgData name="KACHOUR Maher" userId="09775c39-7739-40bf-ba04-c8ef3ab24a94" providerId="ADAL" clId="{6FFA43E8-E69E-4987-8994-99024FEA5A58}" dt="2021-10-14T14:58:38.627" v="40" actId="20577"/>
      <pc:docMkLst>
        <pc:docMk/>
      </pc:docMkLst>
      <pc:sldChg chg="modSp mod">
        <pc:chgData name="KACHOUR Maher" userId="09775c39-7739-40bf-ba04-c8ef3ab24a94" providerId="ADAL" clId="{6FFA43E8-E69E-4987-8994-99024FEA5A58}" dt="2021-10-14T14:56:46.618" v="29" actId="20577"/>
        <pc:sldMkLst>
          <pc:docMk/>
          <pc:sldMk cId="3884457258" sldId="256"/>
        </pc:sldMkLst>
        <pc:spChg chg="mod">
          <ac:chgData name="KACHOUR Maher" userId="09775c39-7739-40bf-ba04-c8ef3ab24a94" providerId="ADAL" clId="{6FFA43E8-E69E-4987-8994-99024FEA5A58}" dt="2021-10-14T14:56:46.618" v="29" actId="20577"/>
          <ac:spMkLst>
            <pc:docMk/>
            <pc:sldMk cId="3884457258" sldId="256"/>
            <ac:spMk id="2" creationId="{A4AEDEBA-6FE9-4F23-B02B-9FB71BC17484}"/>
          </ac:spMkLst>
        </pc:spChg>
        <pc:spChg chg="mod">
          <ac:chgData name="KACHOUR Maher" userId="09775c39-7739-40bf-ba04-c8ef3ab24a94" providerId="ADAL" clId="{6FFA43E8-E69E-4987-8994-99024FEA5A58}" dt="2021-10-14T14:56:34.182" v="27" actId="20577"/>
          <ac:spMkLst>
            <pc:docMk/>
            <pc:sldMk cId="3884457258" sldId="256"/>
            <ac:spMk id="4" creationId="{DF25F7F9-D26E-4B65-8387-484298AE7CF4}"/>
          </ac:spMkLst>
        </pc:spChg>
      </pc:sldChg>
      <pc:sldChg chg="modSp mod">
        <pc:chgData name="KACHOUR Maher" userId="09775c39-7739-40bf-ba04-c8ef3ab24a94" providerId="ADAL" clId="{6FFA43E8-E69E-4987-8994-99024FEA5A58}" dt="2021-10-14T14:57:07.110" v="31" actId="20577"/>
        <pc:sldMkLst>
          <pc:docMk/>
          <pc:sldMk cId="1632906986" sldId="258"/>
        </pc:sldMkLst>
        <pc:spChg chg="mod">
          <ac:chgData name="KACHOUR Maher" userId="09775c39-7739-40bf-ba04-c8ef3ab24a94" providerId="ADAL" clId="{6FFA43E8-E69E-4987-8994-99024FEA5A58}" dt="2021-10-14T14:57:07.110" v="31" actId="20577"/>
          <ac:spMkLst>
            <pc:docMk/>
            <pc:sldMk cId="1632906986" sldId="258"/>
            <ac:spMk id="2" creationId="{A4AEDEBA-6FE9-4F23-B02B-9FB71BC17484}"/>
          </ac:spMkLst>
        </pc:spChg>
      </pc:sldChg>
      <pc:sldChg chg="modSp mod">
        <pc:chgData name="KACHOUR Maher" userId="09775c39-7739-40bf-ba04-c8ef3ab24a94" providerId="ADAL" clId="{6FFA43E8-E69E-4987-8994-99024FEA5A58}" dt="2021-10-14T14:58:29.295" v="36" actId="255"/>
        <pc:sldMkLst>
          <pc:docMk/>
          <pc:sldMk cId="3342625250" sldId="259"/>
        </pc:sldMkLst>
        <pc:spChg chg="mod">
          <ac:chgData name="KACHOUR Maher" userId="09775c39-7739-40bf-ba04-c8ef3ab24a94" providerId="ADAL" clId="{6FFA43E8-E69E-4987-8994-99024FEA5A58}" dt="2021-10-14T14:58:29.295" v="36" actId="255"/>
          <ac:spMkLst>
            <pc:docMk/>
            <pc:sldMk cId="3342625250" sldId="259"/>
            <ac:spMk id="3" creationId="{86DA4EC6-6600-48BE-AED2-90A0A908CF8F}"/>
          </ac:spMkLst>
        </pc:spChg>
      </pc:sldChg>
      <pc:sldChg chg="modSp mod">
        <pc:chgData name="KACHOUR Maher" userId="09775c39-7739-40bf-ba04-c8ef3ab24a94" providerId="ADAL" clId="{6FFA43E8-E69E-4987-8994-99024FEA5A58}" dt="2021-10-14T14:58:34.860" v="38" actId="20577"/>
        <pc:sldMkLst>
          <pc:docMk/>
          <pc:sldMk cId="962425727" sldId="260"/>
        </pc:sldMkLst>
        <pc:spChg chg="mod">
          <ac:chgData name="KACHOUR Maher" userId="09775c39-7739-40bf-ba04-c8ef3ab24a94" providerId="ADAL" clId="{6FFA43E8-E69E-4987-8994-99024FEA5A58}" dt="2021-10-14T14:58:34.860" v="38" actId="20577"/>
          <ac:spMkLst>
            <pc:docMk/>
            <pc:sldMk cId="962425727" sldId="260"/>
            <ac:spMk id="2" creationId="{159DF4AF-EB56-497F-9EC4-3792B7715C09}"/>
          </ac:spMkLst>
        </pc:spChg>
      </pc:sldChg>
      <pc:sldChg chg="modSp mod">
        <pc:chgData name="KACHOUR Maher" userId="09775c39-7739-40bf-ba04-c8ef3ab24a94" providerId="ADAL" clId="{6FFA43E8-E69E-4987-8994-99024FEA5A58}" dt="2021-10-14T14:57:22.372" v="34" actId="14734"/>
        <pc:sldMkLst>
          <pc:docMk/>
          <pc:sldMk cId="925746931" sldId="261"/>
        </pc:sldMkLst>
        <pc:spChg chg="mod">
          <ac:chgData name="KACHOUR Maher" userId="09775c39-7739-40bf-ba04-c8ef3ab24a94" providerId="ADAL" clId="{6FFA43E8-E69E-4987-8994-99024FEA5A58}" dt="2021-10-14T14:57:11.292" v="33" actId="20577"/>
          <ac:spMkLst>
            <pc:docMk/>
            <pc:sldMk cId="925746931" sldId="261"/>
            <ac:spMk id="2" creationId="{A4AEDEBA-6FE9-4F23-B02B-9FB71BC17484}"/>
          </ac:spMkLst>
        </pc:spChg>
        <pc:graphicFrameChg chg="modGraphic">
          <ac:chgData name="KACHOUR Maher" userId="09775c39-7739-40bf-ba04-c8ef3ab24a94" providerId="ADAL" clId="{6FFA43E8-E69E-4987-8994-99024FEA5A58}" dt="2021-10-14T14:57:22.372" v="34" actId="14734"/>
          <ac:graphicFrameMkLst>
            <pc:docMk/>
            <pc:sldMk cId="925746931" sldId="261"/>
            <ac:graphicFrameMk id="5" creationId="{C5935286-E84C-4A5B-9E95-1C36A0F9B1CD}"/>
          </ac:graphicFrameMkLst>
        </pc:graphicFrameChg>
      </pc:sldChg>
      <pc:sldChg chg="modSp mod">
        <pc:chgData name="KACHOUR Maher" userId="09775c39-7739-40bf-ba04-c8ef3ab24a94" providerId="ADAL" clId="{6FFA43E8-E69E-4987-8994-99024FEA5A58}" dt="2021-10-14T14:58:38.627" v="40" actId="20577"/>
        <pc:sldMkLst>
          <pc:docMk/>
          <pc:sldMk cId="4200507792" sldId="262"/>
        </pc:sldMkLst>
        <pc:spChg chg="mod">
          <ac:chgData name="KACHOUR Maher" userId="09775c39-7739-40bf-ba04-c8ef3ab24a94" providerId="ADAL" clId="{6FFA43E8-E69E-4987-8994-99024FEA5A58}" dt="2021-10-14T14:58:38.627" v="40" actId="20577"/>
          <ac:spMkLst>
            <pc:docMk/>
            <pc:sldMk cId="4200507792" sldId="262"/>
            <ac:spMk id="2" creationId="{159DF4AF-EB56-497F-9EC4-3792B7715C09}"/>
          </ac:spMkLst>
        </pc:spChg>
      </pc:sldChg>
    </pc:docChg>
  </pc:docChgLst>
  <pc:docChgLst>
    <pc:chgData name="KACHOUR Maher" userId="09775c39-7739-40bf-ba04-c8ef3ab24a94" providerId="ADAL" clId="{2370CBF8-D1D8-4922-A968-E90E226146FA}"/>
    <pc:docChg chg="undo custSel addSld modSld">
      <pc:chgData name="KACHOUR Maher" userId="09775c39-7739-40bf-ba04-c8ef3ab24a94" providerId="ADAL" clId="{2370CBF8-D1D8-4922-A968-E90E226146FA}" dt="2021-10-14T14:52:58.120" v="341" actId="26606"/>
      <pc:docMkLst>
        <pc:docMk/>
      </pc:docMkLst>
      <pc:sldChg chg="modSp mod">
        <pc:chgData name="KACHOUR Maher" userId="09775c39-7739-40bf-ba04-c8ef3ab24a94" providerId="ADAL" clId="{2370CBF8-D1D8-4922-A968-E90E226146FA}" dt="2021-10-14T14:21:33.156" v="202" actId="1076"/>
        <pc:sldMkLst>
          <pc:docMk/>
          <pc:sldMk cId="3884457258" sldId="256"/>
        </pc:sldMkLst>
        <pc:spChg chg="mod">
          <ac:chgData name="KACHOUR Maher" userId="09775c39-7739-40bf-ba04-c8ef3ab24a94" providerId="ADAL" clId="{2370CBF8-D1D8-4922-A968-E90E226146FA}" dt="2021-10-14T14:21:33.156" v="202" actId="1076"/>
          <ac:spMkLst>
            <pc:docMk/>
            <pc:sldMk cId="3884457258" sldId="256"/>
            <ac:spMk id="2" creationId="{A4AEDEBA-6FE9-4F23-B02B-9FB71BC17484}"/>
          </ac:spMkLst>
        </pc:spChg>
        <pc:spChg chg="mod">
          <ac:chgData name="KACHOUR Maher" userId="09775c39-7739-40bf-ba04-c8ef3ab24a94" providerId="ADAL" clId="{2370CBF8-D1D8-4922-A968-E90E226146FA}" dt="2021-10-14T14:21:02.557" v="199" actId="20577"/>
          <ac:spMkLst>
            <pc:docMk/>
            <pc:sldMk cId="3884457258" sldId="256"/>
            <ac:spMk id="4" creationId="{DF25F7F9-D26E-4B65-8387-484298AE7CF4}"/>
          </ac:spMkLst>
        </pc:spChg>
        <pc:graphicFrameChg chg="mod modGraphic">
          <ac:chgData name="KACHOUR Maher" userId="09775c39-7739-40bf-ba04-c8ef3ab24a94" providerId="ADAL" clId="{2370CBF8-D1D8-4922-A968-E90E226146FA}" dt="2021-10-14T14:11:19.595" v="64" actId="14734"/>
          <ac:graphicFrameMkLst>
            <pc:docMk/>
            <pc:sldMk cId="3884457258" sldId="256"/>
            <ac:graphicFrameMk id="5" creationId="{8D618231-F795-4672-A643-43223F39DFB3}"/>
          </ac:graphicFrameMkLst>
        </pc:graphicFrameChg>
      </pc:sldChg>
      <pc:sldChg chg="modSp mod">
        <pc:chgData name="KACHOUR Maher" userId="09775c39-7739-40bf-ba04-c8ef3ab24a94" providerId="ADAL" clId="{2370CBF8-D1D8-4922-A968-E90E226146FA}" dt="2021-10-14T14:07:55.333" v="1" actId="20577"/>
        <pc:sldMkLst>
          <pc:docMk/>
          <pc:sldMk cId="0" sldId="257"/>
        </pc:sldMkLst>
        <pc:spChg chg="mod">
          <ac:chgData name="KACHOUR Maher" userId="09775c39-7739-40bf-ba04-c8ef3ab24a94" providerId="ADAL" clId="{2370CBF8-D1D8-4922-A968-E90E226146FA}" dt="2021-10-14T14:07:55.333" v="1" actId="20577"/>
          <ac:spMkLst>
            <pc:docMk/>
            <pc:sldMk cId="0" sldId="257"/>
            <ac:spMk id="3" creationId="{00000000-0000-0000-0000-000000000000}"/>
          </ac:spMkLst>
        </pc:spChg>
      </pc:sldChg>
      <pc:sldChg chg="addSp modSp mod">
        <pc:chgData name="KACHOUR Maher" userId="09775c39-7739-40bf-ba04-c8ef3ab24a94" providerId="ADAL" clId="{2370CBF8-D1D8-4922-A968-E90E226146FA}" dt="2021-10-14T14:21:23.943" v="201" actId="1076"/>
        <pc:sldMkLst>
          <pc:docMk/>
          <pc:sldMk cId="1632906986" sldId="258"/>
        </pc:sldMkLst>
        <pc:spChg chg="mod">
          <ac:chgData name="KACHOUR Maher" userId="09775c39-7739-40bf-ba04-c8ef3ab24a94" providerId="ADAL" clId="{2370CBF8-D1D8-4922-A968-E90E226146FA}" dt="2021-10-14T14:14:18.992" v="72" actId="1076"/>
          <ac:spMkLst>
            <pc:docMk/>
            <pc:sldMk cId="1632906986" sldId="258"/>
            <ac:spMk id="2" creationId="{A4AEDEBA-6FE9-4F23-B02B-9FB71BC17484}"/>
          </ac:spMkLst>
        </pc:spChg>
        <pc:graphicFrameChg chg="mod modGraphic">
          <ac:chgData name="KACHOUR Maher" userId="09775c39-7739-40bf-ba04-c8ef3ab24a94" providerId="ADAL" clId="{2370CBF8-D1D8-4922-A968-E90E226146FA}" dt="2021-10-14T14:21:19.090" v="200" actId="14734"/>
          <ac:graphicFrameMkLst>
            <pc:docMk/>
            <pc:sldMk cId="1632906986" sldId="258"/>
            <ac:graphicFrameMk id="5" creationId="{C5935286-E84C-4A5B-9E95-1C36A0F9B1CD}"/>
          </ac:graphicFrameMkLst>
        </pc:graphicFrameChg>
        <pc:picChg chg="add mod">
          <ac:chgData name="KACHOUR Maher" userId="09775c39-7739-40bf-ba04-c8ef3ab24a94" providerId="ADAL" clId="{2370CBF8-D1D8-4922-A968-E90E226146FA}" dt="2021-10-14T14:21:23.943" v="201" actId="1076"/>
          <ac:picMkLst>
            <pc:docMk/>
            <pc:sldMk cId="1632906986" sldId="258"/>
            <ac:picMk id="6" creationId="{C89D6DEA-6D91-456E-968B-68D46AFB39DB}"/>
          </ac:picMkLst>
        </pc:picChg>
      </pc:sldChg>
      <pc:sldChg chg="modSp mod">
        <pc:chgData name="KACHOUR Maher" userId="09775c39-7739-40bf-ba04-c8ef3ab24a94" providerId="ADAL" clId="{2370CBF8-D1D8-4922-A968-E90E226146FA}" dt="2021-10-14T14:34:58.077" v="263" actId="14734"/>
        <pc:sldMkLst>
          <pc:docMk/>
          <pc:sldMk cId="3342625250" sldId="259"/>
        </pc:sldMkLst>
        <pc:spChg chg="mod">
          <ac:chgData name="KACHOUR Maher" userId="09775c39-7739-40bf-ba04-c8ef3ab24a94" providerId="ADAL" clId="{2370CBF8-D1D8-4922-A968-E90E226146FA}" dt="2021-10-14T14:15:14.332" v="77" actId="1076"/>
          <ac:spMkLst>
            <pc:docMk/>
            <pc:sldMk cId="3342625250" sldId="259"/>
            <ac:spMk id="2" creationId="{159DF4AF-EB56-497F-9EC4-3792B7715C09}"/>
          </ac:spMkLst>
        </pc:spChg>
        <pc:spChg chg="mod">
          <ac:chgData name="KACHOUR Maher" userId="09775c39-7739-40bf-ba04-c8ef3ab24a94" providerId="ADAL" clId="{2370CBF8-D1D8-4922-A968-E90E226146FA}" dt="2021-10-14T14:34:47.405" v="260" actId="27636"/>
          <ac:spMkLst>
            <pc:docMk/>
            <pc:sldMk cId="3342625250" sldId="259"/>
            <ac:spMk id="3" creationId="{86DA4EC6-6600-48BE-AED2-90A0A908CF8F}"/>
          </ac:spMkLst>
        </pc:spChg>
        <pc:graphicFrameChg chg="mod modGraphic">
          <ac:chgData name="KACHOUR Maher" userId="09775c39-7739-40bf-ba04-c8ef3ab24a94" providerId="ADAL" clId="{2370CBF8-D1D8-4922-A968-E90E226146FA}" dt="2021-10-14T14:34:58.077" v="263" actId="14734"/>
          <ac:graphicFrameMkLst>
            <pc:docMk/>
            <pc:sldMk cId="3342625250" sldId="259"/>
            <ac:graphicFrameMk id="4" creationId="{D8731FE7-289F-4569-8899-DD98785D8C02}"/>
          </ac:graphicFrameMkLst>
        </pc:graphicFrameChg>
      </pc:sldChg>
      <pc:sldChg chg="addSp modSp mod setBg">
        <pc:chgData name="KACHOUR Maher" userId="09775c39-7739-40bf-ba04-c8ef3ab24a94" providerId="ADAL" clId="{2370CBF8-D1D8-4922-A968-E90E226146FA}" dt="2021-10-14T14:48:39.199" v="337" actId="26606"/>
        <pc:sldMkLst>
          <pc:docMk/>
          <pc:sldMk cId="962425727" sldId="260"/>
        </pc:sldMkLst>
        <pc:spChg chg="mod">
          <ac:chgData name="KACHOUR Maher" userId="09775c39-7739-40bf-ba04-c8ef3ab24a94" providerId="ADAL" clId="{2370CBF8-D1D8-4922-A968-E90E226146FA}" dt="2021-10-14T14:48:39.199" v="337" actId="26606"/>
          <ac:spMkLst>
            <pc:docMk/>
            <pc:sldMk cId="962425727" sldId="260"/>
            <ac:spMk id="2" creationId="{159DF4AF-EB56-497F-9EC4-3792B7715C09}"/>
          </ac:spMkLst>
        </pc:spChg>
        <pc:spChg chg="mod">
          <ac:chgData name="KACHOUR Maher" userId="09775c39-7739-40bf-ba04-c8ef3ab24a94" providerId="ADAL" clId="{2370CBF8-D1D8-4922-A968-E90E226146FA}" dt="2021-10-14T14:48:39.199" v="337" actId="26606"/>
          <ac:spMkLst>
            <pc:docMk/>
            <pc:sldMk cId="962425727" sldId="260"/>
            <ac:spMk id="3" creationId="{86DA4EC6-6600-48BE-AED2-90A0A908CF8F}"/>
          </ac:spMkLst>
        </pc:spChg>
        <pc:spChg chg="add">
          <ac:chgData name="KACHOUR Maher" userId="09775c39-7739-40bf-ba04-c8ef3ab24a94" providerId="ADAL" clId="{2370CBF8-D1D8-4922-A968-E90E226146FA}" dt="2021-10-14T14:48:39.199" v="337" actId="26606"/>
          <ac:spMkLst>
            <pc:docMk/>
            <pc:sldMk cId="962425727" sldId="260"/>
            <ac:spMk id="11" creationId="{385E1BDC-A9B0-4A87-82E3-F3187F69A802}"/>
          </ac:spMkLst>
        </pc:spChg>
        <pc:spChg chg="add">
          <ac:chgData name="KACHOUR Maher" userId="09775c39-7739-40bf-ba04-c8ef3ab24a94" providerId="ADAL" clId="{2370CBF8-D1D8-4922-A968-E90E226146FA}" dt="2021-10-14T14:48:39.199" v="337" actId="26606"/>
          <ac:spMkLst>
            <pc:docMk/>
            <pc:sldMk cId="962425727" sldId="260"/>
            <ac:spMk id="13" creationId="{0990C621-3B8B-4820-8328-D47EF7CE823C}"/>
          </ac:spMkLst>
        </pc:spChg>
        <pc:spChg chg="add">
          <ac:chgData name="KACHOUR Maher" userId="09775c39-7739-40bf-ba04-c8ef3ab24a94" providerId="ADAL" clId="{2370CBF8-D1D8-4922-A968-E90E226146FA}" dt="2021-10-14T14:48:39.199" v="337" actId="26606"/>
          <ac:spMkLst>
            <pc:docMk/>
            <pc:sldMk cId="962425727" sldId="260"/>
            <ac:spMk id="15" creationId="{C1A2385B-1D2A-4E17-84FA-6CB7F0AAE473}"/>
          </ac:spMkLst>
        </pc:spChg>
        <pc:spChg chg="add">
          <ac:chgData name="KACHOUR Maher" userId="09775c39-7739-40bf-ba04-c8ef3ab24a94" providerId="ADAL" clId="{2370CBF8-D1D8-4922-A968-E90E226146FA}" dt="2021-10-14T14:48:39.199" v="337" actId="26606"/>
          <ac:spMkLst>
            <pc:docMk/>
            <pc:sldMk cId="962425727" sldId="260"/>
            <ac:spMk id="17" creationId="{5E791F2F-79DB-4CC0-9FA1-001E3E91E8B7}"/>
          </ac:spMkLst>
        </pc:spChg>
        <pc:graphicFrameChg chg="mod ord modGraphic">
          <ac:chgData name="KACHOUR Maher" userId="09775c39-7739-40bf-ba04-c8ef3ab24a94" providerId="ADAL" clId="{2370CBF8-D1D8-4922-A968-E90E226146FA}" dt="2021-10-14T14:48:39.199" v="337" actId="26606"/>
          <ac:graphicFrameMkLst>
            <pc:docMk/>
            <pc:sldMk cId="962425727" sldId="260"/>
            <ac:graphicFrameMk id="4" creationId="{D8731FE7-289F-4569-8899-DD98785D8C02}"/>
          </ac:graphicFrameMkLst>
        </pc:graphicFrameChg>
        <pc:picChg chg="add mod">
          <ac:chgData name="KACHOUR Maher" userId="09775c39-7739-40bf-ba04-c8ef3ab24a94" providerId="ADAL" clId="{2370CBF8-D1D8-4922-A968-E90E226146FA}" dt="2021-10-14T14:48:39.199" v="337" actId="26606"/>
          <ac:picMkLst>
            <pc:docMk/>
            <pc:sldMk cId="962425727" sldId="260"/>
            <ac:picMk id="6" creationId="{D9442BFA-85B6-46F2-A05F-18E8C23113C9}"/>
          </ac:picMkLst>
        </pc:picChg>
      </pc:sldChg>
      <pc:sldChg chg="addSp delSp modSp add mod">
        <pc:chgData name="KACHOUR Maher" userId="09775c39-7739-40bf-ba04-c8ef3ab24a94" providerId="ADAL" clId="{2370CBF8-D1D8-4922-A968-E90E226146FA}" dt="2021-10-14T14:31:11.788" v="212" actId="1076"/>
        <pc:sldMkLst>
          <pc:docMk/>
          <pc:sldMk cId="925746931" sldId="261"/>
        </pc:sldMkLst>
        <pc:picChg chg="del">
          <ac:chgData name="KACHOUR Maher" userId="09775c39-7739-40bf-ba04-c8ef3ab24a94" providerId="ADAL" clId="{2370CBF8-D1D8-4922-A968-E90E226146FA}" dt="2021-10-14T14:31:00.341" v="204" actId="478"/>
          <ac:picMkLst>
            <pc:docMk/>
            <pc:sldMk cId="925746931" sldId="261"/>
            <ac:picMk id="6" creationId="{C89D6DEA-6D91-456E-968B-68D46AFB39DB}"/>
          </ac:picMkLst>
        </pc:picChg>
        <pc:picChg chg="add mod">
          <ac:chgData name="KACHOUR Maher" userId="09775c39-7739-40bf-ba04-c8ef3ab24a94" providerId="ADAL" clId="{2370CBF8-D1D8-4922-A968-E90E226146FA}" dt="2021-10-14T14:31:11.788" v="212" actId="1076"/>
          <ac:picMkLst>
            <pc:docMk/>
            <pc:sldMk cId="925746931" sldId="261"/>
            <ac:picMk id="7" creationId="{5B838518-7C53-4901-924B-9F6D0B5CF932}"/>
          </ac:picMkLst>
        </pc:picChg>
      </pc:sldChg>
      <pc:sldChg chg="addSp delSp modSp add mod">
        <pc:chgData name="KACHOUR Maher" userId="09775c39-7739-40bf-ba04-c8ef3ab24a94" providerId="ADAL" clId="{2370CBF8-D1D8-4922-A968-E90E226146FA}" dt="2021-10-14T14:52:58.120" v="341" actId="26606"/>
        <pc:sldMkLst>
          <pc:docMk/>
          <pc:sldMk cId="4200507792" sldId="262"/>
        </pc:sldMkLst>
        <pc:spChg chg="del">
          <ac:chgData name="KACHOUR Maher" userId="09775c39-7739-40bf-ba04-c8ef3ab24a94" providerId="ADAL" clId="{2370CBF8-D1D8-4922-A968-E90E226146FA}" dt="2021-10-14T14:52:58.120" v="341" actId="26606"/>
          <ac:spMkLst>
            <pc:docMk/>
            <pc:sldMk cId="4200507792" sldId="262"/>
            <ac:spMk id="11" creationId="{385E1BDC-A9B0-4A87-82E3-F3187F69A802}"/>
          </ac:spMkLst>
        </pc:spChg>
        <pc:spChg chg="del">
          <ac:chgData name="KACHOUR Maher" userId="09775c39-7739-40bf-ba04-c8ef3ab24a94" providerId="ADAL" clId="{2370CBF8-D1D8-4922-A968-E90E226146FA}" dt="2021-10-14T14:52:58.120" v="341" actId="26606"/>
          <ac:spMkLst>
            <pc:docMk/>
            <pc:sldMk cId="4200507792" sldId="262"/>
            <ac:spMk id="13" creationId="{0990C621-3B8B-4820-8328-D47EF7CE823C}"/>
          </ac:spMkLst>
        </pc:spChg>
        <pc:spChg chg="del">
          <ac:chgData name="KACHOUR Maher" userId="09775c39-7739-40bf-ba04-c8ef3ab24a94" providerId="ADAL" clId="{2370CBF8-D1D8-4922-A968-E90E226146FA}" dt="2021-10-14T14:52:58.120" v="341" actId="26606"/>
          <ac:spMkLst>
            <pc:docMk/>
            <pc:sldMk cId="4200507792" sldId="262"/>
            <ac:spMk id="15" creationId="{C1A2385B-1D2A-4E17-84FA-6CB7F0AAE473}"/>
          </ac:spMkLst>
        </pc:spChg>
        <pc:spChg chg="del">
          <ac:chgData name="KACHOUR Maher" userId="09775c39-7739-40bf-ba04-c8ef3ab24a94" providerId="ADAL" clId="{2370CBF8-D1D8-4922-A968-E90E226146FA}" dt="2021-10-14T14:52:58.120" v="341" actId="26606"/>
          <ac:spMkLst>
            <pc:docMk/>
            <pc:sldMk cId="4200507792" sldId="262"/>
            <ac:spMk id="17" creationId="{5E791F2F-79DB-4CC0-9FA1-001E3E91E8B7}"/>
          </ac:spMkLst>
        </pc:spChg>
        <pc:spChg chg="add">
          <ac:chgData name="KACHOUR Maher" userId="09775c39-7739-40bf-ba04-c8ef3ab24a94" providerId="ADAL" clId="{2370CBF8-D1D8-4922-A968-E90E226146FA}" dt="2021-10-14T14:52:58.120" v="341" actId="26606"/>
          <ac:spMkLst>
            <pc:docMk/>
            <pc:sldMk cId="4200507792" sldId="262"/>
            <ac:spMk id="22" creationId="{385E1BDC-A9B0-4A87-82E3-F3187F69A802}"/>
          </ac:spMkLst>
        </pc:spChg>
        <pc:spChg chg="add">
          <ac:chgData name="KACHOUR Maher" userId="09775c39-7739-40bf-ba04-c8ef3ab24a94" providerId="ADAL" clId="{2370CBF8-D1D8-4922-A968-E90E226146FA}" dt="2021-10-14T14:52:58.120" v="341" actId="26606"/>
          <ac:spMkLst>
            <pc:docMk/>
            <pc:sldMk cId="4200507792" sldId="262"/>
            <ac:spMk id="24" creationId="{0990C621-3B8B-4820-8328-D47EF7CE823C}"/>
          </ac:spMkLst>
        </pc:spChg>
        <pc:spChg chg="add">
          <ac:chgData name="KACHOUR Maher" userId="09775c39-7739-40bf-ba04-c8ef3ab24a94" providerId="ADAL" clId="{2370CBF8-D1D8-4922-A968-E90E226146FA}" dt="2021-10-14T14:52:58.120" v="341" actId="26606"/>
          <ac:spMkLst>
            <pc:docMk/>
            <pc:sldMk cId="4200507792" sldId="262"/>
            <ac:spMk id="26" creationId="{C1A2385B-1D2A-4E17-84FA-6CB7F0AAE473}"/>
          </ac:spMkLst>
        </pc:spChg>
        <pc:spChg chg="add">
          <ac:chgData name="KACHOUR Maher" userId="09775c39-7739-40bf-ba04-c8ef3ab24a94" providerId="ADAL" clId="{2370CBF8-D1D8-4922-A968-E90E226146FA}" dt="2021-10-14T14:52:58.120" v="341" actId="26606"/>
          <ac:spMkLst>
            <pc:docMk/>
            <pc:sldMk cId="4200507792" sldId="262"/>
            <ac:spMk id="28" creationId="{5E791F2F-79DB-4CC0-9FA1-001E3E91E8B7}"/>
          </ac:spMkLst>
        </pc:spChg>
        <pc:graphicFrameChg chg="mod ord modGraphic">
          <ac:chgData name="KACHOUR Maher" userId="09775c39-7739-40bf-ba04-c8ef3ab24a94" providerId="ADAL" clId="{2370CBF8-D1D8-4922-A968-E90E226146FA}" dt="2021-10-14T14:52:58.120" v="341" actId="26606"/>
          <ac:graphicFrameMkLst>
            <pc:docMk/>
            <pc:sldMk cId="4200507792" sldId="262"/>
            <ac:graphicFrameMk id="4" creationId="{D8731FE7-289F-4569-8899-DD98785D8C02}"/>
          </ac:graphicFrameMkLst>
        </pc:graphicFrameChg>
        <pc:picChg chg="del">
          <ac:chgData name="KACHOUR Maher" userId="09775c39-7739-40bf-ba04-c8ef3ab24a94" providerId="ADAL" clId="{2370CBF8-D1D8-4922-A968-E90E226146FA}" dt="2021-10-14T14:52:53.431" v="339" actId="478"/>
          <ac:picMkLst>
            <pc:docMk/>
            <pc:sldMk cId="4200507792" sldId="262"/>
            <ac:picMk id="6" creationId="{D9442BFA-85B6-46F2-A05F-18E8C23113C9}"/>
          </ac:picMkLst>
        </pc:picChg>
        <pc:picChg chg="add mod">
          <ac:chgData name="KACHOUR Maher" userId="09775c39-7739-40bf-ba04-c8ef3ab24a94" providerId="ADAL" clId="{2370CBF8-D1D8-4922-A968-E90E226146FA}" dt="2021-10-14T14:52:58.120" v="341" actId="26606"/>
          <ac:picMkLst>
            <pc:docMk/>
            <pc:sldMk cId="4200507792" sldId="262"/>
            <ac:picMk id="7" creationId="{958ABDF4-6E1A-4367-888B-832F902E6529}"/>
          </ac:picMkLst>
        </pc:picChg>
      </pc:sldChg>
    </pc:docChg>
  </pc:docChgLst>
  <pc:docChgLst>
    <pc:chgData name="KACHOUR Maher" userId="09775c39-7739-40bf-ba04-c8ef3ab24a94" providerId="ADAL" clId="{E5A1AE0A-D964-4669-B03E-987D59F22204}"/>
    <pc:docChg chg="modSld">
      <pc:chgData name="KACHOUR Maher" userId="09775c39-7739-40bf-ba04-c8ef3ab24a94" providerId="ADAL" clId="{E5A1AE0A-D964-4669-B03E-987D59F22204}" dt="2021-10-14T10:16:47.651" v="1" actId="20577"/>
      <pc:docMkLst>
        <pc:docMk/>
      </pc:docMkLst>
      <pc:sldChg chg="modSp mod">
        <pc:chgData name="KACHOUR Maher" userId="09775c39-7739-40bf-ba04-c8ef3ab24a94" providerId="ADAL" clId="{E5A1AE0A-D964-4669-B03E-987D59F22204}" dt="2021-10-14T10:16:42.339" v="0" actId="20577"/>
        <pc:sldMkLst>
          <pc:docMk/>
          <pc:sldMk cId="3884457258" sldId="256"/>
        </pc:sldMkLst>
        <pc:spChg chg="mod">
          <ac:chgData name="KACHOUR Maher" userId="09775c39-7739-40bf-ba04-c8ef3ab24a94" providerId="ADAL" clId="{E5A1AE0A-D964-4669-B03E-987D59F22204}" dt="2021-10-14T10:16:42.339" v="0" actId="20577"/>
          <ac:spMkLst>
            <pc:docMk/>
            <pc:sldMk cId="3884457258" sldId="256"/>
            <ac:spMk id="4" creationId="{DF25F7F9-D26E-4B65-8387-484298AE7CF4}"/>
          </ac:spMkLst>
        </pc:spChg>
      </pc:sldChg>
      <pc:sldChg chg="modSp mod">
        <pc:chgData name="KACHOUR Maher" userId="09775c39-7739-40bf-ba04-c8ef3ab24a94" providerId="ADAL" clId="{E5A1AE0A-D964-4669-B03E-987D59F22204}" dt="2021-10-14T10:16:47.651" v="1" actId="20577"/>
        <pc:sldMkLst>
          <pc:docMk/>
          <pc:sldMk cId="3342625250" sldId="259"/>
        </pc:sldMkLst>
        <pc:spChg chg="mod">
          <ac:chgData name="KACHOUR Maher" userId="09775c39-7739-40bf-ba04-c8ef3ab24a94" providerId="ADAL" clId="{E5A1AE0A-D964-4669-B03E-987D59F22204}" dt="2021-10-14T10:16:47.651" v="1" actId="20577"/>
          <ac:spMkLst>
            <pc:docMk/>
            <pc:sldMk cId="3342625250" sldId="259"/>
            <ac:spMk id="3" creationId="{86DA4EC6-6600-48BE-AED2-90A0A908CF8F}"/>
          </ac:spMkLst>
        </pc:spChg>
      </pc:sldChg>
    </pc:docChg>
  </pc:docChgLst>
  <pc:docChgLst>
    <pc:chgData name="KACHOUR Maher" userId="09775c39-7739-40bf-ba04-c8ef3ab24a94" providerId="ADAL" clId="{9B6B9ADB-C3F1-4735-ACB6-F05C3540F5F4}"/>
    <pc:docChg chg="custSel addSld delSld modSld sldOrd">
      <pc:chgData name="KACHOUR Maher" userId="09775c39-7739-40bf-ba04-c8ef3ab24a94" providerId="ADAL" clId="{9B6B9ADB-C3F1-4735-ACB6-F05C3540F5F4}" dt="2021-10-16T15:49:03.223" v="32" actId="255"/>
      <pc:docMkLst>
        <pc:docMk/>
      </pc:docMkLst>
      <pc:sldChg chg="modSp mod">
        <pc:chgData name="KACHOUR Maher" userId="09775c39-7739-40bf-ba04-c8ef3ab24a94" providerId="ADAL" clId="{9B6B9ADB-C3F1-4735-ACB6-F05C3540F5F4}" dt="2021-10-16T15:48:48.132" v="29" actId="20577"/>
        <pc:sldMkLst>
          <pc:docMk/>
          <pc:sldMk cId="3884457258" sldId="256"/>
        </pc:sldMkLst>
        <pc:spChg chg="mod">
          <ac:chgData name="KACHOUR Maher" userId="09775c39-7739-40bf-ba04-c8ef3ab24a94" providerId="ADAL" clId="{9B6B9ADB-C3F1-4735-ACB6-F05C3540F5F4}" dt="2021-10-16T15:48:48.132" v="29" actId="20577"/>
          <ac:spMkLst>
            <pc:docMk/>
            <pc:sldMk cId="3884457258" sldId="256"/>
            <ac:spMk id="4" creationId="{DF25F7F9-D26E-4B65-8387-484298AE7CF4}"/>
          </ac:spMkLst>
        </pc:spChg>
      </pc:sldChg>
      <pc:sldChg chg="modSp mod">
        <pc:chgData name="KACHOUR Maher" userId="09775c39-7739-40bf-ba04-c8ef3ab24a94" providerId="ADAL" clId="{9B6B9ADB-C3F1-4735-ACB6-F05C3540F5F4}" dt="2021-10-16T15:48:38.102" v="27" actId="20577"/>
        <pc:sldMkLst>
          <pc:docMk/>
          <pc:sldMk cId="0" sldId="257"/>
        </pc:sldMkLst>
        <pc:spChg chg="mod">
          <ac:chgData name="KACHOUR Maher" userId="09775c39-7739-40bf-ba04-c8ef3ab24a94" providerId="ADAL" clId="{9B6B9ADB-C3F1-4735-ACB6-F05C3540F5F4}" dt="2021-10-16T15:48:38.102" v="27" actId="20577"/>
          <ac:spMkLst>
            <pc:docMk/>
            <pc:sldMk cId="0" sldId="257"/>
            <ac:spMk id="3" creationId="{00000000-0000-0000-0000-000000000000}"/>
          </ac:spMkLst>
        </pc:spChg>
      </pc:sldChg>
      <pc:sldChg chg="del">
        <pc:chgData name="KACHOUR Maher" userId="09775c39-7739-40bf-ba04-c8ef3ab24a94" providerId="ADAL" clId="{9B6B9ADB-C3F1-4735-ACB6-F05C3540F5F4}" dt="2021-10-14T15:00:01.689" v="0" actId="47"/>
        <pc:sldMkLst>
          <pc:docMk/>
          <pc:sldMk cId="1632906986" sldId="258"/>
        </pc:sldMkLst>
      </pc:sldChg>
      <pc:sldChg chg="modSp mod">
        <pc:chgData name="KACHOUR Maher" userId="09775c39-7739-40bf-ba04-c8ef3ab24a94" providerId="ADAL" clId="{9B6B9ADB-C3F1-4735-ACB6-F05C3540F5F4}" dt="2021-10-16T15:49:03.223" v="32" actId="255"/>
        <pc:sldMkLst>
          <pc:docMk/>
          <pc:sldMk cId="3342625250" sldId="259"/>
        </pc:sldMkLst>
        <pc:spChg chg="mod">
          <ac:chgData name="KACHOUR Maher" userId="09775c39-7739-40bf-ba04-c8ef3ab24a94" providerId="ADAL" clId="{9B6B9ADB-C3F1-4735-ACB6-F05C3540F5F4}" dt="2021-10-16T15:49:03.223" v="32" actId="255"/>
          <ac:spMkLst>
            <pc:docMk/>
            <pc:sldMk cId="3342625250" sldId="259"/>
            <ac:spMk id="3" creationId="{86DA4EC6-6600-48BE-AED2-90A0A908CF8F}"/>
          </ac:spMkLst>
        </pc:spChg>
      </pc:sldChg>
      <pc:sldChg chg="del">
        <pc:chgData name="KACHOUR Maher" userId="09775c39-7739-40bf-ba04-c8ef3ab24a94" providerId="ADAL" clId="{9B6B9ADB-C3F1-4735-ACB6-F05C3540F5F4}" dt="2021-10-14T15:00:37.967" v="11" actId="47"/>
        <pc:sldMkLst>
          <pc:docMk/>
          <pc:sldMk cId="962425727" sldId="260"/>
        </pc:sldMkLst>
      </pc:sldChg>
      <pc:sldChg chg="del">
        <pc:chgData name="KACHOUR Maher" userId="09775c39-7739-40bf-ba04-c8ef3ab24a94" providerId="ADAL" clId="{9B6B9ADB-C3F1-4735-ACB6-F05C3540F5F4}" dt="2021-10-14T15:00:04.111" v="1" actId="47"/>
        <pc:sldMkLst>
          <pc:docMk/>
          <pc:sldMk cId="925746931" sldId="261"/>
        </pc:sldMkLst>
      </pc:sldChg>
      <pc:sldChg chg="del">
        <pc:chgData name="KACHOUR Maher" userId="09775c39-7739-40bf-ba04-c8ef3ab24a94" providerId="ADAL" clId="{9B6B9ADB-C3F1-4735-ACB6-F05C3540F5F4}" dt="2021-10-14T15:00:39.309" v="12" actId="47"/>
        <pc:sldMkLst>
          <pc:docMk/>
          <pc:sldMk cId="4200507792" sldId="262"/>
        </pc:sldMkLst>
      </pc:sldChg>
      <pc:sldChg chg="addSp delSp modSp new mod">
        <pc:chgData name="KACHOUR Maher" userId="09775c39-7739-40bf-ba04-c8ef3ab24a94" providerId="ADAL" clId="{9B6B9ADB-C3F1-4735-ACB6-F05C3540F5F4}" dt="2021-10-14T15:00:29.197" v="9" actId="208"/>
        <pc:sldMkLst>
          <pc:docMk/>
          <pc:sldMk cId="2382332485" sldId="263"/>
        </pc:sldMkLst>
        <pc:spChg chg="mod">
          <ac:chgData name="KACHOUR Maher" userId="09775c39-7739-40bf-ba04-c8ef3ab24a94" providerId="ADAL" clId="{9B6B9ADB-C3F1-4735-ACB6-F05C3540F5F4}" dt="2021-10-14T15:00:11.448" v="6" actId="20577"/>
          <ac:spMkLst>
            <pc:docMk/>
            <pc:sldMk cId="2382332485" sldId="263"/>
            <ac:spMk id="2" creationId="{8E1108D4-39B3-4DBB-BCC6-638D9C4AD0A7}"/>
          </ac:spMkLst>
        </pc:spChg>
        <pc:spChg chg="del">
          <ac:chgData name="KACHOUR Maher" userId="09775c39-7739-40bf-ba04-c8ef3ab24a94" providerId="ADAL" clId="{9B6B9ADB-C3F1-4735-ACB6-F05C3540F5F4}" dt="2021-10-14T15:00:15.961" v="7" actId="478"/>
          <ac:spMkLst>
            <pc:docMk/>
            <pc:sldMk cId="2382332485" sldId="263"/>
            <ac:spMk id="3" creationId="{E6712DEC-EBC2-4FAB-A71F-156856A09B8C}"/>
          </ac:spMkLst>
        </pc:spChg>
        <pc:spChg chg="add mod">
          <ac:chgData name="KACHOUR Maher" userId="09775c39-7739-40bf-ba04-c8ef3ab24a94" providerId="ADAL" clId="{9B6B9ADB-C3F1-4735-ACB6-F05C3540F5F4}" dt="2021-10-14T15:00:29.197" v="9" actId="208"/>
          <ac:spMkLst>
            <pc:docMk/>
            <pc:sldMk cId="2382332485" sldId="263"/>
            <ac:spMk id="4" creationId="{A2EBBDDD-2163-484C-9C44-D40F80B78BC0}"/>
          </ac:spMkLst>
        </pc:spChg>
      </pc:sldChg>
      <pc:sldChg chg="add">
        <pc:chgData name="KACHOUR Maher" userId="09775c39-7739-40bf-ba04-c8ef3ab24a94" providerId="ADAL" clId="{9B6B9ADB-C3F1-4735-ACB6-F05C3540F5F4}" dt="2021-10-14T15:00:34.378" v="10" actId="2890"/>
        <pc:sldMkLst>
          <pc:docMk/>
          <pc:sldMk cId="3625243130" sldId="264"/>
        </pc:sldMkLst>
      </pc:sldChg>
      <pc:sldChg chg="add ord">
        <pc:chgData name="KACHOUR Maher" userId="09775c39-7739-40bf-ba04-c8ef3ab24a94" providerId="ADAL" clId="{9B6B9ADB-C3F1-4735-ACB6-F05C3540F5F4}" dt="2021-10-14T15:00:45.160" v="15"/>
        <pc:sldMkLst>
          <pc:docMk/>
          <pc:sldMk cId="56288275" sldId="265"/>
        </pc:sldMkLst>
      </pc:sldChg>
      <pc:sldChg chg="add">
        <pc:chgData name="KACHOUR Maher" userId="09775c39-7739-40bf-ba04-c8ef3ab24a94" providerId="ADAL" clId="{9B6B9ADB-C3F1-4735-ACB6-F05C3540F5F4}" dt="2021-10-14T15:00:49.096" v="16" actId="2890"/>
        <pc:sldMkLst>
          <pc:docMk/>
          <pc:sldMk cId="3546012610"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AE212-0171-46AE-8E49-1CDDCCBAB5E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D17709-3586-4413-8C57-88A655BF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12FB15F-31F7-42EB-97F8-CDB8699A8191}"/>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CAE9C7CD-64B8-465E-8053-798C6AE592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1F7703-1EDD-4526-BB95-F54078D1A414}"/>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416175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C34B-654C-4571-88BB-488402A84D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5515DB-EE46-4EA1-8A3E-B632968AD67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A2172-2869-4AA5-B383-D557538A0A1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D3B9714E-411E-4AC0-8966-07D5760F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C6D21D-937B-40C2-8A63-39058266B5C6}"/>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88509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42E3D-CA4F-4BFD-AD36-0904DB5DB9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EFD7A04-81BC-4037-AD3E-A48294CE9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E4EE9-6E93-4965-9058-70FB387B0078}"/>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76B8D8E3-9541-497D-9ECB-DD57953FC9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F9D0DC-EC51-4995-BE87-F5FC4515E471}"/>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82997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D7BA-FC12-4C5A-AB53-E05F7C796D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F4F1541-9C69-4927-90B4-2122644C60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DA90D8A-E81D-407C-B6C1-52938941681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5860C9D-CE69-43AE-8868-EEE59E389699}"/>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F4D103D5-EAD2-451B-8D25-3BD09AECF4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81D7E5-B079-468B-92CF-12BB8ED99C7B}"/>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44699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FD046-AA2D-4F99-BE42-B7289FCCEA2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0E4D5C-6CCE-4BA3-9CC4-DC8893C5E0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4D4306-EC37-4953-9EE6-F4826F13D74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56300F-C5BC-4DB6-B830-BA609556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58BD14-4231-410F-A447-354D62C0DA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8E48DF-9B31-4CBC-A75D-4BCF2BEB169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8" name="Espace réservé du pied de page 7">
            <a:extLst>
              <a:ext uri="{FF2B5EF4-FFF2-40B4-BE49-F238E27FC236}">
                <a16:creationId xmlns:a16="http://schemas.microsoft.com/office/drawing/2014/main" id="{38314C72-1EDA-4BDE-BE53-5D437EE9E3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C118E-36BB-4471-821A-2F130F215C68}"/>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346000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175DE-1319-4C91-9BFD-77C791B6180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0D5AD8-9D44-4AA1-9983-40F3FB555689}"/>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4" name="Espace réservé du pied de page 3">
            <a:extLst>
              <a:ext uri="{FF2B5EF4-FFF2-40B4-BE49-F238E27FC236}">
                <a16:creationId xmlns:a16="http://schemas.microsoft.com/office/drawing/2014/main" id="{25287635-D1F4-41FD-9CBB-9AD8A796199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64C0172-E288-4D63-B4BB-6564BF203CD1}"/>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91013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904FE6-BCB0-4FBF-8C1D-D66B3AE89895}"/>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3" name="Espace réservé du pied de page 2">
            <a:extLst>
              <a:ext uri="{FF2B5EF4-FFF2-40B4-BE49-F238E27FC236}">
                <a16:creationId xmlns:a16="http://schemas.microsoft.com/office/drawing/2014/main" id="{F1087665-B103-42FD-9E8E-9358EAF8B4F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01C9F2-C9A9-432C-A5CB-435BCFF4EEE7}"/>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87522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DAE7A-4833-4438-B97D-50321F0D43B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E54D6FC-DB41-43FC-93F3-0ABE14ABD1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3487C-5798-4C11-928D-46165B53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7A70DF-3C03-4B95-857D-B30D0594A22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9065463C-4C8C-42BE-9B2F-3F1FF47463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CA3A6-3649-480C-A08B-F92A72158D93}"/>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741507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E3B22-1637-4513-B016-4EB166A5D5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897341-9FBD-474E-A55E-14082D876B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E46A815-DCFA-4152-8DA8-1FDF07CB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B3575E-3689-4618-8E8E-CBDEF1DEBC34}"/>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2B64D76A-4F97-44F8-A38C-2C3735A4B9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7FBBC9-F694-403C-8CD9-C875965A40E4}"/>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275081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5356-44D7-4AF8-93AB-EF50760E19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13A9FDB-515C-4224-A8E8-ECE965CA95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5EA598-D460-4768-AC9B-4804E0D6705C}"/>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1217A8A6-7F41-4137-AA90-DDF2098E1C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77FC1C-AF2A-422A-9E5D-140ABAD775A8}"/>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6657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B73B33-C23C-4B6F-9A5A-C0A90D0964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1058171-B4A0-4913-B9D3-530F4A106EE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AAA07E-0501-45F5-BCF3-EAAE49ADE1AA}"/>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DB12B5C0-2D5F-4C25-8A6A-A29E22A15D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49CD76-AADA-49E9-AA96-E76AE025EFFA}"/>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201578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B94CA4-ABA4-4E64-8113-4F30EC80B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283C3-B9A1-4DBB-9349-EC7E3AF07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7D2094-3FF4-4D62-8640-40630C8C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6A7C3CA7-F6EE-4ACF-94D4-6A8B9B50E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D4DAD6-0976-4B5B-BAF6-C35949083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7174FD-5829-4ACE-BC71-68B7C3386B15}" type="slidenum">
              <a:rPr lang="fr-FR" smtClean="0"/>
              <a:t>‹#›</a:t>
            </a:fld>
            <a:endParaRPr lang="fr-FR"/>
          </a:p>
        </p:txBody>
      </p:sp>
    </p:spTree>
    <p:extLst>
      <p:ext uri="{BB962C8B-B14F-4D97-AF65-F5344CB8AC3E}">
        <p14:creationId xmlns:p14="http://schemas.microsoft.com/office/powerpoint/2010/main" val="387456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66" name="Rectangle 1465">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p:cNvSpPr>
            <a:spLocks noGrp="1"/>
          </p:cNvSpPr>
          <p:nvPr>
            <p:ph type="ctrTitle"/>
          </p:nvPr>
        </p:nvSpPr>
        <p:spPr>
          <a:xfrm>
            <a:off x="411480" y="798703"/>
            <a:ext cx="6236031" cy="3072015"/>
          </a:xfrm>
        </p:spPr>
        <p:txBody>
          <a:bodyPr anchor="b">
            <a:noAutofit/>
          </a:bodyPr>
          <a:lstStyle/>
          <a:p>
            <a:r>
              <a:rPr lang="en-AU" sz="8000" b="1" dirty="0">
                <a:latin typeface="Arial" panose="020B0604020202020204" pitchFamily="34" charset="0"/>
                <a:cs typeface="Arial" panose="020B0604020202020204" pitchFamily="34" charset="0"/>
              </a:rPr>
              <a:t>Data Description </a:t>
            </a:r>
          </a:p>
        </p:txBody>
      </p:sp>
      <p:sp>
        <p:nvSpPr>
          <p:cNvPr id="3" name="Sous-titre 2"/>
          <p:cNvSpPr>
            <a:spLocks noGrp="1"/>
          </p:cNvSpPr>
          <p:nvPr>
            <p:ph type="subTitle" idx="1"/>
          </p:nvPr>
        </p:nvSpPr>
        <p:spPr>
          <a:xfrm>
            <a:off x="870148" y="3962792"/>
            <a:ext cx="5221185" cy="2102108"/>
          </a:xfrm>
        </p:spPr>
        <p:txBody>
          <a:bodyPr anchor="t">
            <a:normAutofit/>
          </a:bodyPr>
          <a:lstStyle/>
          <a:p>
            <a:r>
              <a:rPr lang="fr-FR" dirty="0">
                <a:latin typeface="Arial" panose="020B0604020202020204" pitchFamily="34" charset="0"/>
                <a:cs typeface="Arial" panose="020B0604020202020204" pitchFamily="34" charset="0"/>
              </a:rPr>
              <a:t>Session 2 </a:t>
            </a:r>
          </a:p>
          <a:p>
            <a:r>
              <a:rPr lang="fr-FR" dirty="0">
                <a:latin typeface="Arial" panose="020B0604020202020204" pitchFamily="34" charset="0"/>
                <a:cs typeface="Arial" panose="020B0604020202020204" pitchFamily="34" charset="0"/>
              </a:rPr>
              <a:t>Mercedeh ERFANIANGHASAB &amp; Jérémy CELSE</a:t>
            </a:r>
          </a:p>
        </p:txBody>
      </p:sp>
      <p:sp>
        <p:nvSpPr>
          <p:cNvPr id="1468" name="Freeform: Shape 1467">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470" name="Freeform: Shape 1469">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FEBF95DD-533A-19FB-1B29-5CBCDD2F7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1243" y="2799146"/>
            <a:ext cx="4939504" cy="876761"/>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472" name="Freeform: Shape 1471">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74" name="Freeform: Shape 1473">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1476" name="Freeform: Shape 1475">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78" name="Freeform: Shape 1477">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440" name="TextBox 1439"/>
          <p:cNvSpPr txBox="1"/>
          <p:nvPr/>
        </p:nvSpPr>
        <p:spPr>
          <a:xfrm>
            <a:off x="411480" y="6291072"/>
            <a:ext cx="2852063" cy="215444"/>
          </a:xfrm>
          <a:prstGeom prst="rect">
            <a:avLst/>
          </a:prstGeom>
          <a:noFill/>
        </p:spPr>
        <p:txBody>
          <a:bodyPr wrap="none">
            <a:spAutoFit/>
          </a:bodyPr>
          <a:lstStyle/>
          <a:p>
            <a:pPr algn="l">
              <a:spcAft>
                <a:spcPts val="600"/>
              </a:spcAft>
              <a:defRPr sz="800">
                <a:solidFill>
                  <a:srgbClr val="595959"/>
                </a:solidFill>
              </a:defRPr>
            </a:pPr>
            <a:r>
              <a:rPr lang="en-GB" sz="800"/>
              <a:t>Mercedeh.ERFANIANGHASAB@essca.fr | jeremy.celse@essca.fr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5894962" y="479493"/>
            <a:ext cx="5458838" cy="1325563"/>
          </a:xfrm>
        </p:spPr>
        <p:txBody>
          <a:bodyPr vert="horz" lIns="91440" tIns="45720" rIns="91440" bIns="45720" rtlCol="0" anchor="ctr">
            <a:normAutofit/>
          </a:bodyPr>
          <a:lstStyle/>
          <a:p>
            <a:pPr algn="l"/>
            <a:r>
              <a:rPr lang="en-US" sz="4400" b="1" dirty="0">
                <a:latin typeface="Arial" panose="020B0604020202020204" pitchFamily="34" charset="0"/>
                <a:cs typeface="Arial" panose="020B0604020202020204" pitchFamily="34" charset="0"/>
              </a:rPr>
              <a:t>Exercise 1</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ZoneTexte 3">
            <a:extLst>
              <a:ext uri="{FF2B5EF4-FFF2-40B4-BE49-F238E27FC236}">
                <a16:creationId xmlns:a16="http://schemas.microsoft.com/office/drawing/2014/main" id="{DF25F7F9-D26E-4B65-8387-484298AE7CF4}"/>
              </a:ext>
            </a:extLst>
          </p:cNvPr>
          <p:cNvSpPr txBox="1"/>
          <p:nvPr/>
        </p:nvSpPr>
        <p:spPr>
          <a:xfrm>
            <a:off x="5894962" y="1984443"/>
            <a:ext cx="5458838" cy="4192520"/>
          </a:xfrm>
          <a:prstGeom prst="rect">
            <a:avLst/>
          </a:prstGeom>
        </p:spPr>
        <p:txBody>
          <a:bodyPr vert="horz" lIns="91440" tIns="45720" rIns="91440" bIns="45720" rtlCol="0">
            <a:normAutofit/>
          </a:bodyPr>
          <a:lstStyle/>
          <a:p>
            <a:pPr algn="just">
              <a:lnSpc>
                <a:spcPct val="90000"/>
              </a:lnSpc>
              <a:spcAft>
                <a:spcPts val="600"/>
              </a:spcAft>
            </a:pPr>
            <a:r>
              <a:rPr lang="en-US" dirty="0">
                <a:latin typeface="Arial" panose="020B0604020202020204" pitchFamily="34" charset="0"/>
                <a:cs typeface="Arial" panose="020B0604020202020204" pitchFamily="34" charset="0"/>
              </a:rPr>
              <a:t>We studied the morning temperature (i.e. measured between 7am and 7.30am) over 200 days chosen randomly from the winter periods observed over the last 20 years. 
The data are represented in the following table:</a:t>
            </a:r>
          </a:p>
          <a:p>
            <a:pPr marL="342900" indent="-285750">
              <a:lnSpc>
                <a:spcPct val="90000"/>
              </a:lnSpc>
              <a:spcAft>
                <a:spcPts val="600"/>
              </a:spcAft>
              <a:buFont typeface="Wingdings" pitchFamily="2" charset="2"/>
              <a:buChar char="§"/>
            </a:pPr>
            <a:r>
              <a:rPr lang="en-US" dirty="0">
                <a:latin typeface="Arial" panose="020B0604020202020204" pitchFamily="34" charset="0"/>
                <a:cs typeface="Arial" panose="020B0604020202020204" pitchFamily="34" charset="0"/>
              </a:rPr>
              <a:t>Represent Graphically  data
Plot the curve of increasing cumulative frequencies</a:t>
            </a:r>
          </a:p>
          <a:p>
            <a:pPr indent="-228600">
              <a:lnSpc>
                <a:spcPct val="90000"/>
              </a:lnSpc>
              <a:spcAft>
                <a:spcPts val="600"/>
              </a:spcAft>
              <a:buFont typeface="Arial" panose="020B0604020202020204" pitchFamily="34" charset="0"/>
              <a:buChar char="•"/>
            </a:pPr>
            <a:endParaRPr lang="en-US" sz="1100" dirty="0"/>
          </a:p>
          <a:p>
            <a:pPr indent="-228600">
              <a:lnSpc>
                <a:spcPct val="90000"/>
              </a:lnSpc>
              <a:spcAft>
                <a:spcPts val="600"/>
              </a:spcAft>
              <a:buFont typeface="Arial" panose="020B0604020202020204" pitchFamily="34" charset="0"/>
              <a:buChar char="•"/>
            </a:pPr>
            <a:endParaRPr lang="en-US" sz="1100" dirty="0"/>
          </a:p>
          <a:p>
            <a:pPr indent="-228600">
              <a:lnSpc>
                <a:spcPct val="90000"/>
              </a:lnSpc>
              <a:spcAft>
                <a:spcPts val="600"/>
              </a:spcAft>
              <a:buFont typeface="Arial" panose="020B0604020202020204" pitchFamily="34" charset="0"/>
              <a:buChar char="•"/>
            </a:pPr>
            <a:endParaRPr lang="en-US" sz="1100" dirty="0"/>
          </a:p>
        </p:txBody>
      </p:sp>
      <p:graphicFrame>
        <p:nvGraphicFramePr>
          <p:cNvPr id="5" name="Tableau 5">
            <a:extLst>
              <a:ext uri="{FF2B5EF4-FFF2-40B4-BE49-F238E27FC236}">
                <a16:creationId xmlns:a16="http://schemas.microsoft.com/office/drawing/2014/main" id="{8D618231-F795-4672-A643-43223F39DFB3}"/>
              </a:ext>
            </a:extLst>
          </p:cNvPr>
          <p:cNvGraphicFramePr>
            <a:graphicFrameLocks noGrp="1"/>
          </p:cNvGraphicFramePr>
          <p:nvPr>
            <p:extLst>
              <p:ext uri="{D42A27DB-BD31-4B8C-83A1-F6EECF244321}">
                <p14:modId xmlns:p14="http://schemas.microsoft.com/office/powerpoint/2010/main" val="2063218935"/>
              </p:ext>
            </p:extLst>
          </p:nvPr>
        </p:nvGraphicFramePr>
        <p:xfrm>
          <a:off x="703272" y="1315157"/>
          <a:ext cx="4777382" cy="4227685"/>
        </p:xfrm>
        <a:graphic>
          <a:graphicData uri="http://schemas.openxmlformats.org/drawingml/2006/table">
            <a:tbl>
              <a:tblPr firstRow="1" bandRow="1">
                <a:tableStyleId>{74C1A8A3-306A-4EB7-A6B1-4F7E0EB9C5D6}</a:tableStyleId>
              </a:tblPr>
              <a:tblGrid>
                <a:gridCol w="2580513">
                  <a:extLst>
                    <a:ext uri="{9D8B030D-6E8A-4147-A177-3AD203B41FA5}">
                      <a16:colId xmlns:a16="http://schemas.microsoft.com/office/drawing/2014/main" val="3196339109"/>
                    </a:ext>
                  </a:extLst>
                </a:gridCol>
                <a:gridCol w="2196869">
                  <a:extLst>
                    <a:ext uri="{9D8B030D-6E8A-4147-A177-3AD203B41FA5}">
                      <a16:colId xmlns:a16="http://schemas.microsoft.com/office/drawing/2014/main" val="623701906"/>
                    </a:ext>
                  </a:extLst>
                </a:gridCol>
              </a:tblGrid>
              <a:tr h="1020714">
                <a:tc>
                  <a:txBody>
                    <a:bodyPr/>
                    <a:lstStyle/>
                    <a:p>
                      <a:pPr algn="ctr"/>
                      <a:r>
                        <a:rPr lang="fr-FR" sz="2900">
                          <a:solidFill>
                            <a:schemeClr val="tx1">
                              <a:lumMod val="95000"/>
                              <a:lumOff val="5000"/>
                            </a:schemeClr>
                          </a:solidFill>
                        </a:rPr>
                        <a:t>Temperature
</a:t>
                      </a:r>
                    </a:p>
                  </a:txBody>
                  <a:tcPr marL="145381" marR="145381" marT="72690" marB="72690"/>
                </a:tc>
                <a:tc>
                  <a:txBody>
                    <a:bodyPr/>
                    <a:lstStyle/>
                    <a:p>
                      <a:pPr algn="ctr"/>
                      <a:r>
                        <a:rPr lang="fr-FR" sz="2900" dirty="0">
                          <a:solidFill>
                            <a:schemeClr val="tx1">
                              <a:lumMod val="95000"/>
                              <a:lumOff val="5000"/>
                            </a:schemeClr>
                          </a:solidFill>
                        </a:rPr>
                        <a:t>Number of </a:t>
                      </a:r>
                      <a:r>
                        <a:rPr lang="fr-FR" sz="2900" dirty="0" err="1">
                          <a:solidFill>
                            <a:schemeClr val="tx1">
                              <a:lumMod val="95000"/>
                              <a:lumOff val="5000"/>
                            </a:schemeClr>
                          </a:solidFill>
                        </a:rPr>
                        <a:t>days</a:t>
                      </a:r>
                      <a:endParaRPr lang="fr-FR" sz="2900" dirty="0">
                        <a:solidFill>
                          <a:schemeClr val="tx1">
                            <a:lumMod val="95000"/>
                            <a:lumOff val="5000"/>
                          </a:schemeClr>
                        </a:solidFill>
                      </a:endParaRPr>
                    </a:p>
                  </a:txBody>
                  <a:tcPr marL="145381" marR="145381" marT="72690" marB="72690"/>
                </a:tc>
                <a:extLst>
                  <a:ext uri="{0D108BD9-81ED-4DB2-BD59-A6C34878D82A}">
                    <a16:rowId xmlns:a16="http://schemas.microsoft.com/office/drawing/2014/main" val="751406549"/>
                  </a:ext>
                </a:extLst>
              </a:tr>
              <a:tr h="639677">
                <a:tc>
                  <a:txBody>
                    <a:bodyPr/>
                    <a:lstStyle/>
                    <a:p>
                      <a:r>
                        <a:rPr lang="fr-FR" sz="2900"/>
                        <a:t>-1</a:t>
                      </a:r>
                    </a:p>
                  </a:txBody>
                  <a:tcPr marL="145381" marR="145381" marT="72690" marB="72690"/>
                </a:tc>
                <a:tc>
                  <a:txBody>
                    <a:bodyPr/>
                    <a:lstStyle/>
                    <a:p>
                      <a:r>
                        <a:rPr lang="fr-FR" sz="2900"/>
                        <a:t>40</a:t>
                      </a:r>
                    </a:p>
                  </a:txBody>
                  <a:tcPr marL="145381" marR="145381" marT="72690" marB="72690"/>
                </a:tc>
                <a:extLst>
                  <a:ext uri="{0D108BD9-81ED-4DB2-BD59-A6C34878D82A}">
                    <a16:rowId xmlns:a16="http://schemas.microsoft.com/office/drawing/2014/main" val="1597273899"/>
                  </a:ext>
                </a:extLst>
              </a:tr>
              <a:tr h="639677">
                <a:tc>
                  <a:txBody>
                    <a:bodyPr/>
                    <a:lstStyle/>
                    <a:p>
                      <a:r>
                        <a:rPr lang="fr-FR" sz="2900"/>
                        <a:t>0</a:t>
                      </a:r>
                    </a:p>
                  </a:txBody>
                  <a:tcPr marL="145381" marR="145381" marT="72690" marB="72690"/>
                </a:tc>
                <a:tc>
                  <a:txBody>
                    <a:bodyPr/>
                    <a:lstStyle/>
                    <a:p>
                      <a:r>
                        <a:rPr lang="fr-FR" sz="2900"/>
                        <a:t>34</a:t>
                      </a:r>
                    </a:p>
                  </a:txBody>
                  <a:tcPr marL="145381" marR="145381" marT="72690" marB="72690"/>
                </a:tc>
                <a:extLst>
                  <a:ext uri="{0D108BD9-81ED-4DB2-BD59-A6C34878D82A}">
                    <a16:rowId xmlns:a16="http://schemas.microsoft.com/office/drawing/2014/main" val="3340744488"/>
                  </a:ext>
                </a:extLst>
              </a:tr>
              <a:tr h="639677">
                <a:tc>
                  <a:txBody>
                    <a:bodyPr/>
                    <a:lstStyle/>
                    <a:p>
                      <a:r>
                        <a:rPr lang="fr-FR" sz="2900"/>
                        <a:t>2</a:t>
                      </a:r>
                    </a:p>
                  </a:txBody>
                  <a:tcPr marL="145381" marR="145381" marT="72690" marB="72690"/>
                </a:tc>
                <a:tc>
                  <a:txBody>
                    <a:bodyPr/>
                    <a:lstStyle/>
                    <a:p>
                      <a:r>
                        <a:rPr lang="fr-FR" sz="2900"/>
                        <a:t>86</a:t>
                      </a:r>
                    </a:p>
                  </a:txBody>
                  <a:tcPr marL="145381" marR="145381" marT="72690" marB="72690"/>
                </a:tc>
                <a:extLst>
                  <a:ext uri="{0D108BD9-81ED-4DB2-BD59-A6C34878D82A}">
                    <a16:rowId xmlns:a16="http://schemas.microsoft.com/office/drawing/2014/main" val="3117472185"/>
                  </a:ext>
                </a:extLst>
              </a:tr>
              <a:tr h="639677">
                <a:tc>
                  <a:txBody>
                    <a:bodyPr/>
                    <a:lstStyle/>
                    <a:p>
                      <a:r>
                        <a:rPr lang="fr-FR" sz="2900"/>
                        <a:t>3</a:t>
                      </a:r>
                    </a:p>
                  </a:txBody>
                  <a:tcPr marL="145381" marR="145381" marT="72690" marB="72690"/>
                </a:tc>
                <a:tc>
                  <a:txBody>
                    <a:bodyPr/>
                    <a:lstStyle/>
                    <a:p>
                      <a:r>
                        <a:rPr lang="fr-FR" sz="2900"/>
                        <a:t>20</a:t>
                      </a:r>
                    </a:p>
                  </a:txBody>
                  <a:tcPr marL="145381" marR="145381" marT="72690" marB="72690"/>
                </a:tc>
                <a:extLst>
                  <a:ext uri="{0D108BD9-81ED-4DB2-BD59-A6C34878D82A}">
                    <a16:rowId xmlns:a16="http://schemas.microsoft.com/office/drawing/2014/main" val="2961163649"/>
                  </a:ext>
                </a:extLst>
              </a:tr>
              <a:tr h="639677">
                <a:tc>
                  <a:txBody>
                    <a:bodyPr/>
                    <a:lstStyle/>
                    <a:p>
                      <a:r>
                        <a:rPr lang="fr-FR" sz="2900"/>
                        <a:t>7</a:t>
                      </a:r>
                    </a:p>
                  </a:txBody>
                  <a:tcPr marL="145381" marR="145381" marT="72690" marB="72690"/>
                </a:tc>
                <a:tc>
                  <a:txBody>
                    <a:bodyPr/>
                    <a:lstStyle/>
                    <a:p>
                      <a:r>
                        <a:rPr lang="fr-FR" sz="2900" dirty="0"/>
                        <a:t>20</a:t>
                      </a:r>
                    </a:p>
                  </a:txBody>
                  <a:tcPr marL="145381" marR="145381" marT="72690" marB="72690"/>
                </a:tc>
                <a:extLst>
                  <a:ext uri="{0D108BD9-81ED-4DB2-BD59-A6C34878D82A}">
                    <a16:rowId xmlns:a16="http://schemas.microsoft.com/office/drawing/2014/main" val="2867687223"/>
                  </a:ext>
                </a:extLst>
              </a:tr>
            </a:tbl>
          </a:graphicData>
        </a:graphic>
      </p:graphicFrame>
    </p:spTree>
    <p:extLst>
      <p:ext uri="{BB962C8B-B14F-4D97-AF65-F5344CB8AC3E}">
        <p14:creationId xmlns:p14="http://schemas.microsoft.com/office/powerpoint/2010/main" val="388445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A671DE-D529-4A2A-A35D-E97400239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A9A95EB-2C03-4BAC-9B4D-5ECF9253A3BD}"/>
              </a:ext>
            </a:extLst>
          </p:cNvPr>
          <p:cNvSpPr>
            <a:spLocks noGrp="1"/>
          </p:cNvSpPr>
          <p:nvPr>
            <p:ph type="title"/>
          </p:nvPr>
        </p:nvSpPr>
        <p:spPr>
          <a:xfrm>
            <a:off x="7760069" y="780057"/>
            <a:ext cx="2910444" cy="770935"/>
          </a:xfrm>
        </p:spPr>
        <p:txBody>
          <a:bodyPr vert="horz" lIns="91440" tIns="45720" rIns="91440" bIns="45720" rtlCol="0" anchor="b">
            <a:noAutofit/>
          </a:bodyPr>
          <a:lstStyle/>
          <a:p>
            <a:pPr algn="ctr"/>
            <a:r>
              <a:rPr lang="en-US" sz="6000" b="1" dirty="0">
                <a:latin typeface="Arial" panose="020B0604020202020204" pitchFamily="34" charset="0"/>
                <a:cs typeface="Arial" panose="020B0604020202020204" pitchFamily="34" charset="0"/>
              </a:rPr>
              <a:t>Note</a:t>
            </a:r>
          </a:p>
        </p:txBody>
      </p:sp>
      <p:sp>
        <p:nvSpPr>
          <p:cNvPr id="11" name="Freeform: Shape 10">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2599"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3" name="Straight Connector 12">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63649" y="127376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5" name="Block Arc 14">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631431" y="1382395"/>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31329"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sp>
        <p:nvSpPr>
          <p:cNvPr id="19" name="Oval 18">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20126" y="2345836"/>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03228"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c 24">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27948" flipH="1">
            <a:off x="2309492"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ZoneTexte 3">
            <a:extLst>
              <a:ext uri="{FF2B5EF4-FFF2-40B4-BE49-F238E27FC236}">
                <a16:creationId xmlns:a16="http://schemas.microsoft.com/office/drawing/2014/main" id="{09BDF2A9-0F54-414B-A9C7-4A2CD5CC2641}"/>
              </a:ext>
            </a:extLst>
          </p:cNvPr>
          <p:cNvSpPr txBox="1"/>
          <p:nvPr/>
        </p:nvSpPr>
        <p:spPr>
          <a:xfrm>
            <a:off x="6758814" y="1902867"/>
            <a:ext cx="4669537" cy="436245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08333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Arc 12">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838201" y="479493"/>
            <a:ext cx="5257800" cy="1325563"/>
          </a:xfrm>
        </p:spPr>
        <p:txBody>
          <a:bodyPr>
            <a:normAutofit/>
          </a:bodyPr>
          <a:lstStyle/>
          <a:p>
            <a:r>
              <a:rPr lang="fr-FR" b="1" dirty="0" err="1">
                <a:latin typeface="Arial" panose="020B0604020202020204" pitchFamily="34" charset="0"/>
                <a:cs typeface="Arial" panose="020B0604020202020204" pitchFamily="34" charset="0"/>
              </a:rPr>
              <a:t>Exercise</a:t>
            </a:r>
            <a:r>
              <a:rPr lang="fr-FR" b="1" dirty="0">
                <a:latin typeface="Arial" panose="020B0604020202020204" pitchFamily="34" charset="0"/>
                <a:cs typeface="Arial" panose="020B0604020202020204" pitchFamily="34" charset="0"/>
              </a:rPr>
              <a:t> 2</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838201" y="1984443"/>
            <a:ext cx="5257800" cy="4192520"/>
          </a:xfrm>
        </p:spPr>
        <p:txBody>
          <a:bodyPr>
            <a:normAutofit/>
          </a:bodyPr>
          <a:lstStyle/>
          <a:p>
            <a:pPr marL="0" indent="0" algn="just">
              <a:buNone/>
            </a:pPr>
            <a:r>
              <a:rPr lang="en-US" sz="1800" dirty="0">
                <a:latin typeface="Arial" panose="020B0604020202020204" pitchFamily="34" charset="0"/>
                <a:cs typeface="Arial" panose="020B0604020202020204" pitchFamily="34" charset="0"/>
              </a:rPr>
              <a:t>We studied the morning speed (i.e. measured (in Km/h) between 7am and 7.30am) of the wind over 240 days chosen randomly from the winter periods observed over the last 20 years. 
The data are represented in the following table:</a:t>
            </a:r>
            <a:endParaRPr lang="fr-FR" sz="1800" dirty="0">
              <a:latin typeface="Arial" panose="020B0604020202020204" pitchFamily="34" charset="0"/>
              <a:cs typeface="Arial" panose="020B0604020202020204" pitchFamily="34" charset="0"/>
            </a:endParaRPr>
          </a:p>
          <a:p>
            <a:pPr>
              <a:buFont typeface="Wingdings" pitchFamily="2" charset="2"/>
              <a:buChar char="§"/>
            </a:pPr>
            <a:r>
              <a:rPr lang="en-US" sz="1800" dirty="0">
                <a:latin typeface="Arial" panose="020B0604020202020204" pitchFamily="34" charset="0"/>
                <a:cs typeface="Arial" panose="020B0604020202020204" pitchFamily="34" charset="0"/>
              </a:rPr>
              <a:t>Represent Graphically  data
Plot the curve of increasing cumulative frequencies</a:t>
            </a:r>
            <a:endParaRPr lang="fr-FR" sz="1800" dirty="0">
              <a:latin typeface="Arial" panose="020B0604020202020204" pitchFamily="34" charset="0"/>
              <a:cs typeface="Arial" panose="020B0604020202020204" pitchFamily="34" charset="0"/>
            </a:endParaRPr>
          </a:p>
          <a:p>
            <a:pPr marL="0" indent="0">
              <a:buNone/>
            </a:pPr>
            <a:endParaRPr lang="fr-FR" sz="1100" dirty="0"/>
          </a:p>
        </p:txBody>
      </p:sp>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2073450721"/>
              </p:ext>
            </p:extLst>
          </p:nvPr>
        </p:nvGraphicFramePr>
        <p:xfrm>
          <a:off x="6737495" y="1432270"/>
          <a:ext cx="4777382" cy="4411577"/>
        </p:xfrm>
        <a:graphic>
          <a:graphicData uri="http://schemas.openxmlformats.org/drawingml/2006/table">
            <a:tbl>
              <a:tblPr firstRow="1" bandRow="1">
                <a:tableStyleId>{2A488322-F2BA-4B5B-9748-0D474271808F}</a:tableStyleId>
              </a:tblPr>
              <a:tblGrid>
                <a:gridCol w="2399618">
                  <a:extLst>
                    <a:ext uri="{9D8B030D-6E8A-4147-A177-3AD203B41FA5}">
                      <a16:colId xmlns:a16="http://schemas.microsoft.com/office/drawing/2014/main" val="2512171411"/>
                    </a:ext>
                  </a:extLst>
                </a:gridCol>
                <a:gridCol w="2377764">
                  <a:extLst>
                    <a:ext uri="{9D8B030D-6E8A-4147-A177-3AD203B41FA5}">
                      <a16:colId xmlns:a16="http://schemas.microsoft.com/office/drawing/2014/main" val="174336170"/>
                    </a:ext>
                  </a:extLst>
                </a:gridCol>
              </a:tblGrid>
              <a:tr h="934772">
                <a:tc>
                  <a:txBody>
                    <a:bodyPr/>
                    <a:lstStyle/>
                    <a:p>
                      <a:pPr algn="ctr"/>
                      <a:r>
                        <a:rPr lang="fr-FR" sz="2600" dirty="0"/>
                        <a:t>Speed</a:t>
                      </a:r>
                    </a:p>
                  </a:txBody>
                  <a:tcPr marL="157352" marR="157352" marT="78676" marB="78676"/>
                </a:tc>
                <a:tc>
                  <a:txBody>
                    <a:bodyPr/>
                    <a:lstStyle/>
                    <a:p>
                      <a:pPr algn="ctr"/>
                      <a:r>
                        <a:rPr lang="fr-FR" sz="2600" dirty="0"/>
                        <a:t>Number of </a:t>
                      </a:r>
                      <a:r>
                        <a:rPr lang="fr-FR" sz="2600" dirty="0" err="1"/>
                        <a:t>days</a:t>
                      </a:r>
                      <a:endParaRPr lang="fr-FR" sz="2600" dirty="0"/>
                    </a:p>
                  </a:txBody>
                  <a:tcPr marL="157352" marR="157352" marT="78676" marB="78676"/>
                </a:tc>
                <a:extLst>
                  <a:ext uri="{0D108BD9-81ED-4DB2-BD59-A6C34878D82A}">
                    <a16:rowId xmlns:a16="http://schemas.microsoft.com/office/drawing/2014/main" val="1533465849"/>
                  </a:ext>
                </a:extLst>
              </a:tr>
              <a:tr h="692349">
                <a:tc>
                  <a:txBody>
                    <a:bodyPr/>
                    <a:lstStyle/>
                    <a:p>
                      <a:pPr algn="ctr"/>
                      <a:r>
                        <a:rPr lang="fr-FR" sz="2600" dirty="0"/>
                        <a:t>[0 ; 10]</a:t>
                      </a:r>
                    </a:p>
                  </a:txBody>
                  <a:tcPr marL="157352" marR="157352" marT="78676" marB="78676"/>
                </a:tc>
                <a:tc>
                  <a:txBody>
                    <a:bodyPr/>
                    <a:lstStyle/>
                    <a:p>
                      <a:pPr algn="ctr"/>
                      <a:r>
                        <a:rPr lang="fr-FR" sz="2600" dirty="0"/>
                        <a:t>42</a:t>
                      </a:r>
                    </a:p>
                  </a:txBody>
                  <a:tcPr marL="157352" marR="157352" marT="78676" marB="78676"/>
                </a:tc>
                <a:extLst>
                  <a:ext uri="{0D108BD9-81ED-4DB2-BD59-A6C34878D82A}">
                    <a16:rowId xmlns:a16="http://schemas.microsoft.com/office/drawing/2014/main" val="3657244147"/>
                  </a:ext>
                </a:extLst>
              </a:tr>
              <a:tr h="692349">
                <a:tc>
                  <a:txBody>
                    <a:bodyPr/>
                    <a:lstStyle/>
                    <a:p>
                      <a:pPr algn="ctr"/>
                      <a:r>
                        <a:rPr lang="fr-FR" sz="2600" dirty="0"/>
                        <a:t>[10 ; 30]</a:t>
                      </a:r>
                    </a:p>
                  </a:txBody>
                  <a:tcPr marL="157352" marR="157352" marT="78676" marB="78676"/>
                </a:tc>
                <a:tc>
                  <a:txBody>
                    <a:bodyPr/>
                    <a:lstStyle/>
                    <a:p>
                      <a:pPr algn="ctr"/>
                      <a:r>
                        <a:rPr lang="fr-FR" sz="2600"/>
                        <a:t>48</a:t>
                      </a:r>
                    </a:p>
                  </a:txBody>
                  <a:tcPr marL="157352" marR="157352" marT="78676" marB="78676"/>
                </a:tc>
                <a:extLst>
                  <a:ext uri="{0D108BD9-81ED-4DB2-BD59-A6C34878D82A}">
                    <a16:rowId xmlns:a16="http://schemas.microsoft.com/office/drawing/2014/main" val="3646404715"/>
                  </a:ext>
                </a:extLst>
              </a:tr>
              <a:tr h="692349">
                <a:tc>
                  <a:txBody>
                    <a:bodyPr/>
                    <a:lstStyle/>
                    <a:p>
                      <a:pPr algn="ctr"/>
                      <a:r>
                        <a:rPr lang="fr-FR" sz="2600" dirty="0"/>
                        <a:t>[30 ; 70]</a:t>
                      </a:r>
                    </a:p>
                  </a:txBody>
                  <a:tcPr marL="157352" marR="157352" marT="78676" marB="78676"/>
                </a:tc>
                <a:tc>
                  <a:txBody>
                    <a:bodyPr/>
                    <a:lstStyle/>
                    <a:p>
                      <a:pPr algn="ctr"/>
                      <a:r>
                        <a:rPr lang="fr-FR" sz="2600" dirty="0"/>
                        <a:t>90</a:t>
                      </a:r>
                    </a:p>
                  </a:txBody>
                  <a:tcPr marL="157352" marR="157352" marT="78676" marB="78676"/>
                </a:tc>
                <a:extLst>
                  <a:ext uri="{0D108BD9-81ED-4DB2-BD59-A6C34878D82A}">
                    <a16:rowId xmlns:a16="http://schemas.microsoft.com/office/drawing/2014/main" val="1730413526"/>
                  </a:ext>
                </a:extLst>
              </a:tr>
              <a:tr h="692349">
                <a:tc>
                  <a:txBody>
                    <a:bodyPr/>
                    <a:lstStyle/>
                    <a:p>
                      <a:pPr algn="ctr"/>
                      <a:r>
                        <a:rPr lang="fr-FR" sz="2600" dirty="0"/>
                        <a:t>[70 ; 100]</a:t>
                      </a:r>
                    </a:p>
                  </a:txBody>
                  <a:tcPr marL="157352" marR="157352" marT="78676" marB="78676"/>
                </a:tc>
                <a:tc>
                  <a:txBody>
                    <a:bodyPr/>
                    <a:lstStyle/>
                    <a:p>
                      <a:pPr algn="ctr"/>
                      <a:r>
                        <a:rPr lang="fr-FR" sz="2600"/>
                        <a:t>24</a:t>
                      </a:r>
                    </a:p>
                  </a:txBody>
                  <a:tcPr marL="157352" marR="157352" marT="78676" marB="78676"/>
                </a:tc>
                <a:extLst>
                  <a:ext uri="{0D108BD9-81ED-4DB2-BD59-A6C34878D82A}">
                    <a16:rowId xmlns:a16="http://schemas.microsoft.com/office/drawing/2014/main" val="1218259845"/>
                  </a:ext>
                </a:extLst>
              </a:tr>
              <a:tr h="692349">
                <a:tc>
                  <a:txBody>
                    <a:bodyPr/>
                    <a:lstStyle/>
                    <a:p>
                      <a:pPr algn="ctr"/>
                      <a:r>
                        <a:rPr lang="fr-FR" sz="2600" dirty="0"/>
                        <a:t>[100 ; 150]</a:t>
                      </a:r>
                    </a:p>
                  </a:txBody>
                  <a:tcPr marL="157352" marR="157352" marT="78676" marB="78676"/>
                </a:tc>
                <a:tc>
                  <a:txBody>
                    <a:bodyPr/>
                    <a:lstStyle/>
                    <a:p>
                      <a:pPr algn="ctr"/>
                      <a:r>
                        <a:rPr lang="fr-FR" sz="2600" dirty="0"/>
                        <a:t>36</a:t>
                      </a:r>
                    </a:p>
                  </a:txBody>
                  <a:tcPr marL="157352" marR="157352" marT="78676" marB="78676"/>
                </a:tc>
                <a:extLst>
                  <a:ext uri="{0D108BD9-81ED-4DB2-BD59-A6C34878D82A}">
                    <a16:rowId xmlns:a16="http://schemas.microsoft.com/office/drawing/2014/main" val="2393789884"/>
                  </a:ext>
                </a:extLst>
              </a:tr>
            </a:tbl>
          </a:graphicData>
        </a:graphic>
      </p:graphicFrame>
    </p:spTree>
    <p:extLst>
      <p:ext uri="{BB962C8B-B14F-4D97-AF65-F5344CB8AC3E}">
        <p14:creationId xmlns:p14="http://schemas.microsoft.com/office/powerpoint/2010/main" val="3342625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61263E-30AF-8588-9E7A-E027F742A25E}"/>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D19C906-BF26-6781-CC78-D5100E0DBDE6}"/>
              </a:ext>
            </a:extLst>
          </p:cNvPr>
          <p:cNvSpPr>
            <a:spLocks noGrp="1"/>
          </p:cNvSpPr>
          <p:nvPr>
            <p:ph type="title"/>
          </p:nvPr>
        </p:nvSpPr>
        <p:spPr>
          <a:xfrm>
            <a:off x="7777424" y="1087403"/>
            <a:ext cx="2032574" cy="889098"/>
          </a:xfrm>
        </p:spPr>
        <p:txBody>
          <a:bodyPr vert="horz" lIns="91440" tIns="45720" rIns="91440" bIns="45720" rtlCol="0" anchor="b">
            <a:normAutofit fontScale="90000"/>
          </a:bodyPr>
          <a:lstStyle/>
          <a:p>
            <a:pPr algn="r"/>
            <a:r>
              <a:rPr lang="en-US" sz="6000" b="1" dirty="0">
                <a:latin typeface="Arial" panose="020B0604020202020204" pitchFamily="34" charset="0"/>
                <a:cs typeface="Arial" panose="020B0604020202020204" pitchFamily="34" charset="0"/>
              </a:rPr>
              <a:t>Note</a:t>
            </a:r>
          </a:p>
        </p:txBody>
      </p:sp>
      <p:cxnSp>
        <p:nvCxnSpPr>
          <p:cNvPr id="34" name="Straight Connector 33">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6" name="Freeform: Shape 35">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Oval 39">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4" name="Arc 43">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ZoneTexte 3">
            <a:extLst>
              <a:ext uri="{FF2B5EF4-FFF2-40B4-BE49-F238E27FC236}">
                <a16:creationId xmlns:a16="http://schemas.microsoft.com/office/drawing/2014/main" id="{7C939D0A-D870-EE3F-4529-43407393F670}"/>
              </a:ext>
            </a:extLst>
          </p:cNvPr>
          <p:cNvSpPr txBox="1"/>
          <p:nvPr/>
        </p:nvSpPr>
        <p:spPr>
          <a:xfrm>
            <a:off x="6758814" y="1902867"/>
            <a:ext cx="4669537" cy="436245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7948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195</Words>
  <Application>Microsoft Macintosh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Thème Office</vt:lpstr>
      <vt:lpstr>Data Description </vt:lpstr>
      <vt:lpstr>Exercise 1</vt:lpstr>
      <vt:lpstr>Note</vt:lpstr>
      <vt:lpstr>Exercise 2</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 </dc:title>
  <dc:creator>KACHOUR Maher</dc:creator>
  <cp:lastModifiedBy>Mercede Erfanianghasab</cp:lastModifiedBy>
  <cp:revision>4</cp:revision>
  <dcterms:created xsi:type="dcterms:W3CDTF">2021-10-14T08:08:29Z</dcterms:created>
  <dcterms:modified xsi:type="dcterms:W3CDTF">2026-07-17T21:31:26Z</dcterms:modified>
</cp:coreProperties>
</file>