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320" r:id="rId3"/>
    <p:sldId id="394" r:id="rId4"/>
    <p:sldId id="258" r:id="rId5"/>
    <p:sldId id="259" r:id="rId6"/>
    <p:sldId id="262" r:id="rId7"/>
    <p:sldId id="264" r:id="rId8"/>
    <p:sldId id="265" r:id="rId9"/>
    <p:sldId id="266" r:id="rId10"/>
    <p:sldId id="267" r:id="rId11"/>
    <p:sldId id="396" r:id="rId12"/>
    <p:sldId id="270" r:id="rId13"/>
    <p:sldId id="271" r:id="rId14"/>
    <p:sldId id="260" r:id="rId15"/>
    <p:sldId id="302" r:id="rId16"/>
    <p:sldId id="397" r:id="rId17"/>
    <p:sldId id="398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92" r:id="rId26"/>
    <p:sldId id="393" r:id="rId27"/>
    <p:sldId id="269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91F4BD-F1AF-4232-960C-6765D7445537}" v="19" dt="2026-07-13T14:29:43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SE Jeremy" userId="a0ba9a67-d84b-4a32-9589-b4b1bf394c13" providerId="ADAL" clId="{BEC5D84A-2B48-4ECB-9C8D-93CC8A7B4DA7}"/>
    <pc:docChg chg="undo custSel addSld delSld modSld modMainMaster">
      <pc:chgData name="CELSE Jeremy" userId="a0ba9a67-d84b-4a32-9589-b4b1bf394c13" providerId="ADAL" clId="{BEC5D84A-2B48-4ECB-9C8D-93CC8A7B4DA7}" dt="2026-07-13T14:35:03.502" v="478" actId="207"/>
      <pc:docMkLst>
        <pc:docMk/>
      </pc:docMkLst>
      <pc:sldChg chg="modSp mod">
        <pc:chgData name="CELSE Jeremy" userId="a0ba9a67-d84b-4a32-9589-b4b1bf394c13" providerId="ADAL" clId="{BEC5D84A-2B48-4ECB-9C8D-93CC8A7B4DA7}" dt="2026-07-13T14:18:57.207" v="49" actId="20577"/>
        <pc:sldMkLst>
          <pc:docMk/>
          <pc:sldMk cId="1337931670" sldId="257"/>
        </pc:sldMkLst>
        <pc:spChg chg="mod">
          <ac:chgData name="CELSE Jeremy" userId="a0ba9a67-d84b-4a32-9589-b4b1bf394c13" providerId="ADAL" clId="{BEC5D84A-2B48-4ECB-9C8D-93CC8A7B4DA7}" dt="2026-07-13T14:18:57.207" v="49" actId="20577"/>
          <ac:spMkLst>
            <pc:docMk/>
            <pc:sldMk cId="1337931670" sldId="257"/>
            <ac:spMk id="5" creationId="{EAD49BF0-621E-0DF3-164E-3F61AAB7615D}"/>
          </ac:spMkLst>
        </pc:spChg>
        <pc:spChg chg="mod">
          <ac:chgData name="CELSE Jeremy" userId="a0ba9a67-d84b-4a32-9589-b4b1bf394c13" providerId="ADAL" clId="{BEC5D84A-2B48-4ECB-9C8D-93CC8A7B4DA7}" dt="2026-07-13T14:18:40.771" v="19" actId="20577"/>
          <ac:spMkLst>
            <pc:docMk/>
            <pc:sldMk cId="1337931670" sldId="257"/>
            <ac:spMk id="6" creationId="{A2132C0B-224C-98FA-684F-F6F2D72F5DA1}"/>
          </ac:spMkLst>
        </pc:spChg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0" sldId="258"/>
        </pc:sldMkLst>
      </pc:sldChg>
      <pc:sldChg chg="addSp delSp modSp add mod setBg delDesignElem">
        <pc:chgData name="CELSE Jeremy" userId="a0ba9a67-d84b-4a32-9589-b4b1bf394c13" providerId="ADAL" clId="{BEC5D84A-2B48-4ECB-9C8D-93CC8A7B4DA7}" dt="2026-07-13T14:24:04.531" v="203" actId="207"/>
        <pc:sldMkLst>
          <pc:docMk/>
          <pc:sldMk cId="1708999396" sldId="258"/>
        </pc:sldMkLst>
        <pc:spChg chg="mod">
          <ac:chgData name="CELSE Jeremy" userId="a0ba9a67-d84b-4a32-9589-b4b1bf394c13" providerId="ADAL" clId="{BEC5D84A-2B48-4ECB-9C8D-93CC8A7B4DA7}" dt="2026-07-13T14:24:04.531" v="203" actId="207"/>
          <ac:spMkLst>
            <pc:docMk/>
            <pc:sldMk cId="1708999396" sldId="258"/>
            <ac:spMk id="2" creationId="{09C494E9-9F78-4630-A80F-505045F72270}"/>
          </ac:spMkLst>
        </pc:spChg>
        <pc:spChg chg="mod">
          <ac:chgData name="CELSE Jeremy" userId="a0ba9a67-d84b-4a32-9589-b4b1bf394c13" providerId="ADAL" clId="{BEC5D84A-2B48-4ECB-9C8D-93CC8A7B4DA7}" dt="2026-07-13T14:21:52.356" v="180" actId="20577"/>
          <ac:spMkLst>
            <pc:docMk/>
            <pc:sldMk cId="1708999396" sldId="258"/>
            <ac:spMk id="9" creationId="{222B81E9-A18E-455E-9A4F-322D8D9DCB42}"/>
          </ac:spMkLst>
        </pc:spChg>
        <pc:spChg chg="del">
          <ac:chgData name="CELSE Jeremy" userId="a0ba9a67-d84b-4a32-9589-b4b1bf394c13" providerId="ADAL" clId="{BEC5D84A-2B48-4ECB-9C8D-93CC8A7B4DA7}" dt="2026-07-13T14:23:57.661" v="200"/>
          <ac:spMkLst>
            <pc:docMk/>
            <pc:sldMk cId="1708999396" sldId="258"/>
            <ac:spMk id="12" creationId="{284B70D5-875B-433D-BDBD-1522A85D6C1D}"/>
          </ac:spMkLst>
        </pc:spChg>
        <pc:spChg chg="del">
          <ac:chgData name="CELSE Jeremy" userId="a0ba9a67-d84b-4a32-9589-b4b1bf394c13" providerId="ADAL" clId="{BEC5D84A-2B48-4ECB-9C8D-93CC8A7B4DA7}" dt="2026-07-13T14:23:57.661" v="200"/>
          <ac:spMkLst>
            <pc:docMk/>
            <pc:sldMk cId="1708999396" sldId="258"/>
            <ac:spMk id="16" creationId="{1E299956-A9E7-4FC1-A0B1-D590CA9730E8}"/>
          </ac:spMkLst>
        </pc:spChg>
        <pc:spChg chg="del">
          <ac:chgData name="CELSE Jeremy" userId="a0ba9a67-d84b-4a32-9589-b4b1bf394c13" providerId="ADAL" clId="{BEC5D84A-2B48-4ECB-9C8D-93CC8A7B4DA7}" dt="2026-07-13T14:23:57.661" v="200"/>
          <ac:spMkLst>
            <pc:docMk/>
            <pc:sldMk cId="1708999396" sldId="258"/>
            <ac:spMk id="18" creationId="{17FC539C-B783-4B03-9F9E-D13430F3F64F}"/>
          </ac:spMkLst>
        </pc:spChg>
        <pc:graphicFrameChg chg="modGraphic">
          <ac:chgData name="CELSE Jeremy" userId="a0ba9a67-d84b-4a32-9589-b4b1bf394c13" providerId="ADAL" clId="{BEC5D84A-2B48-4ECB-9C8D-93CC8A7B4DA7}" dt="2026-07-13T14:21:36.787" v="158" actId="12385"/>
          <ac:graphicFrameMkLst>
            <pc:docMk/>
            <pc:sldMk cId="1708999396" sldId="258"/>
            <ac:graphicFrameMk id="7" creationId="{C657B10C-9EEE-44FA-A5A2-1DBD3829C910}"/>
          </ac:graphicFrameMkLst>
        </pc:graphicFrameChg>
        <pc:picChg chg="add del">
          <ac:chgData name="CELSE Jeremy" userId="a0ba9a67-d84b-4a32-9589-b4b1bf394c13" providerId="ADAL" clId="{BEC5D84A-2B48-4ECB-9C8D-93CC8A7B4DA7}" dt="2026-07-13T14:22:12.002" v="182" actId="22"/>
          <ac:picMkLst>
            <pc:docMk/>
            <pc:sldMk cId="1708999396" sldId="258"/>
            <ac:picMk id="4" creationId="{B006F58C-824C-9A27-A138-62620CE61549}"/>
          </ac:picMkLst>
        </pc:picChg>
        <pc:cxnChg chg="del">
          <ac:chgData name="CELSE Jeremy" userId="a0ba9a67-d84b-4a32-9589-b4b1bf394c13" providerId="ADAL" clId="{BEC5D84A-2B48-4ECB-9C8D-93CC8A7B4DA7}" dt="2026-07-13T14:23:57.661" v="200"/>
          <ac:cxnSpMkLst>
            <pc:docMk/>
            <pc:sldMk cId="1708999396" sldId="258"/>
            <ac:cxnSpMk id="14" creationId="{C947DF4A-614C-4B4C-8B80-E5B9D8E8CFED}"/>
          </ac:cxnSpMkLst>
        </pc:cxnChg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0" sldId="259"/>
        </pc:sldMkLst>
      </pc:sldChg>
      <pc:sldChg chg="modSp add mod">
        <pc:chgData name="CELSE Jeremy" userId="a0ba9a67-d84b-4a32-9589-b4b1bf394c13" providerId="ADAL" clId="{BEC5D84A-2B48-4ECB-9C8D-93CC8A7B4DA7}" dt="2026-07-13T14:24:08.252" v="204" actId="207"/>
        <pc:sldMkLst>
          <pc:docMk/>
          <pc:sldMk cId="1246123106" sldId="259"/>
        </pc:sldMkLst>
        <pc:spChg chg="mod">
          <ac:chgData name="CELSE Jeremy" userId="a0ba9a67-d84b-4a32-9589-b4b1bf394c13" providerId="ADAL" clId="{BEC5D84A-2B48-4ECB-9C8D-93CC8A7B4DA7}" dt="2026-07-13T14:24:08.252" v="204" actId="207"/>
          <ac:spMkLst>
            <pc:docMk/>
            <pc:sldMk cId="1246123106" sldId="259"/>
            <ac:spMk id="2" creationId="{5E3962E2-99B0-4D28-8465-12544476E610}"/>
          </ac:spMkLst>
        </pc:spChg>
        <pc:spChg chg="mod">
          <ac:chgData name="CELSE Jeremy" userId="a0ba9a67-d84b-4a32-9589-b4b1bf394c13" providerId="ADAL" clId="{BEC5D84A-2B48-4ECB-9C8D-93CC8A7B4DA7}" dt="2026-07-13T14:23:57.750" v="201" actId="27636"/>
          <ac:spMkLst>
            <pc:docMk/>
            <pc:sldMk cId="1246123106" sldId="259"/>
            <ac:spMk id="3" creationId="{66E02610-A2D3-4DF7-8176-E9BB3EE5DACA}"/>
          </ac:spMkLst>
        </pc:spChg>
      </pc:sldChg>
      <pc:sldChg chg="modSp add del mod">
        <pc:chgData name="CELSE Jeremy" userId="a0ba9a67-d84b-4a32-9589-b4b1bf394c13" providerId="ADAL" clId="{BEC5D84A-2B48-4ECB-9C8D-93CC8A7B4DA7}" dt="2026-07-13T14:30:50.103" v="449" actId="6549"/>
        <pc:sldMkLst>
          <pc:docMk/>
          <pc:sldMk cId="3082530224" sldId="260"/>
        </pc:sldMkLst>
        <pc:spChg chg="mod">
          <ac:chgData name="CELSE Jeremy" userId="a0ba9a67-d84b-4a32-9589-b4b1bf394c13" providerId="ADAL" clId="{BEC5D84A-2B48-4ECB-9C8D-93CC8A7B4DA7}" dt="2026-07-13T14:30:42.492" v="445" actId="108"/>
          <ac:spMkLst>
            <pc:docMk/>
            <pc:sldMk cId="3082530224" sldId="260"/>
            <ac:spMk id="2" creationId="{86016CA4-37ED-4219-B0AE-4B551B355CE3}"/>
          </ac:spMkLst>
        </pc:spChg>
        <pc:spChg chg="mod">
          <ac:chgData name="CELSE Jeremy" userId="a0ba9a67-d84b-4a32-9589-b4b1bf394c13" providerId="ADAL" clId="{BEC5D84A-2B48-4ECB-9C8D-93CC8A7B4DA7}" dt="2026-07-13T14:30:50.103" v="449" actId="6549"/>
          <ac:spMkLst>
            <pc:docMk/>
            <pc:sldMk cId="3082530224" sldId="260"/>
            <ac:spMk id="3" creationId="{AC45DCC2-52E1-498C-BFB2-2E34D25B5490}"/>
          </ac:spMkLst>
        </pc:spChg>
      </pc:sldChg>
      <pc:sldChg chg="modSp add mod">
        <pc:chgData name="CELSE Jeremy" userId="a0ba9a67-d84b-4a32-9589-b4b1bf394c13" providerId="ADAL" clId="{BEC5D84A-2B48-4ECB-9C8D-93CC8A7B4DA7}" dt="2026-07-13T14:23:57.661" v="200"/>
        <pc:sldMkLst>
          <pc:docMk/>
          <pc:sldMk cId="354841054" sldId="262"/>
        </pc:sldMkLst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354841054" sldId="262"/>
            <ac:spMk id="2" creationId="{1946AA83-E1D7-4D1C-8E40-0462C2F2ACAB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354841054" sldId="262"/>
            <ac:spMk id="3" creationId="{F41A5327-8744-4782-AED0-51A392DA6F1C}"/>
          </ac:spMkLst>
        </pc:spChg>
      </pc:sldChg>
      <pc:sldChg chg="addSp delSp modSp add mod setBg delDesignElem">
        <pc:chgData name="CELSE Jeremy" userId="a0ba9a67-d84b-4a32-9589-b4b1bf394c13" providerId="ADAL" clId="{BEC5D84A-2B48-4ECB-9C8D-93CC8A7B4DA7}" dt="2026-07-13T14:24:31.132" v="225" actId="1076"/>
        <pc:sldMkLst>
          <pc:docMk/>
          <pc:sldMk cId="2489073995" sldId="264"/>
        </pc:sldMkLst>
        <pc:spChg chg="mod">
          <ac:chgData name="CELSE Jeremy" userId="a0ba9a67-d84b-4a32-9589-b4b1bf394c13" providerId="ADAL" clId="{BEC5D84A-2B48-4ECB-9C8D-93CC8A7B4DA7}" dt="2026-07-13T14:23:04.279" v="197" actId="207"/>
          <ac:spMkLst>
            <pc:docMk/>
            <pc:sldMk cId="2489073995" sldId="264"/>
            <ac:spMk id="2" creationId="{0820CB63-118F-4AB0-8B4E-14B994B40B5D}"/>
          </ac:spMkLst>
        </pc:spChg>
        <pc:spChg chg="add mod">
          <ac:chgData name="CELSE Jeremy" userId="a0ba9a67-d84b-4a32-9589-b4b1bf394c13" providerId="ADAL" clId="{BEC5D84A-2B48-4ECB-9C8D-93CC8A7B4DA7}" dt="2026-07-13T14:24:31.132" v="225" actId="1076"/>
          <ac:spMkLst>
            <pc:docMk/>
            <pc:sldMk cId="2489073995" sldId="264"/>
            <ac:spMk id="3" creationId="{3BEB1A32-9CC7-56E7-7C7B-C33D3FAAA6D7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2489073995" sldId="264"/>
            <ac:spMk id="9" creationId="{FB5993E2-C02B-4335-ABA5-D8EC465551E3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2489073995" sldId="264"/>
            <ac:spMk id="11" creationId="{C0B801A2-5622-4BE8-9AD2-C337A2CD0022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2489073995" sldId="264"/>
            <ac:spMk id="13" creationId="{B7AF614F-5BC3-4086-99F5-B87C5847A071}"/>
          </ac:spMkLst>
        </pc:spChg>
      </pc:sldChg>
      <pc:sldChg chg="modSp add mod">
        <pc:chgData name="CELSE Jeremy" userId="a0ba9a67-d84b-4a32-9589-b4b1bf394c13" providerId="ADAL" clId="{BEC5D84A-2B48-4ECB-9C8D-93CC8A7B4DA7}" dt="2026-07-13T14:24:41.371" v="228" actId="12"/>
        <pc:sldMkLst>
          <pc:docMk/>
          <pc:sldMk cId="2234354224" sldId="265"/>
        </pc:sldMkLst>
        <pc:spChg chg="mod">
          <ac:chgData name="CELSE Jeremy" userId="a0ba9a67-d84b-4a32-9589-b4b1bf394c13" providerId="ADAL" clId="{BEC5D84A-2B48-4ECB-9C8D-93CC8A7B4DA7}" dt="2026-07-13T14:24:34.497" v="226" actId="207"/>
          <ac:spMkLst>
            <pc:docMk/>
            <pc:sldMk cId="2234354224" sldId="265"/>
            <ac:spMk id="2" creationId="{CF0A13E9-23EB-49AF-A07D-E5027D2DB659}"/>
          </ac:spMkLst>
        </pc:spChg>
        <pc:spChg chg="mod">
          <ac:chgData name="CELSE Jeremy" userId="a0ba9a67-d84b-4a32-9589-b4b1bf394c13" providerId="ADAL" clId="{BEC5D84A-2B48-4ECB-9C8D-93CC8A7B4DA7}" dt="2026-07-13T14:24:41.371" v="228" actId="12"/>
          <ac:spMkLst>
            <pc:docMk/>
            <pc:sldMk cId="2234354224" sldId="265"/>
            <ac:spMk id="3" creationId="{ECC721E5-E0B5-4A50-8A64-A14E8750F330}"/>
          </ac:spMkLst>
        </pc:spChg>
      </pc:sldChg>
      <pc:sldChg chg="modSp add mod">
        <pc:chgData name="CELSE Jeremy" userId="a0ba9a67-d84b-4a32-9589-b4b1bf394c13" providerId="ADAL" clId="{BEC5D84A-2B48-4ECB-9C8D-93CC8A7B4DA7}" dt="2026-07-13T14:26:11.450" v="268" actId="20577"/>
        <pc:sldMkLst>
          <pc:docMk/>
          <pc:sldMk cId="84934495" sldId="266"/>
        </pc:sldMkLst>
        <pc:spChg chg="mod">
          <ac:chgData name="CELSE Jeremy" userId="a0ba9a67-d84b-4a32-9589-b4b1bf394c13" providerId="ADAL" clId="{BEC5D84A-2B48-4ECB-9C8D-93CC8A7B4DA7}" dt="2026-07-13T14:26:11.450" v="268" actId="20577"/>
          <ac:spMkLst>
            <pc:docMk/>
            <pc:sldMk cId="84934495" sldId="266"/>
            <ac:spMk id="2" creationId="{34A4FFB6-029A-44A6-9344-D9E3BFBB7FF9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84934495" sldId="266"/>
            <ac:spMk id="3" creationId="{31CC7A08-88EA-4036-8B05-9B875923A39E}"/>
          </ac:spMkLst>
        </pc:spChg>
      </pc:sldChg>
      <pc:sldChg chg="delSp modSp add mod setBg delDesignElem">
        <pc:chgData name="CELSE Jeremy" userId="a0ba9a67-d84b-4a32-9589-b4b1bf394c13" providerId="ADAL" clId="{BEC5D84A-2B48-4ECB-9C8D-93CC8A7B4DA7}" dt="2026-07-13T14:25:41.086" v="254" actId="12385"/>
        <pc:sldMkLst>
          <pc:docMk/>
          <pc:sldMk cId="3490832786" sldId="267"/>
        </pc:sldMkLst>
        <pc:spChg chg="mod">
          <ac:chgData name="CELSE Jeremy" userId="a0ba9a67-d84b-4a32-9589-b4b1bf394c13" providerId="ADAL" clId="{BEC5D84A-2B48-4ECB-9C8D-93CC8A7B4DA7}" dt="2026-07-13T14:25:22.569" v="252" actId="207"/>
          <ac:spMkLst>
            <pc:docMk/>
            <pc:sldMk cId="3490832786" sldId="267"/>
            <ac:spMk id="2" creationId="{CDC1E8DD-E538-46E6-A6C2-58536A096035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3490832786" sldId="267"/>
            <ac:spMk id="9" creationId="{FB5993E2-C02B-4335-ABA5-D8EC465551E3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3490832786" sldId="267"/>
            <ac:spMk id="11" creationId="{C0B801A2-5622-4BE8-9AD2-C337A2CD0022}"/>
          </ac:spMkLst>
        </pc:spChg>
        <pc:spChg chg="del">
          <ac:chgData name="CELSE Jeremy" userId="a0ba9a67-d84b-4a32-9589-b4b1bf394c13" providerId="ADAL" clId="{BEC5D84A-2B48-4ECB-9C8D-93CC8A7B4DA7}" dt="2026-07-13T14:22:15.187" v="185"/>
          <ac:spMkLst>
            <pc:docMk/>
            <pc:sldMk cId="3490832786" sldId="267"/>
            <ac:spMk id="13" creationId="{B7AF614F-5BC3-4086-99F5-B87C5847A071}"/>
          </ac:spMkLst>
        </pc:spChg>
        <pc:graphicFrameChg chg="modGraphic">
          <ac:chgData name="CELSE Jeremy" userId="a0ba9a67-d84b-4a32-9589-b4b1bf394c13" providerId="ADAL" clId="{BEC5D84A-2B48-4ECB-9C8D-93CC8A7B4DA7}" dt="2026-07-13T14:25:41.086" v="254" actId="12385"/>
          <ac:graphicFrameMkLst>
            <pc:docMk/>
            <pc:sldMk cId="3490832786" sldId="267"/>
            <ac:graphicFrameMk id="4" creationId="{98AED0FD-AC60-4F4F-A18B-8C44FCE38B34}"/>
          </ac:graphicFrameMkLst>
        </pc:graphicFrameChg>
      </pc:sldChg>
      <pc:sldChg chg="modSp mod setBg">
        <pc:chgData name="CELSE Jeremy" userId="a0ba9a67-d84b-4a32-9589-b4b1bf394c13" providerId="ADAL" clId="{BEC5D84A-2B48-4ECB-9C8D-93CC8A7B4DA7}" dt="2026-07-13T14:28:13.356" v="382"/>
        <pc:sldMkLst>
          <pc:docMk/>
          <pc:sldMk cId="3854798594" sldId="269"/>
        </pc:sldMkLst>
        <pc:spChg chg="mod">
          <ac:chgData name="CELSE Jeremy" userId="a0ba9a67-d84b-4a32-9589-b4b1bf394c13" providerId="ADAL" clId="{BEC5D84A-2B48-4ECB-9C8D-93CC8A7B4DA7}" dt="2026-07-13T14:28:07.539" v="380" actId="207"/>
          <ac:spMkLst>
            <pc:docMk/>
            <pc:sldMk cId="3854798594" sldId="269"/>
            <ac:spMk id="4" creationId="{26A0DEC3-476F-3BD5-7233-D1A2A2020F48}"/>
          </ac:spMkLst>
        </pc:spChg>
      </pc:sldChg>
      <pc:sldChg chg="modSp add mod">
        <pc:chgData name="CELSE Jeremy" userId="a0ba9a67-d84b-4a32-9589-b4b1bf394c13" providerId="ADAL" clId="{BEC5D84A-2B48-4ECB-9C8D-93CC8A7B4DA7}" dt="2026-07-13T14:26:29.757" v="271" actId="108"/>
        <pc:sldMkLst>
          <pc:docMk/>
          <pc:sldMk cId="749076581" sldId="270"/>
        </pc:sldMkLst>
        <pc:spChg chg="mod">
          <ac:chgData name="CELSE Jeremy" userId="a0ba9a67-d84b-4a32-9589-b4b1bf394c13" providerId="ADAL" clId="{BEC5D84A-2B48-4ECB-9C8D-93CC8A7B4DA7}" dt="2026-07-13T14:26:29.757" v="271" actId="108"/>
          <ac:spMkLst>
            <pc:docMk/>
            <pc:sldMk cId="749076581" sldId="270"/>
            <ac:spMk id="2" creationId="{733348EF-923B-42C9-8F34-7709305EC5CB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749076581" sldId="270"/>
            <ac:spMk id="3" creationId="{552A802C-C9F1-40DA-B0D8-DF272CE9A2FE}"/>
          </ac:spMkLst>
        </pc:spChg>
      </pc:sldChg>
      <pc:sldChg chg="modSp add mod">
        <pc:chgData name="CELSE Jeremy" userId="a0ba9a67-d84b-4a32-9589-b4b1bf394c13" providerId="ADAL" clId="{BEC5D84A-2B48-4ECB-9C8D-93CC8A7B4DA7}" dt="2026-07-13T14:26:33.943" v="272" actId="207"/>
        <pc:sldMkLst>
          <pc:docMk/>
          <pc:sldMk cId="3031731992" sldId="271"/>
        </pc:sldMkLst>
        <pc:spChg chg="mod">
          <ac:chgData name="CELSE Jeremy" userId="a0ba9a67-d84b-4a32-9589-b4b1bf394c13" providerId="ADAL" clId="{BEC5D84A-2B48-4ECB-9C8D-93CC8A7B4DA7}" dt="2026-07-13T14:26:33.943" v="272" actId="207"/>
          <ac:spMkLst>
            <pc:docMk/>
            <pc:sldMk cId="3031731992" sldId="271"/>
            <ac:spMk id="2" creationId="{A87BE807-E885-4A5F-A218-069A832603A1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3031731992" sldId="271"/>
            <ac:spMk id="3" creationId="{0D56F9B3-DFAF-437F-A68D-94FFACD0BAB9}"/>
          </ac:spMkLst>
        </pc:spChg>
      </pc:sldChg>
      <pc:sldChg chg="modSp add del">
        <pc:chgData name="CELSE Jeremy" userId="a0ba9a67-d84b-4a32-9589-b4b1bf394c13" providerId="ADAL" clId="{BEC5D84A-2B48-4ECB-9C8D-93CC8A7B4DA7}" dt="2026-07-13T14:26:42.572" v="273" actId="47"/>
        <pc:sldMkLst>
          <pc:docMk/>
          <pc:sldMk cId="1753930473" sldId="301"/>
        </pc:sldMkLst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1753930473" sldId="301"/>
            <ac:spMk id="2" creationId="{18404DE6-22B6-49F5-86AF-82EF6F7A381C}"/>
          </ac:spMkLst>
        </pc:spChg>
        <pc:spChg chg="mod">
          <ac:chgData name="CELSE Jeremy" userId="a0ba9a67-d84b-4a32-9589-b4b1bf394c13" providerId="ADAL" clId="{BEC5D84A-2B48-4ECB-9C8D-93CC8A7B4DA7}" dt="2026-07-13T14:23:57.661" v="200"/>
          <ac:spMkLst>
            <pc:docMk/>
            <pc:sldMk cId="1753930473" sldId="301"/>
            <ac:spMk id="3" creationId="{C656BCA3-14E7-4AAB-B144-A116BCFF3564}"/>
          </ac:spMkLst>
        </pc:spChg>
      </pc:sldChg>
      <pc:sldChg chg="delSp modSp add del mod setBg delDesignElem">
        <pc:chgData name="CELSE Jeremy" userId="a0ba9a67-d84b-4a32-9589-b4b1bf394c13" providerId="ADAL" clId="{BEC5D84A-2B48-4ECB-9C8D-93CC8A7B4DA7}" dt="2026-07-13T14:30:57.939" v="450" actId="1076"/>
        <pc:sldMkLst>
          <pc:docMk/>
          <pc:sldMk cId="3774559596" sldId="302"/>
        </pc:sldMkLst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3774559596" sldId="302"/>
            <ac:spMk id="9" creationId="{FB5993E2-C02B-4335-ABA5-D8EC465551E3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3774559596" sldId="302"/>
            <ac:spMk id="11" creationId="{C0B801A2-5622-4BE8-9AD2-C337A2CD0022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3774559596" sldId="302"/>
            <ac:spMk id="13" creationId="{B7AF614F-5BC3-4086-99F5-B87C5847A071}"/>
          </ac:spMkLst>
        </pc:spChg>
        <pc:graphicFrameChg chg="mod">
          <ac:chgData name="CELSE Jeremy" userId="a0ba9a67-d84b-4a32-9589-b4b1bf394c13" providerId="ADAL" clId="{BEC5D84A-2B48-4ECB-9C8D-93CC8A7B4DA7}" dt="2026-07-13T14:30:57.939" v="450" actId="1076"/>
          <ac:graphicFrameMkLst>
            <pc:docMk/>
            <pc:sldMk cId="3774559596" sldId="302"/>
            <ac:graphicFrameMk id="4" creationId="{88C9E549-B539-40F3-919A-907A2D66E1F4}"/>
          </ac:graphicFrameMkLst>
        </pc:graphicFrameChg>
      </pc:sldChg>
      <pc:sldChg chg="delSp modSp add del mod setBg delDesignElem">
        <pc:chgData name="CELSE Jeremy" userId="a0ba9a67-d84b-4a32-9589-b4b1bf394c13" providerId="ADAL" clId="{BEC5D84A-2B48-4ECB-9C8D-93CC8A7B4DA7}" dt="2026-07-13T14:33:47.473" v="461" actId="207"/>
        <pc:sldMkLst>
          <pc:docMk/>
          <pc:sldMk cId="1501281058" sldId="303"/>
        </pc:sldMkLst>
        <pc:spChg chg="mod">
          <ac:chgData name="CELSE Jeremy" userId="a0ba9a67-d84b-4a32-9589-b4b1bf394c13" providerId="ADAL" clId="{BEC5D84A-2B48-4ECB-9C8D-93CC8A7B4DA7}" dt="2026-07-13T14:33:47.473" v="461" actId="207"/>
          <ac:spMkLst>
            <pc:docMk/>
            <pc:sldMk cId="1501281058" sldId="303"/>
            <ac:spMk id="2" creationId="{F3F990C5-4517-41CC-8DEB-8B036A92B964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501281058" sldId="303"/>
            <ac:spMk id="8" creationId="{3741B58E-3B65-4A01-A276-975AB2CF8A08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501281058" sldId="303"/>
            <ac:spMk id="10" creationId="{7AAC67C3-831B-4AB1-A259-DFB839CAFAFC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501281058" sldId="303"/>
            <ac:spMk id="12" creationId="{054B3F04-9EAC-45C0-B3CE-0387EEA10A0C}"/>
          </ac:spMkLst>
        </pc:spChg>
      </pc:sldChg>
      <pc:sldChg chg="modSp add del mod">
        <pc:chgData name="CELSE Jeremy" userId="a0ba9a67-d84b-4a32-9589-b4b1bf394c13" providerId="ADAL" clId="{BEC5D84A-2B48-4ECB-9C8D-93CC8A7B4DA7}" dt="2026-07-13T14:33:54.018" v="462" actId="207"/>
        <pc:sldMkLst>
          <pc:docMk/>
          <pc:sldMk cId="2122984777" sldId="304"/>
        </pc:sldMkLst>
        <pc:spChg chg="mod">
          <ac:chgData name="CELSE Jeremy" userId="a0ba9a67-d84b-4a32-9589-b4b1bf394c13" providerId="ADAL" clId="{BEC5D84A-2B48-4ECB-9C8D-93CC8A7B4DA7}" dt="2026-07-13T14:33:54.018" v="462" actId="207"/>
          <ac:spMkLst>
            <pc:docMk/>
            <pc:sldMk cId="2122984777" sldId="304"/>
            <ac:spMk id="2" creationId="{7B2D8BC1-EF13-404B-842B-34A1AEAFE067}"/>
          </ac:spMkLst>
        </pc:spChg>
        <pc:spChg chg="mod">
          <ac:chgData name="CELSE Jeremy" userId="a0ba9a67-d84b-4a32-9589-b4b1bf394c13" providerId="ADAL" clId="{BEC5D84A-2B48-4ECB-9C8D-93CC8A7B4DA7}" dt="2026-07-13T14:29:43.362" v="440" actId="27636"/>
          <ac:spMkLst>
            <pc:docMk/>
            <pc:sldMk cId="2122984777" sldId="304"/>
            <ac:spMk id="3" creationId="{B4865C6E-02C8-435E-B13D-67FA3DAA58C5}"/>
          </ac:spMkLst>
        </pc:spChg>
      </pc:sldChg>
      <pc:sldChg chg="modSp add del mod">
        <pc:chgData name="CELSE Jeremy" userId="a0ba9a67-d84b-4a32-9589-b4b1bf394c13" providerId="ADAL" clId="{BEC5D84A-2B48-4ECB-9C8D-93CC8A7B4DA7}" dt="2026-07-13T14:34:12.712" v="469" actId="20577"/>
        <pc:sldMkLst>
          <pc:docMk/>
          <pc:sldMk cId="1858866403" sldId="305"/>
        </pc:sldMkLst>
        <pc:spChg chg="mod">
          <ac:chgData name="CELSE Jeremy" userId="a0ba9a67-d84b-4a32-9589-b4b1bf394c13" providerId="ADAL" clId="{BEC5D84A-2B48-4ECB-9C8D-93CC8A7B4DA7}" dt="2026-07-13T14:34:08.363" v="466" actId="108"/>
          <ac:spMkLst>
            <pc:docMk/>
            <pc:sldMk cId="1858866403" sldId="305"/>
            <ac:spMk id="2" creationId="{8AA278C3-8249-46BF-88D4-733760A8D5A7}"/>
          </ac:spMkLst>
        </pc:spChg>
        <pc:spChg chg="mod">
          <ac:chgData name="CELSE Jeremy" userId="a0ba9a67-d84b-4a32-9589-b4b1bf394c13" providerId="ADAL" clId="{BEC5D84A-2B48-4ECB-9C8D-93CC8A7B4DA7}" dt="2026-07-13T14:34:12.712" v="469" actId="20577"/>
          <ac:spMkLst>
            <pc:docMk/>
            <pc:sldMk cId="1858866403" sldId="305"/>
            <ac:spMk id="3" creationId="{41AE5E6B-8E88-4D8D-BAD8-D9FED43EA590}"/>
          </ac:spMkLst>
        </pc:spChg>
      </pc:sldChg>
      <pc:sldChg chg="delSp modSp add del mod setBg delDesignElem">
        <pc:chgData name="CELSE Jeremy" userId="a0ba9a67-d84b-4a32-9589-b4b1bf394c13" providerId="ADAL" clId="{BEC5D84A-2B48-4ECB-9C8D-93CC8A7B4DA7}" dt="2026-07-13T14:34:26.358" v="470" actId="207"/>
        <pc:sldMkLst>
          <pc:docMk/>
          <pc:sldMk cId="1800993057" sldId="306"/>
        </pc:sldMkLst>
        <pc:spChg chg="mod">
          <ac:chgData name="CELSE Jeremy" userId="a0ba9a67-d84b-4a32-9589-b4b1bf394c13" providerId="ADAL" clId="{BEC5D84A-2B48-4ECB-9C8D-93CC8A7B4DA7}" dt="2026-07-13T14:34:26.358" v="470" actId="207"/>
          <ac:spMkLst>
            <pc:docMk/>
            <pc:sldMk cId="1800993057" sldId="306"/>
            <ac:spMk id="2" creationId="{98E02848-0944-4144-8154-56D508CA1ADE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800993057" sldId="306"/>
            <ac:spMk id="9" creationId="{FB5993E2-C02B-4335-ABA5-D8EC465551E3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800993057" sldId="306"/>
            <ac:spMk id="11" creationId="{C0B801A2-5622-4BE8-9AD2-C337A2CD0022}"/>
          </ac:spMkLst>
        </pc:spChg>
        <pc:spChg chg="del">
          <ac:chgData name="CELSE Jeremy" userId="a0ba9a67-d84b-4a32-9589-b4b1bf394c13" providerId="ADAL" clId="{BEC5D84A-2B48-4ECB-9C8D-93CC8A7B4DA7}" dt="2026-07-13T14:29:43.282" v="438"/>
          <ac:spMkLst>
            <pc:docMk/>
            <pc:sldMk cId="1800993057" sldId="306"/>
            <ac:spMk id="13" creationId="{B7AF614F-5BC3-4086-99F5-B87C5847A071}"/>
          </ac:spMkLst>
        </pc:spChg>
      </pc:sldChg>
      <pc:sldChg chg="modSp add del mod">
        <pc:chgData name="CELSE Jeremy" userId="a0ba9a67-d84b-4a32-9589-b4b1bf394c13" providerId="ADAL" clId="{BEC5D84A-2B48-4ECB-9C8D-93CC8A7B4DA7}" dt="2026-07-13T14:34:32.610" v="471" actId="207"/>
        <pc:sldMkLst>
          <pc:docMk/>
          <pc:sldMk cId="1456084847" sldId="307"/>
        </pc:sldMkLst>
        <pc:spChg chg="mod">
          <ac:chgData name="CELSE Jeremy" userId="a0ba9a67-d84b-4a32-9589-b4b1bf394c13" providerId="ADAL" clId="{BEC5D84A-2B48-4ECB-9C8D-93CC8A7B4DA7}" dt="2026-07-13T14:34:32.610" v="471" actId="207"/>
          <ac:spMkLst>
            <pc:docMk/>
            <pc:sldMk cId="1456084847" sldId="307"/>
            <ac:spMk id="2" creationId="{BD056BE5-07A3-40E6-8AAF-5429FB4F9C58}"/>
          </ac:spMkLst>
        </pc:spChg>
      </pc:sldChg>
      <pc:sldChg chg="modSp add del mod">
        <pc:chgData name="CELSE Jeremy" userId="a0ba9a67-d84b-4a32-9589-b4b1bf394c13" providerId="ADAL" clId="{BEC5D84A-2B48-4ECB-9C8D-93CC8A7B4DA7}" dt="2026-07-13T14:34:37.140" v="472" actId="207"/>
        <pc:sldMkLst>
          <pc:docMk/>
          <pc:sldMk cId="640550230" sldId="308"/>
        </pc:sldMkLst>
        <pc:spChg chg="mod">
          <ac:chgData name="CELSE Jeremy" userId="a0ba9a67-d84b-4a32-9589-b4b1bf394c13" providerId="ADAL" clId="{BEC5D84A-2B48-4ECB-9C8D-93CC8A7B4DA7}" dt="2026-07-13T14:34:37.140" v="472" actId="207"/>
          <ac:spMkLst>
            <pc:docMk/>
            <pc:sldMk cId="640550230" sldId="308"/>
            <ac:spMk id="2" creationId="{78FE6292-F4CB-47C4-A1EE-D9147BF7CE85}"/>
          </ac:spMkLst>
        </pc:spChg>
      </pc:sldChg>
      <pc:sldChg chg="modSp add del mod">
        <pc:chgData name="CELSE Jeremy" userId="a0ba9a67-d84b-4a32-9589-b4b1bf394c13" providerId="ADAL" clId="{BEC5D84A-2B48-4ECB-9C8D-93CC8A7B4DA7}" dt="2026-07-13T14:34:58.110" v="477" actId="108"/>
        <pc:sldMkLst>
          <pc:docMk/>
          <pc:sldMk cId="1963527702" sldId="309"/>
        </pc:sldMkLst>
        <pc:spChg chg="mod">
          <ac:chgData name="CELSE Jeremy" userId="a0ba9a67-d84b-4a32-9589-b4b1bf394c13" providerId="ADAL" clId="{BEC5D84A-2B48-4ECB-9C8D-93CC8A7B4DA7}" dt="2026-07-13T14:34:58.110" v="477" actId="108"/>
          <ac:spMkLst>
            <pc:docMk/>
            <pc:sldMk cId="1963527702" sldId="309"/>
            <ac:spMk id="2" creationId="{970C654A-666B-4020-898A-9E06AE83296B}"/>
          </ac:spMkLst>
        </pc:spChg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000542458" sldId="318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562189612" sldId="319"/>
        </pc:sldMkLst>
      </pc:sldChg>
      <pc:sldChg chg="addSp modSp mod">
        <pc:chgData name="CELSE Jeremy" userId="a0ba9a67-d84b-4a32-9589-b4b1bf394c13" providerId="ADAL" clId="{BEC5D84A-2B48-4ECB-9C8D-93CC8A7B4DA7}" dt="2026-07-13T14:29:12.452" v="427" actId="20577"/>
        <pc:sldMkLst>
          <pc:docMk/>
          <pc:sldMk cId="1557031206" sldId="320"/>
        </pc:sldMkLst>
        <pc:spChg chg="mod">
          <ac:chgData name="CELSE Jeremy" userId="a0ba9a67-d84b-4a32-9589-b4b1bf394c13" providerId="ADAL" clId="{BEC5D84A-2B48-4ECB-9C8D-93CC8A7B4DA7}" dt="2026-07-13T14:29:12.452" v="427" actId="20577"/>
          <ac:spMkLst>
            <pc:docMk/>
            <pc:sldMk cId="1557031206" sldId="320"/>
            <ac:spMk id="3" creationId="{69B2B2A2-F547-F235-4ED5-DB3D5BE6EA9F}"/>
          </ac:spMkLst>
        </pc:spChg>
        <pc:picChg chg="add mod">
          <ac:chgData name="CELSE Jeremy" userId="a0ba9a67-d84b-4a32-9589-b4b1bf394c13" providerId="ADAL" clId="{BEC5D84A-2B48-4ECB-9C8D-93CC8A7B4DA7}" dt="2026-07-13T14:20:43.762" v="114" actId="1076"/>
          <ac:picMkLst>
            <pc:docMk/>
            <pc:sldMk cId="1557031206" sldId="320"/>
            <ac:picMk id="4" creationId="{16F035E3-8382-280B-B9EA-395FB6E854DE}"/>
          </ac:picMkLst>
        </pc:picChg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0" sldId="321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332312224" sldId="323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95550730" sldId="324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352895269" sldId="325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4254884941" sldId="326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3029054829" sldId="368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661687932" sldId="369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823838041" sldId="371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954560254" sldId="372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180151430" sldId="376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940357395" sldId="377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4158211999" sldId="378"/>
        </pc:sldMkLst>
      </pc:sldChg>
      <pc:sldChg chg="del">
        <pc:chgData name="CELSE Jeremy" userId="a0ba9a67-d84b-4a32-9589-b4b1bf394c13" providerId="ADAL" clId="{BEC5D84A-2B48-4ECB-9C8D-93CC8A7B4DA7}" dt="2026-07-13T14:28:01.671" v="378" actId="47"/>
        <pc:sldMkLst>
          <pc:docMk/>
          <pc:sldMk cId="3475000023" sldId="388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4085723052" sldId="390"/>
        </pc:sldMkLst>
      </pc:sldChg>
      <pc:sldChg chg="del">
        <pc:chgData name="CELSE Jeremy" userId="a0ba9a67-d84b-4a32-9589-b4b1bf394c13" providerId="ADAL" clId="{BEC5D84A-2B48-4ECB-9C8D-93CC8A7B4DA7}" dt="2026-07-13T14:19:09.029" v="50" actId="47"/>
        <pc:sldMkLst>
          <pc:docMk/>
          <pc:sldMk cId="2860807957" sldId="391"/>
        </pc:sldMkLst>
      </pc:sldChg>
      <pc:sldChg chg="modSp mod setBg">
        <pc:chgData name="CELSE Jeremy" userId="a0ba9a67-d84b-4a32-9589-b4b1bf394c13" providerId="ADAL" clId="{BEC5D84A-2B48-4ECB-9C8D-93CC8A7B4DA7}" dt="2026-07-13T14:35:03.502" v="478" actId="207"/>
        <pc:sldMkLst>
          <pc:docMk/>
          <pc:sldMk cId="344163240" sldId="393"/>
        </pc:sldMkLst>
        <pc:spChg chg="mod">
          <ac:chgData name="CELSE Jeremy" userId="a0ba9a67-d84b-4a32-9589-b4b1bf394c13" providerId="ADAL" clId="{BEC5D84A-2B48-4ECB-9C8D-93CC8A7B4DA7}" dt="2026-07-13T14:35:03.502" v="478" actId="207"/>
          <ac:spMkLst>
            <pc:docMk/>
            <pc:sldMk cId="344163240" sldId="393"/>
            <ac:spMk id="2" creationId="{9350FC48-0CE9-052A-56AE-B9DA25759A4C}"/>
          </ac:spMkLst>
        </pc:spChg>
        <pc:graphicFrameChg chg="modGraphic">
          <ac:chgData name="CELSE Jeremy" userId="a0ba9a67-d84b-4a32-9589-b4b1bf394c13" providerId="ADAL" clId="{BEC5D84A-2B48-4ECB-9C8D-93CC8A7B4DA7}" dt="2026-07-13T14:27:54.541" v="377" actId="20577"/>
          <ac:graphicFrameMkLst>
            <pc:docMk/>
            <pc:sldMk cId="344163240" sldId="393"/>
            <ac:graphicFrameMk id="5" creationId="{F9B08EDF-DE0E-F087-279C-2D382E2DC891}"/>
          </ac:graphicFrameMkLst>
        </pc:graphicFrameChg>
      </pc:sldChg>
      <pc:sldChg chg="modSp new mod">
        <pc:chgData name="CELSE Jeremy" userId="a0ba9a67-d84b-4a32-9589-b4b1bf394c13" providerId="ADAL" clId="{BEC5D84A-2B48-4ECB-9C8D-93CC8A7B4DA7}" dt="2026-07-13T14:21:08.933" v="155" actId="113"/>
        <pc:sldMkLst>
          <pc:docMk/>
          <pc:sldMk cId="3055357152" sldId="394"/>
        </pc:sldMkLst>
        <pc:spChg chg="mod">
          <ac:chgData name="CELSE Jeremy" userId="a0ba9a67-d84b-4a32-9589-b4b1bf394c13" providerId="ADAL" clId="{BEC5D84A-2B48-4ECB-9C8D-93CC8A7B4DA7}" dt="2026-07-13T14:21:08.933" v="155" actId="113"/>
          <ac:spMkLst>
            <pc:docMk/>
            <pc:sldMk cId="3055357152" sldId="394"/>
            <ac:spMk id="2" creationId="{5CB5975A-8AA1-CF0D-C567-2410BF7D506B}"/>
          </ac:spMkLst>
        </pc:spChg>
      </pc:sldChg>
      <pc:sldChg chg="new del">
        <pc:chgData name="CELSE Jeremy" userId="a0ba9a67-d84b-4a32-9589-b4b1bf394c13" providerId="ADAL" clId="{BEC5D84A-2B48-4ECB-9C8D-93CC8A7B4DA7}" dt="2026-07-13T14:26:44.222" v="274" actId="47"/>
        <pc:sldMkLst>
          <pc:docMk/>
          <pc:sldMk cId="3583278252" sldId="395"/>
        </pc:sldMkLst>
      </pc:sldChg>
      <pc:sldChg chg="modSp add mod">
        <pc:chgData name="CELSE Jeremy" userId="a0ba9a67-d84b-4a32-9589-b4b1bf394c13" providerId="ADAL" clId="{BEC5D84A-2B48-4ECB-9C8D-93CC8A7B4DA7}" dt="2026-07-13T14:25:51.587" v="256" actId="12"/>
        <pc:sldMkLst>
          <pc:docMk/>
          <pc:sldMk cId="3103130169" sldId="396"/>
        </pc:sldMkLst>
        <pc:spChg chg="mod">
          <ac:chgData name="CELSE Jeremy" userId="a0ba9a67-d84b-4a32-9589-b4b1bf394c13" providerId="ADAL" clId="{BEC5D84A-2B48-4ECB-9C8D-93CC8A7B4DA7}" dt="2026-07-13T14:25:46.106" v="255" actId="207"/>
          <ac:spMkLst>
            <pc:docMk/>
            <pc:sldMk cId="3103130169" sldId="396"/>
            <ac:spMk id="2" creationId="{60413CBD-DD47-43D0-833B-68BD73C92323}"/>
          </ac:spMkLst>
        </pc:spChg>
        <pc:spChg chg="mod">
          <ac:chgData name="CELSE Jeremy" userId="a0ba9a67-d84b-4a32-9589-b4b1bf394c13" providerId="ADAL" clId="{BEC5D84A-2B48-4ECB-9C8D-93CC8A7B4DA7}" dt="2026-07-13T14:25:51.587" v="256" actId="12"/>
          <ac:spMkLst>
            <pc:docMk/>
            <pc:sldMk cId="3103130169" sldId="396"/>
            <ac:spMk id="3" creationId="{F62BD963-CEB4-470D-9054-2AB77B1F0099}"/>
          </ac:spMkLst>
        </pc:spChg>
      </pc:sldChg>
      <pc:sldChg chg="add del">
        <pc:chgData name="CELSE Jeremy" userId="a0ba9a67-d84b-4a32-9589-b4b1bf394c13" providerId="ADAL" clId="{BEC5D84A-2B48-4ECB-9C8D-93CC8A7B4DA7}" dt="2026-07-13T14:29:39.005" v="434"/>
        <pc:sldMkLst>
          <pc:docMk/>
          <pc:sldMk cId="1457051862" sldId="397"/>
        </pc:sldMkLst>
      </pc:sldChg>
      <pc:sldChg chg="modSp add mod">
        <pc:chgData name="CELSE Jeremy" userId="a0ba9a67-d84b-4a32-9589-b4b1bf394c13" providerId="ADAL" clId="{BEC5D84A-2B48-4ECB-9C8D-93CC8A7B4DA7}" dt="2026-07-13T14:31:06.613" v="452" actId="12"/>
        <pc:sldMkLst>
          <pc:docMk/>
          <pc:sldMk cId="2328724258" sldId="397"/>
        </pc:sldMkLst>
        <pc:spChg chg="mod">
          <ac:chgData name="CELSE Jeremy" userId="a0ba9a67-d84b-4a32-9589-b4b1bf394c13" providerId="ADAL" clId="{BEC5D84A-2B48-4ECB-9C8D-93CC8A7B4DA7}" dt="2026-07-13T14:31:01.776" v="451" actId="207"/>
          <ac:spMkLst>
            <pc:docMk/>
            <pc:sldMk cId="2328724258" sldId="397"/>
            <ac:spMk id="2" creationId="{5E3962E2-99B0-4D28-8465-12544476E610}"/>
          </ac:spMkLst>
        </pc:spChg>
        <pc:spChg chg="mod">
          <ac:chgData name="CELSE Jeremy" userId="a0ba9a67-d84b-4a32-9589-b4b1bf394c13" providerId="ADAL" clId="{BEC5D84A-2B48-4ECB-9C8D-93CC8A7B4DA7}" dt="2026-07-13T14:31:06.613" v="452" actId="12"/>
          <ac:spMkLst>
            <pc:docMk/>
            <pc:sldMk cId="2328724258" sldId="397"/>
            <ac:spMk id="3" creationId="{66E02610-A2D3-4DF7-8176-E9BB3EE5DACA}"/>
          </ac:spMkLst>
        </pc:spChg>
      </pc:sldChg>
      <pc:sldChg chg="modSp add mod">
        <pc:chgData name="CELSE Jeremy" userId="a0ba9a67-d84b-4a32-9589-b4b1bf394c13" providerId="ADAL" clId="{BEC5D84A-2B48-4ECB-9C8D-93CC8A7B4DA7}" dt="2026-07-13T14:31:29.982" v="460" actId="20577"/>
        <pc:sldMkLst>
          <pc:docMk/>
          <pc:sldMk cId="1407635258" sldId="398"/>
        </pc:sldMkLst>
        <pc:spChg chg="mod">
          <ac:chgData name="CELSE Jeremy" userId="a0ba9a67-d84b-4a32-9589-b4b1bf394c13" providerId="ADAL" clId="{BEC5D84A-2B48-4ECB-9C8D-93CC8A7B4DA7}" dt="2026-07-13T14:31:29.982" v="460" actId="20577"/>
          <ac:spMkLst>
            <pc:docMk/>
            <pc:sldMk cId="1407635258" sldId="398"/>
            <ac:spMk id="2" creationId="{1946AA83-E1D7-4D1C-8E40-0462C2F2ACAB}"/>
          </ac:spMkLst>
        </pc:spChg>
        <pc:spChg chg="mod">
          <ac:chgData name="CELSE Jeremy" userId="a0ba9a67-d84b-4a32-9589-b4b1bf394c13" providerId="ADAL" clId="{BEC5D84A-2B48-4ECB-9C8D-93CC8A7B4DA7}" dt="2026-07-13T14:31:22.697" v="457" actId="20577"/>
          <ac:spMkLst>
            <pc:docMk/>
            <pc:sldMk cId="1407635258" sldId="398"/>
            <ac:spMk id="3" creationId="{F41A5327-8744-4782-AED0-51A392DA6F1C}"/>
          </ac:spMkLst>
        </pc:spChg>
      </pc:sldChg>
      <pc:sldChg chg="add del">
        <pc:chgData name="CELSE Jeremy" userId="a0ba9a67-d84b-4a32-9589-b4b1bf394c13" providerId="ADAL" clId="{BEC5D84A-2B48-4ECB-9C8D-93CC8A7B4DA7}" dt="2026-07-13T14:29:39.005" v="434"/>
        <pc:sldMkLst>
          <pc:docMk/>
          <pc:sldMk cId="1487427240" sldId="398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1265415230" sldId="399"/>
        </pc:sldMkLst>
      </pc:sldChg>
      <pc:sldChg chg="addSp delSp add del setBg delDesignElem">
        <pc:chgData name="CELSE Jeremy" userId="a0ba9a67-d84b-4a32-9589-b4b1bf394c13" providerId="ADAL" clId="{BEC5D84A-2B48-4ECB-9C8D-93CC8A7B4DA7}" dt="2026-07-13T14:29:38.416" v="433"/>
        <pc:sldMkLst>
          <pc:docMk/>
          <pc:sldMk cId="1424993250" sldId="400"/>
        </pc:sldMkLst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4993250" sldId="400"/>
            <ac:spMk id="9" creationId="{FB5993E2-C02B-4335-ABA5-D8EC465551E3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4993250" sldId="400"/>
            <ac:spMk id="11" creationId="{C0B801A2-5622-4BE8-9AD2-C337A2CD0022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4993250" sldId="400"/>
            <ac:spMk id="13" creationId="{B7AF614F-5BC3-4086-99F5-B87C5847A071}"/>
          </ac:spMkLst>
        </pc:spChg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4050097942" sldId="401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2483974662" sldId="402"/>
        </pc:sldMkLst>
      </pc:sldChg>
      <pc:sldChg chg="addSp delSp add del setBg delDesignElem">
        <pc:chgData name="CELSE Jeremy" userId="a0ba9a67-d84b-4a32-9589-b4b1bf394c13" providerId="ADAL" clId="{BEC5D84A-2B48-4ECB-9C8D-93CC8A7B4DA7}" dt="2026-07-13T14:29:38.416" v="433"/>
        <pc:sldMkLst>
          <pc:docMk/>
          <pc:sldMk cId="1423505795" sldId="403"/>
        </pc:sldMkLst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3505795" sldId="403"/>
            <ac:spMk id="8" creationId="{3741B58E-3B65-4A01-A276-975AB2CF8A08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3505795" sldId="403"/>
            <ac:spMk id="10" creationId="{7AAC67C3-831B-4AB1-A259-DFB839CAFAFC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1423505795" sldId="403"/>
            <ac:spMk id="12" creationId="{054B3F04-9EAC-45C0-B3CE-0387EEA10A0C}"/>
          </ac:spMkLst>
        </pc:spChg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3230379679" sldId="404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3490017734" sldId="405"/>
        </pc:sldMkLst>
      </pc:sldChg>
      <pc:sldChg chg="addSp delSp add del setBg delDesignElem">
        <pc:chgData name="CELSE Jeremy" userId="a0ba9a67-d84b-4a32-9589-b4b1bf394c13" providerId="ADAL" clId="{BEC5D84A-2B48-4ECB-9C8D-93CC8A7B4DA7}" dt="2026-07-13T14:29:38.416" v="433"/>
        <pc:sldMkLst>
          <pc:docMk/>
          <pc:sldMk cId="3752153786" sldId="406"/>
        </pc:sldMkLst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3752153786" sldId="406"/>
            <ac:spMk id="9" creationId="{FB5993E2-C02B-4335-ABA5-D8EC465551E3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3752153786" sldId="406"/>
            <ac:spMk id="11" creationId="{C0B801A2-5622-4BE8-9AD2-C337A2CD0022}"/>
          </ac:spMkLst>
        </pc:spChg>
        <pc:spChg chg="add del">
          <ac:chgData name="CELSE Jeremy" userId="a0ba9a67-d84b-4a32-9589-b4b1bf394c13" providerId="ADAL" clId="{BEC5D84A-2B48-4ECB-9C8D-93CC8A7B4DA7}" dt="2026-07-13T14:29:38.416" v="433"/>
          <ac:spMkLst>
            <pc:docMk/>
            <pc:sldMk cId="3752153786" sldId="406"/>
            <ac:spMk id="13" creationId="{B7AF614F-5BC3-4086-99F5-B87C5847A071}"/>
          </ac:spMkLst>
        </pc:spChg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1045412335" sldId="407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520942551" sldId="408"/>
        </pc:sldMkLst>
      </pc:sldChg>
      <pc:sldChg chg="add del">
        <pc:chgData name="CELSE Jeremy" userId="a0ba9a67-d84b-4a32-9589-b4b1bf394c13" providerId="ADAL" clId="{BEC5D84A-2B48-4ECB-9C8D-93CC8A7B4DA7}" dt="2026-07-13T14:29:38.416" v="433"/>
        <pc:sldMkLst>
          <pc:docMk/>
          <pc:sldMk cId="3700679213" sldId="409"/>
        </pc:sldMkLst>
      </pc:sldChg>
      <pc:sldMasterChg chg="setBg delSldLayout modSldLayout">
        <pc:chgData name="CELSE Jeremy" userId="a0ba9a67-d84b-4a32-9589-b4b1bf394c13" providerId="ADAL" clId="{BEC5D84A-2B48-4ECB-9C8D-93CC8A7B4DA7}" dt="2026-07-13T14:23:43.859" v="198"/>
        <pc:sldMasterMkLst>
          <pc:docMk/>
          <pc:sldMasterMk cId="1562208568" sldId="2147483648"/>
        </pc:sldMasterMkLst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437160299" sldId="2147483649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044306192" sldId="2147483650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656648587" sldId="2147483651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302892276" sldId="2147483652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1399524685" sldId="2147483653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250516796" sldId="2147483654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2982301977" sldId="2147483655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1714155006" sldId="2147483656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1605287398" sldId="2147483657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754450917" sldId="2147483658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1415824277" sldId="2147483659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92797080" sldId="2147483660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1562208568" sldId="2147483648"/>
            <pc:sldLayoutMk cId="3618020561" sldId="2147483662"/>
          </pc:sldLayoutMkLst>
        </pc:sldLayoutChg>
        <pc:sldLayoutChg chg="del">
          <pc:chgData name="CELSE Jeremy" userId="a0ba9a67-d84b-4a32-9589-b4b1bf394c13" providerId="ADAL" clId="{BEC5D84A-2B48-4ECB-9C8D-93CC8A7B4DA7}" dt="2026-07-13T14:19:09.029" v="50" actId="47"/>
          <pc:sldLayoutMkLst>
            <pc:docMk/>
            <pc:sldMasterMk cId="1562208568" sldId="2147483648"/>
            <pc:sldLayoutMk cId="2798345240" sldId="2147483663"/>
          </pc:sldLayoutMkLst>
        </pc:sldLayoutChg>
      </pc:sldMasterChg>
      <pc:sldMasterChg chg="setBg modSldLayout">
        <pc:chgData name="CELSE Jeremy" userId="a0ba9a67-d84b-4a32-9589-b4b1bf394c13" providerId="ADAL" clId="{BEC5D84A-2B48-4ECB-9C8D-93CC8A7B4DA7}" dt="2026-07-13T14:23:43.859" v="198"/>
        <pc:sldMasterMkLst>
          <pc:docMk/>
          <pc:sldMasterMk cId="2219624993" sldId="2147483663"/>
        </pc:sldMasterMkLst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983691352" sldId="2147483664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365023243" sldId="2147483665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916607981" sldId="2147483666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878399479" sldId="2147483667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4258701172" sldId="2147483668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104409724" sldId="2147483669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263147397" sldId="2147483670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389785000" sldId="2147483671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2138883221" sldId="2147483672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635675813" sldId="2147483673"/>
          </pc:sldLayoutMkLst>
        </pc:sldLayoutChg>
        <pc:sldLayoutChg chg="setBg">
          <pc:chgData name="CELSE Jeremy" userId="a0ba9a67-d84b-4a32-9589-b4b1bf394c13" providerId="ADAL" clId="{BEC5D84A-2B48-4ECB-9C8D-93CC8A7B4DA7}" dt="2026-07-13T14:23:43.859" v="198"/>
          <pc:sldLayoutMkLst>
            <pc:docMk/>
            <pc:sldMasterMk cId="2219624993" sldId="2147483663"/>
            <pc:sldLayoutMk cId="3476366546" sldId="2147483674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0D91C9-786A-4757-9963-921224699553}" type="doc">
      <dgm:prSet loTypeId="urn:microsoft.com/office/officeart/2018/5/layout/IconLeafLabelList" loCatId="icon" qsTypeId="urn:microsoft.com/office/officeart/2005/8/quickstyle/simple1#15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0950D651-E23A-4FCB-A748-6E4EAF3AC105}">
      <dgm:prSet/>
      <dgm:spPr/>
      <dgm:t>
        <a:bodyPr/>
        <a:lstStyle/>
        <a:p>
          <a:pPr>
            <a:defRPr cap="all"/>
          </a:pPr>
          <a:r>
            <a:rPr lang="fr-FR" dirty="0"/>
            <a:t>START WORKING WITH EXCEL</a:t>
          </a:r>
          <a:endParaRPr lang="en-US" dirty="0"/>
        </a:p>
      </dgm:t>
    </dgm:pt>
    <dgm:pt modelId="{DD454212-3C2A-444B-BF32-E9BFD8FD1792}" type="parTrans" cxnId="{9CC8AEB1-BE06-45D4-B080-CEBD26FA669C}">
      <dgm:prSet/>
      <dgm:spPr/>
      <dgm:t>
        <a:bodyPr/>
        <a:lstStyle/>
        <a:p>
          <a:endParaRPr lang="en-US"/>
        </a:p>
      </dgm:t>
    </dgm:pt>
    <dgm:pt modelId="{6BF51AD0-B315-40C2-A6FF-3A949761836F}" type="sibTrans" cxnId="{9CC8AEB1-BE06-45D4-B080-CEBD26FA669C}">
      <dgm:prSet/>
      <dgm:spPr/>
      <dgm:t>
        <a:bodyPr/>
        <a:lstStyle/>
        <a:p>
          <a:endParaRPr lang="en-US"/>
        </a:p>
      </dgm:t>
    </dgm:pt>
    <dgm:pt modelId="{6E7F8B7F-17B4-4E11-B7C5-C82D0C24B341}">
      <dgm:prSet/>
      <dgm:spPr/>
      <dgm:t>
        <a:bodyPr/>
        <a:lstStyle/>
        <a:p>
          <a:pPr>
            <a:defRPr cap="all"/>
          </a:pPr>
          <a:r>
            <a:rPr lang="fr-FR" dirty="0"/>
            <a:t>USE THE FUNCTIONS AVAILABLE ON THE RIBBON</a:t>
          </a:r>
          <a:endParaRPr lang="en-US" dirty="0"/>
        </a:p>
      </dgm:t>
    </dgm:pt>
    <dgm:pt modelId="{AE30FC88-7698-4099-86B2-7EBC9AE09232}" type="parTrans" cxnId="{53F02377-075E-4E78-AE2D-697C58FEB25D}">
      <dgm:prSet/>
      <dgm:spPr/>
      <dgm:t>
        <a:bodyPr/>
        <a:lstStyle/>
        <a:p>
          <a:endParaRPr lang="en-US"/>
        </a:p>
      </dgm:t>
    </dgm:pt>
    <dgm:pt modelId="{C41825A2-0829-4B32-90BF-92909E108E90}" type="sibTrans" cxnId="{53F02377-075E-4E78-AE2D-697C58FEB25D}">
      <dgm:prSet/>
      <dgm:spPr/>
      <dgm:t>
        <a:bodyPr/>
        <a:lstStyle/>
        <a:p>
          <a:endParaRPr lang="en-US"/>
        </a:p>
      </dgm:t>
    </dgm:pt>
    <dgm:pt modelId="{9C3E9C71-2B8F-4720-B9D0-B94CE73D9F9D}">
      <dgm:prSet/>
      <dgm:spPr/>
      <dgm:t>
        <a:bodyPr/>
        <a:lstStyle/>
        <a:p>
          <a:pPr>
            <a:defRPr cap="all"/>
          </a:pPr>
          <a:r>
            <a:rPr lang="fr-FR" dirty="0"/>
            <a:t>USE SPECIFIC FUNCTIONS</a:t>
          </a:r>
          <a:endParaRPr lang="en-US" dirty="0"/>
        </a:p>
      </dgm:t>
    </dgm:pt>
    <dgm:pt modelId="{0691D22B-0464-402F-8238-1A699C07EE61}" type="parTrans" cxnId="{6CE464F0-77CD-4BB1-9F64-0F8165B787DF}">
      <dgm:prSet/>
      <dgm:spPr/>
      <dgm:t>
        <a:bodyPr/>
        <a:lstStyle/>
        <a:p>
          <a:endParaRPr lang="en-US"/>
        </a:p>
      </dgm:t>
    </dgm:pt>
    <dgm:pt modelId="{29945338-716A-4852-AF9F-416673AB8CDC}" type="sibTrans" cxnId="{6CE464F0-77CD-4BB1-9F64-0F8165B787DF}">
      <dgm:prSet/>
      <dgm:spPr/>
      <dgm:t>
        <a:bodyPr/>
        <a:lstStyle/>
        <a:p>
          <a:endParaRPr lang="en-US"/>
        </a:p>
      </dgm:t>
    </dgm:pt>
    <dgm:pt modelId="{A7A766E1-EB7A-42D6-BFCE-FBB7D3783889}" type="pres">
      <dgm:prSet presAssocID="{400D91C9-786A-4757-9963-921224699553}" presName="root" presStyleCnt="0">
        <dgm:presLayoutVars>
          <dgm:dir/>
          <dgm:resizeHandles val="exact"/>
        </dgm:presLayoutVars>
      </dgm:prSet>
      <dgm:spPr/>
    </dgm:pt>
    <dgm:pt modelId="{B84E6081-76AD-442D-A586-28B92E3C20E7}" type="pres">
      <dgm:prSet presAssocID="{0950D651-E23A-4FCB-A748-6E4EAF3AC105}" presName="compNode" presStyleCnt="0"/>
      <dgm:spPr/>
    </dgm:pt>
    <dgm:pt modelId="{1384E2D6-1F0D-4ABA-9FAF-75B244765062}" type="pres">
      <dgm:prSet presAssocID="{0950D651-E23A-4FCB-A748-6E4EAF3AC10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FDD95A0-5FE5-4CC3-9D8B-AFDB181EC3B4}" type="pres">
      <dgm:prSet presAssocID="{0950D651-E23A-4FCB-A748-6E4EAF3AC10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ques"/>
        </a:ext>
      </dgm:extLst>
    </dgm:pt>
    <dgm:pt modelId="{3E8C7A31-71BA-417A-853C-1D5910ACDDBA}" type="pres">
      <dgm:prSet presAssocID="{0950D651-E23A-4FCB-A748-6E4EAF3AC105}" presName="spaceRect" presStyleCnt="0"/>
      <dgm:spPr/>
    </dgm:pt>
    <dgm:pt modelId="{DD5387A1-FFAF-4793-A41B-A46CDE26AFAC}" type="pres">
      <dgm:prSet presAssocID="{0950D651-E23A-4FCB-A748-6E4EAF3AC105}" presName="textRect" presStyleLbl="revTx" presStyleIdx="0" presStyleCnt="3">
        <dgm:presLayoutVars>
          <dgm:chMax val="1"/>
          <dgm:chPref val="1"/>
        </dgm:presLayoutVars>
      </dgm:prSet>
      <dgm:spPr/>
    </dgm:pt>
    <dgm:pt modelId="{54A694D3-57D9-4911-9CF0-CD88F1E44080}" type="pres">
      <dgm:prSet presAssocID="{6BF51AD0-B315-40C2-A6FF-3A949761836F}" presName="sibTrans" presStyleCnt="0"/>
      <dgm:spPr/>
    </dgm:pt>
    <dgm:pt modelId="{E8D9FB4F-0859-47E0-AC90-9FB62EB9F9C6}" type="pres">
      <dgm:prSet presAssocID="{6E7F8B7F-17B4-4E11-B7C5-C82D0C24B341}" presName="compNode" presStyleCnt="0"/>
      <dgm:spPr/>
    </dgm:pt>
    <dgm:pt modelId="{AAD9F1E0-D346-4F9C-B5A7-EF6DDA35167D}" type="pres">
      <dgm:prSet presAssocID="{6E7F8B7F-17B4-4E11-B7C5-C82D0C24B34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FA59485-7491-435D-862D-B17C410ECDA6}" type="pres">
      <dgm:prSet presAssocID="{6E7F8B7F-17B4-4E11-B7C5-C82D0C24B34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EA7B10B0-4BB2-492F-9250-745045D2DDA6}" type="pres">
      <dgm:prSet presAssocID="{6E7F8B7F-17B4-4E11-B7C5-C82D0C24B341}" presName="spaceRect" presStyleCnt="0"/>
      <dgm:spPr/>
    </dgm:pt>
    <dgm:pt modelId="{B3F4D985-0AD0-4771-966B-12321842F4E3}" type="pres">
      <dgm:prSet presAssocID="{6E7F8B7F-17B4-4E11-B7C5-C82D0C24B341}" presName="textRect" presStyleLbl="revTx" presStyleIdx="1" presStyleCnt="3">
        <dgm:presLayoutVars>
          <dgm:chMax val="1"/>
          <dgm:chPref val="1"/>
        </dgm:presLayoutVars>
      </dgm:prSet>
      <dgm:spPr/>
    </dgm:pt>
    <dgm:pt modelId="{34C14E47-917E-4E30-8D3D-72CAD914ECCB}" type="pres">
      <dgm:prSet presAssocID="{C41825A2-0829-4B32-90BF-92909E108E90}" presName="sibTrans" presStyleCnt="0"/>
      <dgm:spPr/>
    </dgm:pt>
    <dgm:pt modelId="{D7499404-0C47-4C39-A19A-6A7D8908D2B9}" type="pres">
      <dgm:prSet presAssocID="{9C3E9C71-2B8F-4720-B9D0-B94CE73D9F9D}" presName="compNode" presStyleCnt="0"/>
      <dgm:spPr/>
    </dgm:pt>
    <dgm:pt modelId="{7D7D9909-0443-44E8-9A15-985529361AA0}" type="pres">
      <dgm:prSet presAssocID="{9C3E9C71-2B8F-4720-B9D0-B94CE73D9F9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C58C9B-AE2D-4F8E-82E0-48A70ECC8331}" type="pres">
      <dgm:prSet presAssocID="{9C3E9C71-2B8F-4720-B9D0-B94CE73D9F9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rice"/>
        </a:ext>
      </dgm:extLst>
    </dgm:pt>
    <dgm:pt modelId="{4DBDD79A-D64C-462C-8A08-6050957EA6BB}" type="pres">
      <dgm:prSet presAssocID="{9C3E9C71-2B8F-4720-B9D0-B94CE73D9F9D}" presName="spaceRect" presStyleCnt="0"/>
      <dgm:spPr/>
    </dgm:pt>
    <dgm:pt modelId="{0D7A2557-B5A8-4A2B-9523-7CD697477277}" type="pres">
      <dgm:prSet presAssocID="{9C3E9C71-2B8F-4720-B9D0-B94CE73D9F9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B8D20C-D206-4DB9-8ACA-CF104717E8FF}" type="presOf" srcId="{6E7F8B7F-17B4-4E11-B7C5-C82D0C24B341}" destId="{B3F4D985-0AD0-4771-966B-12321842F4E3}" srcOrd="0" destOrd="0" presId="urn:microsoft.com/office/officeart/2018/5/layout/IconLeafLabelList"/>
    <dgm:cxn modelId="{BE209F56-2843-45ED-A52B-9E3F505509FA}" type="presOf" srcId="{400D91C9-786A-4757-9963-921224699553}" destId="{A7A766E1-EB7A-42D6-BFCE-FBB7D3783889}" srcOrd="0" destOrd="0" presId="urn:microsoft.com/office/officeart/2018/5/layout/IconLeafLabelList"/>
    <dgm:cxn modelId="{53F02377-075E-4E78-AE2D-697C58FEB25D}" srcId="{400D91C9-786A-4757-9963-921224699553}" destId="{6E7F8B7F-17B4-4E11-B7C5-C82D0C24B341}" srcOrd="1" destOrd="0" parTransId="{AE30FC88-7698-4099-86B2-7EBC9AE09232}" sibTransId="{C41825A2-0829-4B32-90BF-92909E108E90}"/>
    <dgm:cxn modelId="{9CC8AEB1-BE06-45D4-B080-CEBD26FA669C}" srcId="{400D91C9-786A-4757-9963-921224699553}" destId="{0950D651-E23A-4FCB-A748-6E4EAF3AC105}" srcOrd="0" destOrd="0" parTransId="{DD454212-3C2A-444B-BF32-E9BFD8FD1792}" sibTransId="{6BF51AD0-B315-40C2-A6FF-3A949761836F}"/>
    <dgm:cxn modelId="{5C11E8BB-9ECF-492B-9C92-554D72EE3C4E}" type="presOf" srcId="{0950D651-E23A-4FCB-A748-6E4EAF3AC105}" destId="{DD5387A1-FFAF-4793-A41B-A46CDE26AFAC}" srcOrd="0" destOrd="0" presId="urn:microsoft.com/office/officeart/2018/5/layout/IconLeafLabelList"/>
    <dgm:cxn modelId="{6CE464F0-77CD-4BB1-9F64-0F8165B787DF}" srcId="{400D91C9-786A-4757-9963-921224699553}" destId="{9C3E9C71-2B8F-4720-B9D0-B94CE73D9F9D}" srcOrd="2" destOrd="0" parTransId="{0691D22B-0464-402F-8238-1A699C07EE61}" sibTransId="{29945338-716A-4852-AF9F-416673AB8CDC}"/>
    <dgm:cxn modelId="{724D3BF4-444D-44C0-8368-E1E461A644AB}" type="presOf" srcId="{9C3E9C71-2B8F-4720-B9D0-B94CE73D9F9D}" destId="{0D7A2557-B5A8-4A2B-9523-7CD697477277}" srcOrd="0" destOrd="0" presId="urn:microsoft.com/office/officeart/2018/5/layout/IconLeafLabelList"/>
    <dgm:cxn modelId="{CFF1C017-FC60-45A7-BA31-2764D5FACEA0}" type="presParOf" srcId="{A7A766E1-EB7A-42D6-BFCE-FBB7D3783889}" destId="{B84E6081-76AD-442D-A586-28B92E3C20E7}" srcOrd="0" destOrd="0" presId="urn:microsoft.com/office/officeart/2018/5/layout/IconLeafLabelList"/>
    <dgm:cxn modelId="{E7A2B5FF-A534-4FA4-87D1-1C12BDBE635E}" type="presParOf" srcId="{B84E6081-76AD-442D-A586-28B92E3C20E7}" destId="{1384E2D6-1F0D-4ABA-9FAF-75B244765062}" srcOrd="0" destOrd="0" presId="urn:microsoft.com/office/officeart/2018/5/layout/IconLeafLabelList"/>
    <dgm:cxn modelId="{9A881558-82C7-47FB-94EA-375DE4DAE1E6}" type="presParOf" srcId="{B84E6081-76AD-442D-A586-28B92E3C20E7}" destId="{AFDD95A0-5FE5-4CC3-9D8B-AFDB181EC3B4}" srcOrd="1" destOrd="0" presId="urn:microsoft.com/office/officeart/2018/5/layout/IconLeafLabelList"/>
    <dgm:cxn modelId="{C6D19129-2B62-49EA-88E1-AFA86010FD36}" type="presParOf" srcId="{B84E6081-76AD-442D-A586-28B92E3C20E7}" destId="{3E8C7A31-71BA-417A-853C-1D5910ACDDBA}" srcOrd="2" destOrd="0" presId="urn:microsoft.com/office/officeart/2018/5/layout/IconLeafLabelList"/>
    <dgm:cxn modelId="{7C8A7D94-366F-4E63-B166-3634613E5D85}" type="presParOf" srcId="{B84E6081-76AD-442D-A586-28B92E3C20E7}" destId="{DD5387A1-FFAF-4793-A41B-A46CDE26AFAC}" srcOrd="3" destOrd="0" presId="urn:microsoft.com/office/officeart/2018/5/layout/IconLeafLabelList"/>
    <dgm:cxn modelId="{25E83DA1-2800-4224-911E-607BD5F16B78}" type="presParOf" srcId="{A7A766E1-EB7A-42D6-BFCE-FBB7D3783889}" destId="{54A694D3-57D9-4911-9CF0-CD88F1E44080}" srcOrd="1" destOrd="0" presId="urn:microsoft.com/office/officeart/2018/5/layout/IconLeafLabelList"/>
    <dgm:cxn modelId="{3ACE93BA-55F1-4350-90D4-B5DB4CFD6269}" type="presParOf" srcId="{A7A766E1-EB7A-42D6-BFCE-FBB7D3783889}" destId="{E8D9FB4F-0859-47E0-AC90-9FB62EB9F9C6}" srcOrd="2" destOrd="0" presId="urn:microsoft.com/office/officeart/2018/5/layout/IconLeafLabelList"/>
    <dgm:cxn modelId="{B9CB2C10-AB47-4195-AF20-B06018BF1673}" type="presParOf" srcId="{E8D9FB4F-0859-47E0-AC90-9FB62EB9F9C6}" destId="{AAD9F1E0-D346-4F9C-B5A7-EF6DDA35167D}" srcOrd="0" destOrd="0" presId="urn:microsoft.com/office/officeart/2018/5/layout/IconLeafLabelList"/>
    <dgm:cxn modelId="{416F0F8B-98F5-4876-B44E-ABFEB0304CBA}" type="presParOf" srcId="{E8D9FB4F-0859-47E0-AC90-9FB62EB9F9C6}" destId="{3FA59485-7491-435D-862D-B17C410ECDA6}" srcOrd="1" destOrd="0" presId="urn:microsoft.com/office/officeart/2018/5/layout/IconLeafLabelList"/>
    <dgm:cxn modelId="{FFCFC360-B3EC-42DB-86F3-F1528E10BF79}" type="presParOf" srcId="{E8D9FB4F-0859-47E0-AC90-9FB62EB9F9C6}" destId="{EA7B10B0-4BB2-492F-9250-745045D2DDA6}" srcOrd="2" destOrd="0" presId="urn:microsoft.com/office/officeart/2018/5/layout/IconLeafLabelList"/>
    <dgm:cxn modelId="{4E4D8C03-929A-4EC1-983B-4B1C96B883B3}" type="presParOf" srcId="{E8D9FB4F-0859-47E0-AC90-9FB62EB9F9C6}" destId="{B3F4D985-0AD0-4771-966B-12321842F4E3}" srcOrd="3" destOrd="0" presId="urn:microsoft.com/office/officeart/2018/5/layout/IconLeafLabelList"/>
    <dgm:cxn modelId="{B734A720-F023-4ED3-88ED-1264175637C3}" type="presParOf" srcId="{A7A766E1-EB7A-42D6-BFCE-FBB7D3783889}" destId="{34C14E47-917E-4E30-8D3D-72CAD914ECCB}" srcOrd="3" destOrd="0" presId="urn:microsoft.com/office/officeart/2018/5/layout/IconLeafLabelList"/>
    <dgm:cxn modelId="{3D7C02B4-05AE-4998-9716-8A7EE3B19E02}" type="presParOf" srcId="{A7A766E1-EB7A-42D6-BFCE-FBB7D3783889}" destId="{D7499404-0C47-4C39-A19A-6A7D8908D2B9}" srcOrd="4" destOrd="0" presId="urn:microsoft.com/office/officeart/2018/5/layout/IconLeafLabelList"/>
    <dgm:cxn modelId="{91979423-28EB-497D-84E5-D863134DB0C3}" type="presParOf" srcId="{D7499404-0C47-4C39-A19A-6A7D8908D2B9}" destId="{7D7D9909-0443-44E8-9A15-985529361AA0}" srcOrd="0" destOrd="0" presId="urn:microsoft.com/office/officeart/2018/5/layout/IconLeafLabelList"/>
    <dgm:cxn modelId="{CF1B64FD-C7E7-4905-A656-EB490CD26596}" type="presParOf" srcId="{D7499404-0C47-4C39-A19A-6A7D8908D2B9}" destId="{8AC58C9B-AE2D-4F8E-82E0-48A70ECC8331}" srcOrd="1" destOrd="0" presId="urn:microsoft.com/office/officeart/2018/5/layout/IconLeafLabelList"/>
    <dgm:cxn modelId="{3972E1F5-EC06-41A1-ADFD-1C39AEDF5A77}" type="presParOf" srcId="{D7499404-0C47-4C39-A19A-6A7D8908D2B9}" destId="{4DBDD79A-D64C-462C-8A08-6050957EA6BB}" srcOrd="2" destOrd="0" presId="urn:microsoft.com/office/officeart/2018/5/layout/IconLeafLabelList"/>
    <dgm:cxn modelId="{469F5134-077F-47E9-857B-D8D77B9EB94A}" type="presParOf" srcId="{D7499404-0C47-4C39-A19A-6A7D8908D2B9}" destId="{0D7A2557-B5A8-4A2B-9523-7CD69747727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4E2D6-1F0D-4ABA-9FAF-75B244765062}">
      <dsp:nvSpPr>
        <dsp:cNvPr id="0" name=""/>
        <dsp:cNvSpPr/>
      </dsp:nvSpPr>
      <dsp:spPr>
        <a:xfrm>
          <a:off x="679050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D95A0-5FE5-4CC3-9D8B-AFDB181EC3B4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387A1-FFAF-4793-A41B-A46CDE26AFAC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000" kern="1200" dirty="0"/>
            <a:t>START WORKING WITH EXCEL</a:t>
          </a:r>
          <a:endParaRPr lang="en-US" sz="2000" kern="1200" dirty="0"/>
        </a:p>
      </dsp:txBody>
      <dsp:txXfrm>
        <a:off x="75768" y="3053169"/>
        <a:ext cx="3093750" cy="720000"/>
      </dsp:txXfrm>
    </dsp:sp>
    <dsp:sp modelId="{AAD9F1E0-D346-4F9C-B5A7-EF6DDA35167D}">
      <dsp:nvSpPr>
        <dsp:cNvPr id="0" name=""/>
        <dsp:cNvSpPr/>
      </dsp:nvSpPr>
      <dsp:spPr>
        <a:xfrm>
          <a:off x="4314206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59485-7491-435D-862D-B17C410ECDA6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F4D985-0AD0-4771-966B-12321842F4E3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000" kern="1200" dirty="0"/>
            <a:t>USE THE FUNCTIONS AVAILABLE ON THE RIBBON</a:t>
          </a:r>
          <a:endParaRPr lang="en-US" sz="2000" kern="1200" dirty="0"/>
        </a:p>
      </dsp:txBody>
      <dsp:txXfrm>
        <a:off x="3710925" y="3053169"/>
        <a:ext cx="3093750" cy="720000"/>
      </dsp:txXfrm>
    </dsp:sp>
    <dsp:sp modelId="{7D7D9909-0443-44E8-9A15-985529361AA0}">
      <dsp:nvSpPr>
        <dsp:cNvPr id="0" name=""/>
        <dsp:cNvSpPr/>
      </dsp:nvSpPr>
      <dsp:spPr>
        <a:xfrm>
          <a:off x="7949362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58C9B-AE2D-4F8E-82E0-48A70ECC8331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A2557-B5A8-4A2B-9523-7CD697477277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000" kern="1200" dirty="0"/>
            <a:t>USE SPECIFIC FUNCTIONS</a:t>
          </a:r>
          <a:endParaRPr lang="en-US" sz="2000" kern="1200" dirty="0"/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1E8B5-3C0D-49CF-9880-8E93E63E886A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9E9F2-299C-4833-9594-7CE707198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0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To write on 2 lines within a single cell: ALT+ENTER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F2BE-7720-41E5-A1D1-9215DCEB700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619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To write on 2 lines within a single cell: ALT+ENTER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7F2BE-7720-41E5-A1D1-9215DCEB700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2619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A2D54E-70E3-D414-4A45-0F1661F16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0647F8-EE5C-2319-71F3-194907446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001B7B-2C6D-26F2-7092-6808144B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0FB48B-5E2D-9EA2-C6AC-8A7AB42F0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991B10-2FA0-27AB-5CF5-FA194AD0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16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97BD3-6C73-F550-96A7-C3ECF921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22E786-A9C4-FD96-E305-CEE26E821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FA6DA9-0D64-BB7D-7B0C-A46112B0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4BF930-9AEC-B979-53C1-F2AF8816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35B09-392B-B6A2-6C1E-8507D992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30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D51E2-840D-8660-2533-A8900CDC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028AFA-A28D-AC2E-F703-D913E3AFE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0F129B-FD9D-8167-3A24-4877E3CB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20EE54-8E47-896B-F48C-E19BA368B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760C1F-FA42-C5C5-94E5-1BE9AA25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4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A44A03-7034-ED3F-F62A-59543EFE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5AB712-8CA2-1964-7D5D-1737F7A9B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6533E9-04AA-3D0C-B2FE-B5B303277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1700D1-5023-BAC9-3BFD-9D4A7DF3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FF5D4C-BC43-F7CA-6C06-B233F6D3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7191A4-3032-CA3E-E0AD-DA0448C9E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89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688480-3B24-A2E9-35B4-7D43870D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58A7ED-3620-DD55-F848-83E89E07A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6C6F7D-6553-9475-3157-21188810B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05666E-8B2C-801D-EB81-8EA9BF9D8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978EBD5-D343-6B07-E4BB-3C49FC1C2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9BE24EC-5B1F-C0F1-F6BE-E8AA4AA1B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448B51-F16B-8000-AA63-9A3C30A6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37E02E9-E1D5-DAF5-79CB-CBAD85E0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52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A6094-7658-CF14-5AB5-DD6A1EAE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7834B5-412E-BF19-3E52-9A2DFEF6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5E2B1F-5663-EDF3-EF3E-5C138A03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1DE9492-19C7-E9F0-7BD2-23BAFF41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1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98E067-A00E-9E8A-778F-E5082585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9E1DCC-3DD3-1C38-AA73-55B3FD1EB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7F2773-960F-2FDA-8FF1-FEABD4C9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301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79361-2156-BCAD-84C5-8255FB87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BF8300-0DA7-8E2F-5E0A-3F9CAA2C0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1D41A7-AA3D-DCAA-E180-C4E2AAB2E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940E69-A5BE-6019-9E35-D2CBDD35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F9D60E-2587-03C1-FB97-CE0F7976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7414F6-EED5-6FC8-7BE9-3BA10F5F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15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02A4B7-7405-F9C8-78D5-0B0EA01A6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CBA520-D25A-EC1A-172C-A6A8796D2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5ADCB6-F810-519E-81B2-CE552D9DC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5D3566-4B52-4800-2666-D7F0D3FD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E1EEA7-2284-9F6E-BC15-3FEA64C4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A097D4-15EA-16E6-A0CE-22344C68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28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8EFDE5-5E19-3B73-9365-FABA6532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0235C0-ED9A-8389-C8D0-83F41CE71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A38346-0B81-56BF-8461-8834A276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E0B2A1-564E-8046-BDCB-561B37DC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D03DC9-D5F3-359C-2705-B218FA27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450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54743B-D3F3-1987-6149-96DB1006FD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AEEFCB-C95A-B4EC-0424-42339FD97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A52273-AEEE-31DB-5509-616A6BC5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44E176-A7ED-4C74-2948-B8A681F8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612729-EE2D-1A17-FB45-2681CB7A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824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dèle 1re pag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198D8D-9E77-AF87-BE94-9B8F51335F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5932683"/>
            <a:ext cx="9144000" cy="694376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600" b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01/01/2022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1FCDA5-ED94-E6D7-74CB-8626CF46D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86545" y="2897605"/>
            <a:ext cx="5772728" cy="1058638"/>
          </a:xfrm>
        </p:spPr>
        <p:txBody>
          <a:bodyPr wrap="square" anchor="ctr" anchorCtr="1">
            <a:norm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Titre du document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024D03-1CBA-EB1A-54AA-DEA3735F4B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542" y="573867"/>
            <a:ext cx="1122915" cy="959952"/>
          </a:xfrm>
          <a:prstGeom prst="rect">
            <a:avLst/>
          </a:prstGeom>
        </p:spPr>
      </p:pic>
      <p:sp>
        <p:nvSpPr>
          <p:cNvPr id="9" name="Sous-titre 2">
            <a:extLst>
              <a:ext uri="{FF2B5EF4-FFF2-40B4-BE49-F238E27FC236}">
                <a16:creationId xmlns:a16="http://schemas.microsoft.com/office/drawing/2014/main" id="{36FFF7F4-1568-3C17-FB36-BAE1A6E58E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4971" y="4151244"/>
            <a:ext cx="9144000" cy="845581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Sous titre du document </a:t>
            </a:r>
          </a:p>
        </p:txBody>
      </p:sp>
    </p:spTree>
    <p:extLst>
      <p:ext uri="{BB962C8B-B14F-4D97-AF65-F5344CB8AC3E}">
        <p14:creationId xmlns:p14="http://schemas.microsoft.com/office/powerpoint/2010/main" val="392797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de fi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544580B-B751-4A5C-FEC3-4108E6713A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12"/>
          <a:stretch/>
        </p:blipFill>
        <p:spPr>
          <a:xfrm>
            <a:off x="3819784" y="2434236"/>
            <a:ext cx="4755174" cy="2137764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8B7FA22-D6B7-A243-67CA-D519CE66A3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21575" y="4159249"/>
            <a:ext cx="4351338" cy="212356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618020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9BB5DE-D4C8-E78D-D90F-5FCE6999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685D63-E2E2-5C3F-9449-72C2A39BB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A056D0-B3E3-A315-0732-F03FEE269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92218-1069-4D39-A673-EC8425708AE4}" type="datetimeFigureOut">
              <a:rPr lang="en-GB" smtClean="0"/>
              <a:t>21/08/2026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4A6319-2007-9F30-F691-662748231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BBC9BF-C39F-3AAC-1B78-DF52267A6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C0F68-C656-4F14-B8C6-D09B42FAFC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20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xcelformation.fr/symbole-dollar-reference-mixte-relative-mixte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mailto:jeremy.celse@essca.fr" TargetMode="External"/><Relationship Id="rId2" Type="http://schemas.openxmlformats.org/officeDocument/2006/relationships/hyperlink" Target="mailto:Mercedeh.ERFANIANGHASAB@essca.fr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95C8C18-10BE-4833-AC05-71B726078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012" y="2015412"/>
            <a:ext cx="10590245" cy="1132522"/>
          </a:xfrm>
        </p:spPr>
        <p:txBody>
          <a:bodyPr>
            <a:normAutofit/>
          </a:bodyPr>
          <a:lstStyle/>
          <a:p>
            <a:r>
              <a:rPr lang="en-GB" b="1" noProof="0" dirty="0">
                <a:solidFill>
                  <a:srgbClr val="FF0000"/>
                </a:solidFill>
              </a:rPr>
              <a:t>Data Description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90BDC04F-C140-4403-A0F7-BECC96EF7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744" y="5809340"/>
            <a:ext cx="11615485" cy="845581"/>
          </a:xfrm>
        </p:spPr>
        <p:txBody>
          <a:bodyPr>
            <a:normAutofit/>
          </a:bodyPr>
          <a:lstStyle/>
          <a:p>
            <a:r>
              <a:rPr lang="en-GB" noProof="0" dirty="0"/>
              <a:t>Module coordinators: Mercedeh ERFANIANGHASAB &amp; Jérémy CELSE</a:t>
            </a:r>
          </a:p>
        </p:txBody>
      </p:sp>
      <p:sp>
        <p:nvSpPr>
          <p:cNvPr id="2" name="Sous-titre 3">
            <a:extLst>
              <a:ext uri="{FF2B5EF4-FFF2-40B4-BE49-F238E27FC236}">
                <a16:creationId xmlns:a16="http://schemas.microsoft.com/office/drawing/2014/main" id="{F0F44388-DCCF-713B-DB77-2EA1C32AA18F}"/>
              </a:ext>
            </a:extLst>
          </p:cNvPr>
          <p:cNvSpPr txBox="1">
            <a:spLocks/>
          </p:cNvSpPr>
          <p:nvPr/>
        </p:nvSpPr>
        <p:spPr>
          <a:xfrm>
            <a:off x="226743" y="5152271"/>
            <a:ext cx="11615485" cy="845581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noProof="0" dirty="0"/>
              <a:t>Instructor: INSERT NAME</a:t>
            </a: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EAD49BF0-621E-0DF3-164E-3F61AAB7615D}"/>
              </a:ext>
            </a:extLst>
          </p:cNvPr>
          <p:cNvSpPr txBox="1">
            <a:spLocks/>
          </p:cNvSpPr>
          <p:nvPr/>
        </p:nvSpPr>
        <p:spPr>
          <a:xfrm>
            <a:off x="464695" y="3238742"/>
            <a:ext cx="11221565" cy="1132522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noProof="0" dirty="0">
                <a:solidFill>
                  <a:srgbClr val="FF0000"/>
                </a:solidFill>
              </a:rPr>
              <a:t>Block 1 – Session 1: </a:t>
            </a:r>
            <a:r>
              <a:rPr lang="en-GB" b="1" dirty="0">
                <a:solidFill>
                  <a:srgbClr val="FF0000"/>
                </a:solidFill>
              </a:rPr>
              <a:t>Excel Fundamentals</a:t>
            </a:r>
            <a:endParaRPr lang="en-GB" b="1" noProof="0" dirty="0">
              <a:solidFill>
                <a:srgbClr val="FF000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132C0B-224C-98FA-684F-F6F2D72F5DA1}"/>
              </a:ext>
            </a:extLst>
          </p:cNvPr>
          <p:cNvSpPr txBox="1"/>
          <p:nvPr/>
        </p:nvSpPr>
        <p:spPr>
          <a:xfrm>
            <a:off x="839449" y="404734"/>
            <a:ext cx="3476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>
                <a:solidFill>
                  <a:srgbClr val="FF0000"/>
                </a:solidFill>
              </a:rPr>
              <a:t>Class session No. 1 – Lesson 1</a:t>
            </a:r>
          </a:p>
          <a:p>
            <a:r>
              <a:rPr lang="en-GB" dirty="0">
                <a:solidFill>
                  <a:srgbClr val="FF0000"/>
                </a:solidFill>
              </a:rPr>
              <a:t>Duration: 3 hours</a:t>
            </a:r>
            <a:endParaRPr lang="en-GB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93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2828BA-5739-FFC5-7675-80F468B1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noProof="0" dirty="0">
                <a:solidFill>
                  <a:srgbClr val="FF0000"/>
                </a:solidFill>
              </a:rPr>
              <a:t>Session objectives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B2B2A2-F547-F235-4ED5-DB3D5BE6E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Become familiar with Excel</a:t>
            </a:r>
          </a:p>
          <a:p>
            <a:pPr lvl="1"/>
            <a:endParaRPr lang="en-GB" noProof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Know how to create a simple data table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Manage changes to the structure of a table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Manage data sorting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Manage the different types of copy, paste, and Paste Special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Know how to fill/copy a formula and use the $ symbol correctly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Perform basic calculations: sum, distribution, percentages, and percentage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Use the IF, AND &amp; OR functions</a:t>
            </a:r>
          </a:p>
        </p:txBody>
      </p:sp>
      <p:pic>
        <p:nvPicPr>
          <p:cNvPr id="4" name="Picture 2" descr="Be your complete excel spreadsheet superhero by Imabus">
            <a:extLst>
              <a:ext uri="{FF2B5EF4-FFF2-40B4-BE49-F238E27FC236}">
                <a16:creationId xmlns:a16="http://schemas.microsoft.com/office/drawing/2014/main" id="{16F035E3-8382-280B-B9EA-395FB6E85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392" y="5025784"/>
            <a:ext cx="3136086" cy="17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03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B5975A-8AA1-CF0D-C567-2410BF7D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1 – Getting started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8B4084-E95C-6C5E-174F-3B5E09A7C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357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494E9-9F78-4630-A80F-505045F7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Getting started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22B81E9-A18E-455E-9A4F-322D8D9DC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en-US" dirty="0" err="1"/>
              <a:t>Let’s start</a:t>
            </a:r>
            <a:r>
              <a:rPr lang="en-US" dirty="0"/>
              <a:t> with a simple table</a:t>
            </a:r>
          </a:p>
          <a:p>
            <a:endParaRPr lang="en-US" dirty="0"/>
          </a:p>
          <a:p>
            <a:r>
              <a:rPr lang="en-US" dirty="0" err="1"/>
              <a:t>Step 1: Copy this table into EXCEL</a:t>
            </a:r>
          </a:p>
          <a:p>
            <a:endParaRPr lang="en-US" dirty="0"/>
          </a:p>
        </p:txBody>
      </p:sp>
      <p:graphicFrame>
        <p:nvGraphicFramePr>
          <p:cNvPr id="7" name="Espace réservé du contenu 3">
            <a:extLst>
              <a:ext uri="{FF2B5EF4-FFF2-40B4-BE49-F238E27FC236}">
                <a16:creationId xmlns:a16="http://schemas.microsoft.com/office/drawing/2014/main" id="{C657B10C-9EEE-44FA-A5A2-1DBD3829C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2631154"/>
              </p:ext>
            </p:extLst>
          </p:nvPr>
        </p:nvGraphicFramePr>
        <p:xfrm>
          <a:off x="633999" y="1613545"/>
          <a:ext cx="6909804" cy="33674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4364">
                  <a:extLst>
                    <a:ext uri="{9D8B030D-6E8A-4147-A177-3AD203B41FA5}">
                      <a16:colId xmlns:a16="http://schemas.microsoft.com/office/drawing/2014/main" val="3264912430"/>
                    </a:ext>
                  </a:extLst>
                </a:gridCol>
                <a:gridCol w="1176923">
                  <a:extLst>
                    <a:ext uri="{9D8B030D-6E8A-4147-A177-3AD203B41FA5}">
                      <a16:colId xmlns:a16="http://schemas.microsoft.com/office/drawing/2014/main" val="1299210728"/>
                    </a:ext>
                  </a:extLst>
                </a:gridCol>
                <a:gridCol w="1242393">
                  <a:extLst>
                    <a:ext uri="{9D8B030D-6E8A-4147-A177-3AD203B41FA5}">
                      <a16:colId xmlns:a16="http://schemas.microsoft.com/office/drawing/2014/main" val="3425184509"/>
                    </a:ext>
                  </a:extLst>
                </a:gridCol>
                <a:gridCol w="776400">
                  <a:extLst>
                    <a:ext uri="{9D8B030D-6E8A-4147-A177-3AD203B41FA5}">
                      <a16:colId xmlns:a16="http://schemas.microsoft.com/office/drawing/2014/main" val="1242156242"/>
                    </a:ext>
                  </a:extLst>
                </a:gridCol>
                <a:gridCol w="851499">
                  <a:extLst>
                    <a:ext uri="{9D8B030D-6E8A-4147-A177-3AD203B41FA5}">
                      <a16:colId xmlns:a16="http://schemas.microsoft.com/office/drawing/2014/main" val="2898190737"/>
                    </a:ext>
                  </a:extLst>
                </a:gridCol>
                <a:gridCol w="928522">
                  <a:extLst>
                    <a:ext uri="{9D8B030D-6E8A-4147-A177-3AD203B41FA5}">
                      <a16:colId xmlns:a16="http://schemas.microsoft.com/office/drawing/2014/main" val="1288810073"/>
                    </a:ext>
                  </a:extLst>
                </a:gridCol>
                <a:gridCol w="949703">
                  <a:extLst>
                    <a:ext uri="{9D8B030D-6E8A-4147-A177-3AD203B41FA5}">
                      <a16:colId xmlns:a16="http://schemas.microsoft.com/office/drawing/2014/main" val="2751919354"/>
                    </a:ext>
                  </a:extLst>
                </a:gridCol>
              </a:tblGrid>
              <a:tr h="66209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u="none" strike="noStrike">
                          <a:effectLst/>
                        </a:rPr>
                        <a:t>DATES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u="none" strike="noStrike">
                          <a:effectLst/>
                        </a:rPr>
                        <a:t>TECHNICIAN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u="none" strike="noStrike">
                          <a:effectLst/>
                        </a:rPr>
                        <a:t>TYPE OF WORK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u="none" strike="noStrike">
                          <a:effectLst/>
                        </a:rPr>
                        <a:t>TIME </a:t>
                      </a:r>
                      <a:br>
                        <a:rPr lang="fr-FR" sz="1300" u="none" strike="noStrike">
                          <a:effectLst/>
                        </a:rPr>
                      </a:br>
                      <a:r>
                        <a:rPr lang="fr-FR" sz="1300" u="none" strike="noStrike">
                          <a:effectLst/>
                        </a:rPr>
                        <a:t>SPENT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u="none" strike="noStrike">
                          <a:effectLst/>
                        </a:rPr>
                        <a:t>LABOUR </a:t>
                      </a:r>
                      <a:br>
                        <a:rPr lang="fr-FR" sz="1300" u="none" strike="noStrike">
                          <a:effectLst/>
                        </a:rPr>
                      </a:br>
                      <a:r>
                        <a:rPr lang="fr-FR" sz="1300" u="none" strike="noStrike">
                          <a:effectLst/>
                        </a:rPr>
                        <a:t>BILLED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u="none" strike="noStrike">
                          <a:effectLst/>
                        </a:rPr>
                        <a:t>PARTS </a:t>
                      </a:r>
                      <a:br>
                        <a:rPr lang="fr-FR" sz="1300" u="none" strike="noStrike">
                          <a:effectLst/>
                        </a:rPr>
                      </a:br>
                      <a:r>
                        <a:rPr lang="fr-FR" sz="1300" u="none" strike="noStrike">
                          <a:effectLst/>
                        </a:rPr>
                        <a:t>BILLED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300" u="none" strike="noStrike">
                          <a:effectLst/>
                        </a:rPr>
                        <a:t>TOTAL </a:t>
                      </a:r>
                      <a:br>
                        <a:rPr lang="fr-FR" sz="1300" u="none" strike="noStrike">
                          <a:effectLst/>
                        </a:rPr>
                      </a:br>
                      <a:r>
                        <a:rPr lang="fr-FR" sz="1300" u="none" strike="noStrike">
                          <a:effectLst/>
                        </a:rPr>
                        <a:t>INVOICE EXCL. VAT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ctr"/>
                </a:tc>
                <a:extLst>
                  <a:ext uri="{0D108BD9-81ED-4DB2-BD59-A6C34878D82A}">
                    <a16:rowId xmlns:a16="http://schemas.microsoft.com/office/drawing/2014/main" val="632809142"/>
                  </a:ext>
                </a:extLst>
              </a:tr>
              <a:tr h="255411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03/01/2013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MARC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INSTALLATION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01:30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75,00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 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75,00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2406773303"/>
                  </a:ext>
                </a:extLst>
              </a:tr>
              <a:tr h="255411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03/01/2013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ALAIN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REPAIR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01:45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87,50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27,30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114,80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3822808394"/>
                  </a:ext>
                </a:extLst>
              </a:tr>
              <a:tr h="458754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03/01/2013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JEAN-FRANCOIS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INSTALLATION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00:45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37,50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 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37,50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2108813745"/>
                  </a:ext>
                </a:extLst>
              </a:tr>
              <a:tr h="255411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04/01/2013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MARC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REPAIR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01:30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75,00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24,50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99,50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256326266"/>
                  </a:ext>
                </a:extLst>
              </a:tr>
              <a:tr h="255411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04/01/2013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JEAN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REPAIR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00:45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37,50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124,32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161,82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478472577"/>
                  </a:ext>
                </a:extLst>
              </a:tr>
              <a:tr h="255411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04/01/2013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THIERRY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REPAIR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02:30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125,00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 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125,00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2906769276"/>
                  </a:ext>
                </a:extLst>
              </a:tr>
              <a:tr h="255411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04/01/2013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JEAN-MARC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REPAIR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02:45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137,50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158,57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296,07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4184919211"/>
                  </a:ext>
                </a:extLst>
              </a:tr>
              <a:tr h="255411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05/01/2013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ALAIN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REPAIR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03:00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150,00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12,10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162,10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2021185933"/>
                  </a:ext>
                </a:extLst>
              </a:tr>
              <a:tr h="458754"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05/01/2013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JEAN-FRANCOIS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INSTALLATION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00:30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>
                          <a:effectLst/>
                        </a:rPr>
                        <a:t>25,00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300" u="none" strike="noStrike">
                          <a:effectLst/>
                        </a:rPr>
                        <a:t> </a:t>
                      </a:r>
                      <a:endParaRPr lang="fr-F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300" u="none" strike="noStrike" dirty="0">
                          <a:effectLst/>
                        </a:rPr>
                        <a:t>25,00</a:t>
                      </a:r>
                      <a:endParaRPr lang="fr-F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702" marR="7702" marT="7702" marB="0" anchor="b"/>
                </a:tc>
                <a:extLst>
                  <a:ext uri="{0D108BD9-81ED-4DB2-BD59-A6C34878D82A}">
                    <a16:rowId xmlns:a16="http://schemas.microsoft.com/office/drawing/2014/main" val="187088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99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962E2-99B0-4D28-8465-12544476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You should now be able to: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E02610-A2D3-4DF7-8176-E9BB3EE5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When</a:t>
            </a:r>
            <a:r>
              <a:rPr lang="en-US" dirty="0"/>
              <a:t> the </a:t>
            </a:r>
            <a:r>
              <a:rPr lang="en-US" dirty="0" err="1"/>
              <a:t>information</a:t>
            </a:r>
            <a:r>
              <a:rPr lang="en-US" dirty="0"/>
              <a:t> is </a:t>
            </a:r>
            <a:r>
              <a:rPr lang="en-US" dirty="0" err="1"/>
              <a:t>repeated</a:t>
            </a:r>
            <a:r>
              <a:rPr lang="en-US" dirty="0"/>
              <a:t>, </a:t>
            </a:r>
            <a:r>
              <a:rPr lang="en-US" dirty="0" err="1"/>
              <a:t>drag</a:t>
            </a:r>
            <a:r>
              <a:rPr lang="en-US" dirty="0"/>
              <a:t> the </a:t>
            </a:r>
            <a:r>
              <a:rPr lang="en-US" dirty="0" err="1"/>
              <a:t>column</a:t>
            </a:r>
            <a:r>
              <a:rPr lang="en-US" dirty="0"/>
              <a:t> to </a:t>
            </a:r>
            <a:r>
              <a:rPr lang="en-US" dirty="0" err="1"/>
              <a:t>copy</a:t>
            </a:r>
            <a:r>
              <a:rPr lang="en-US" dirty="0"/>
              <a:t> </a:t>
            </a:r>
            <a:r>
              <a:rPr lang="en-US" dirty="0" err="1"/>
              <a:t>or</a:t>
            </a:r>
            <a:r>
              <a:rPr lang="en-US" dirty="0"/>
              <a:t> </a:t>
            </a:r>
            <a:r>
              <a:rPr lang="en-US" dirty="0" err="1"/>
              <a:t>increment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n-US" dirty="0" err="1"/>
              <a:t>value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Use the “Format” option to specify the input format (date, percentage…)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Use the decimal options to increase or decrease the number of decimal places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Adjust the formatting (bold, increase the font size…)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Write on two lines in a single cell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Sort data using the Sort option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Insert rows/columns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Copy and paste a formula/format</a:t>
            </a:r>
          </a:p>
        </p:txBody>
      </p:sp>
    </p:spTree>
    <p:extLst>
      <p:ext uri="{BB962C8B-B14F-4D97-AF65-F5344CB8AC3E}">
        <p14:creationId xmlns:p14="http://schemas.microsoft.com/office/powerpoint/2010/main" val="124612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46AA83-E1D7-4D1C-8E40-0462C2F2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fr-FR" sz="6000" b="1" dirty="0">
                <a:solidFill>
                  <a:srgbClr val="FF0000"/>
                </a:solidFill>
              </a:rPr>
              <a:t>2- Basic calculations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1A5327-8744-4782-AED0-51A392DA6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Exercise S1.2</a:t>
            </a:r>
          </a:p>
        </p:txBody>
      </p:sp>
    </p:spTree>
    <p:extLst>
      <p:ext uri="{BB962C8B-B14F-4D97-AF65-F5344CB8AC3E}">
        <p14:creationId xmlns:p14="http://schemas.microsoft.com/office/powerpoint/2010/main" val="354841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20CB63-118F-4AB0-8B4E-14B994B40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516835"/>
            <a:ext cx="5329333" cy="5772840"/>
          </a:xfrm>
        </p:spPr>
        <p:txBody>
          <a:bodyPr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u="sng" dirty="0">
                <a:solidFill>
                  <a:schemeClr val="tx1"/>
                </a:solidFill>
              </a:rPr>
              <a:t>INSTRUCTIONS: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Download the ExerciseS1.2 file</a:t>
            </a:r>
            <a:br>
              <a:rPr lang="fr-FR" sz="2000" dirty="0">
                <a:solidFill>
                  <a:schemeClr val="tx1"/>
                </a:solidFill>
              </a:rPr>
            </a:br>
            <a:r>
              <a:rPr lang="fr-FR" sz="2000" dirty="0">
                <a:solidFill>
                  <a:schemeClr val="tx1"/>
                </a:solidFill>
              </a:rPr>
              <a:t>Complete the grey cells</a:t>
            </a:r>
            <a:br>
              <a:rPr lang="fr-FR" sz="2000" dirty="0">
                <a:solidFill>
                  <a:schemeClr val="tx1"/>
                </a:solidFill>
              </a:rPr>
            </a:br>
            <a:endParaRPr lang="fr-FR" dirty="0">
              <a:solidFill>
                <a:schemeClr val="tx1"/>
              </a:solidFill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A2477466-BCAF-4B3D-9830-3B60BCC90A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21703" y="639763"/>
          <a:ext cx="4637998" cy="5649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1898">
                  <a:extLst>
                    <a:ext uri="{9D8B030D-6E8A-4147-A177-3AD203B41FA5}">
                      <a16:colId xmlns:a16="http://schemas.microsoft.com/office/drawing/2014/main" val="3505732698"/>
                    </a:ext>
                  </a:extLst>
                </a:gridCol>
                <a:gridCol w="1008551">
                  <a:extLst>
                    <a:ext uri="{9D8B030D-6E8A-4147-A177-3AD203B41FA5}">
                      <a16:colId xmlns:a16="http://schemas.microsoft.com/office/drawing/2014/main" val="1104480627"/>
                    </a:ext>
                  </a:extLst>
                </a:gridCol>
                <a:gridCol w="1088997">
                  <a:extLst>
                    <a:ext uri="{9D8B030D-6E8A-4147-A177-3AD203B41FA5}">
                      <a16:colId xmlns:a16="http://schemas.microsoft.com/office/drawing/2014/main" val="1639902217"/>
                    </a:ext>
                  </a:extLst>
                </a:gridCol>
                <a:gridCol w="538552">
                  <a:extLst>
                    <a:ext uri="{9D8B030D-6E8A-4147-A177-3AD203B41FA5}">
                      <a16:colId xmlns:a16="http://schemas.microsoft.com/office/drawing/2014/main" val="3298803348"/>
                    </a:ext>
                  </a:extLst>
                </a:gridCol>
              </a:tblGrid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SALARY DETAILS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3132807017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1871854963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NAMES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AGES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SALARIES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%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314835229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BOUSSY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40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2 371,00 €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619964510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BRULE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42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3 234,00 €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2765042231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CHNEIDER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3 972,00 €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4029279806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CHOMARD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45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1 822,00 €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3733527544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DAMIA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3 214,00 €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4131431286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DIEUDONNE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2 982,00 €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3627005190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GACHON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1 941,00 €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3899048688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GENTIL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2 608,00 €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500017036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HEYMANS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41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1 686,00 €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1193426839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JOSIAN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37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2 432,00 €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159960004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JOVELET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34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3 022,00 €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1317539814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KRETENAN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29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2 582,00 €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880778932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LOPEZ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42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3 148,00 €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2993001698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MAUFRAN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46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3 369,00 €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1827268161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OCELI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41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1 732,00 €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4012961405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PERROT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40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2 166,00 €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291862179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SANTAMANS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53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u="none" strike="noStrike">
                          <a:effectLst/>
                        </a:rPr>
                        <a:t>2 993,00 €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2487205092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591906964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TOTAL PAYROLL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3547986512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HIGHEST SALARY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1075180516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LOWEST SALARY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3077962588"/>
                  </a:ext>
                </a:extLst>
              </a:tr>
              <a:tr h="170671"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3632309786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TOP 3 SALARIES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1597643983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1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138700853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2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2362271781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u="none" strike="noStrike">
                          <a:effectLst/>
                        </a:rPr>
                        <a:t>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u="none" strike="noStrike">
                          <a:effectLst/>
                        </a:rPr>
                        <a:t> 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8" marR="4878" marT="4878" marB="0" anchor="b"/>
                </a:tc>
                <a:extLst>
                  <a:ext uri="{0D108BD9-81ED-4DB2-BD59-A6C34878D82A}">
                    <a16:rowId xmlns:a16="http://schemas.microsoft.com/office/drawing/2014/main" val="4261253007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3BEB1A32-9CC7-56E7-7C7B-C33D3FAAA6D7}"/>
              </a:ext>
            </a:extLst>
          </p:cNvPr>
          <p:cNvSpPr txBox="1"/>
          <p:nvPr/>
        </p:nvSpPr>
        <p:spPr>
          <a:xfrm>
            <a:off x="492370" y="1743075"/>
            <a:ext cx="3648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solidFill>
                  <a:srgbClr val="FF0000"/>
                </a:solidFill>
              </a:rPr>
              <a:t>Basic</a:t>
            </a:r>
            <a:r>
              <a:rPr lang="en-GB" sz="2400" b="1" dirty="0">
                <a:solidFill>
                  <a:srgbClr val="FF0000"/>
                </a:solidFill>
              </a:rPr>
              <a:t> calculations</a:t>
            </a:r>
          </a:p>
        </p:txBody>
      </p:sp>
    </p:spTree>
    <p:extLst>
      <p:ext uri="{BB962C8B-B14F-4D97-AF65-F5344CB8AC3E}">
        <p14:creationId xmlns:p14="http://schemas.microsoft.com/office/powerpoint/2010/main" val="2489073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A13E9-23EB-49AF-A07D-E5027D2D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Tips – key points to master –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C721E5-E0B5-4A50-8A64-A14E8750F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Use the $ symbol to lock certain values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>
                <a:hlinkClick r:id="rId2"/>
              </a:rPr>
              <a:t>https://www.excelformation.fr/symbole-dollar-reference-mixte-relative-mixte.html</a:t>
            </a: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Use the MIN function to find the smallest value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MIN(specify the range containing the data)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Use the MAX function to find the largest value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MAX(specify the range containing the data)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Create a ranking using the LARGE function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LARGE(specify the range containing the data, rank required)</a:t>
            </a:r>
          </a:p>
        </p:txBody>
      </p:sp>
    </p:spTree>
    <p:extLst>
      <p:ext uri="{BB962C8B-B14F-4D97-AF65-F5344CB8AC3E}">
        <p14:creationId xmlns:p14="http://schemas.microsoft.com/office/powerpoint/2010/main" val="223435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A4FFB6-029A-44A6-9344-D9E3BFBB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3 - Basic calculations </a:t>
            </a: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CC7A08-88EA-4036-8B05-9B875923A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Exercise S1.3</a:t>
            </a:r>
          </a:p>
        </p:txBody>
      </p:sp>
    </p:spTree>
    <p:extLst>
      <p:ext uri="{BB962C8B-B14F-4D97-AF65-F5344CB8AC3E}">
        <p14:creationId xmlns:p14="http://schemas.microsoft.com/office/powerpoint/2010/main" val="84934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C1E8DD-E538-46E6-A6C2-58536A09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516835"/>
            <a:ext cx="4386579" cy="5772840"/>
          </a:xfrm>
        </p:spPr>
        <p:txBody>
          <a:bodyPr anchor="ctr">
            <a:norm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Basic calculations 2</a:t>
            </a:r>
            <a:br>
              <a:rPr lang="fr-FR" sz="2400" b="1" u="sng" dirty="0"/>
            </a:br>
            <a:br>
              <a:rPr lang="fr-FR" sz="2400" b="1" u="sng" dirty="0"/>
            </a:br>
            <a:r>
              <a:rPr lang="fr-FR" sz="2400" b="1" u="sng" dirty="0"/>
              <a:t>INSTRUCTIONS:</a:t>
            </a:r>
            <a:br>
              <a:rPr lang="fr-FR" sz="2400" dirty="0"/>
            </a:br>
            <a:r>
              <a:rPr lang="fr-FR" sz="2400" dirty="0"/>
              <a:t>Download the ExerciseS1.3 file</a:t>
            </a:r>
            <a:br>
              <a:rPr lang="fr-FR" sz="2400" dirty="0"/>
            </a:br>
            <a:r>
              <a:rPr lang="fr-FR" sz="2400" dirty="0"/>
              <a:t>Complete the grey cells</a:t>
            </a:r>
            <a:br>
              <a:rPr lang="fr-FR" sz="2400" dirty="0"/>
            </a:br>
            <a:endParaRPr lang="fr-FR" sz="2400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8AED0FD-AC60-4F4F-A18B-8C44FCE38B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44848"/>
              </p:ext>
            </p:extLst>
          </p:nvPr>
        </p:nvGraphicFramePr>
        <p:xfrm>
          <a:off x="4878949" y="639763"/>
          <a:ext cx="6523505" cy="564991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71243">
                  <a:extLst>
                    <a:ext uri="{9D8B030D-6E8A-4147-A177-3AD203B41FA5}">
                      <a16:colId xmlns:a16="http://schemas.microsoft.com/office/drawing/2014/main" val="3661128446"/>
                    </a:ext>
                  </a:extLst>
                </a:gridCol>
                <a:gridCol w="1550754">
                  <a:extLst>
                    <a:ext uri="{9D8B030D-6E8A-4147-A177-3AD203B41FA5}">
                      <a16:colId xmlns:a16="http://schemas.microsoft.com/office/drawing/2014/main" val="144285733"/>
                    </a:ext>
                  </a:extLst>
                </a:gridCol>
                <a:gridCol w="1550754">
                  <a:extLst>
                    <a:ext uri="{9D8B030D-6E8A-4147-A177-3AD203B41FA5}">
                      <a16:colId xmlns:a16="http://schemas.microsoft.com/office/drawing/2014/main" val="1041570766"/>
                    </a:ext>
                  </a:extLst>
                </a:gridCol>
                <a:gridCol w="1550754">
                  <a:extLst>
                    <a:ext uri="{9D8B030D-6E8A-4147-A177-3AD203B41FA5}">
                      <a16:colId xmlns:a16="http://schemas.microsoft.com/office/drawing/2014/main" val="4163793404"/>
                    </a:ext>
                  </a:extLst>
                </a:gridCol>
              </a:tblGrid>
              <a:tr h="1110857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 dirty="0">
                          <a:effectLst/>
                        </a:rPr>
                        <a:t>SITES</a:t>
                      </a:r>
                      <a:endParaRPr lang="fr-FR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HEADCOUNT</a:t>
                      </a:r>
                      <a:br>
                        <a:rPr lang="fr-FR" sz="2200" u="none" strike="noStrike">
                          <a:effectLst/>
                        </a:rPr>
                      </a:br>
                      <a:r>
                        <a:rPr lang="fr-FR" sz="2200" u="none" strike="noStrike">
                          <a:effectLst/>
                        </a:rPr>
                        <a:t>2013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HEADCOUNT</a:t>
                      </a:r>
                      <a:br>
                        <a:rPr lang="fr-FR" sz="2200" u="none" strike="noStrike">
                          <a:effectLst/>
                        </a:rPr>
                      </a:br>
                      <a:r>
                        <a:rPr lang="fr-FR" sz="2200" u="none" strike="noStrike">
                          <a:effectLst/>
                        </a:rPr>
                        <a:t>2014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PERCENTAGE</a:t>
                      </a:r>
                      <a:br>
                        <a:rPr lang="fr-FR" sz="2200" u="none" strike="noStrike">
                          <a:effectLst/>
                        </a:rPr>
                      </a:br>
                      <a:r>
                        <a:rPr lang="fr-FR" sz="2200" u="none" strike="noStrike">
                          <a:effectLst/>
                        </a:rPr>
                        <a:t>CHANGE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1785245911"/>
                  </a:ext>
                </a:extLst>
              </a:tr>
              <a:tr h="428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EPINAL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12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14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 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1359544675"/>
                  </a:ext>
                </a:extLst>
              </a:tr>
              <a:tr h="428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LYON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25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28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 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147625641"/>
                  </a:ext>
                </a:extLst>
              </a:tr>
              <a:tr h="769691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MONTPELLIER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12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12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 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3149880238"/>
                  </a:ext>
                </a:extLst>
              </a:tr>
              <a:tr h="428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NANTES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13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17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 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4265390860"/>
                  </a:ext>
                </a:extLst>
              </a:tr>
              <a:tr h="428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NICE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5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6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 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3184905687"/>
                  </a:ext>
                </a:extLst>
              </a:tr>
              <a:tr h="428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PARIS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13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12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 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1484128678"/>
                  </a:ext>
                </a:extLst>
              </a:tr>
              <a:tr h="428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REIMS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15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18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 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3267677016"/>
                  </a:ext>
                </a:extLst>
              </a:tr>
              <a:tr h="769691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STRASBOURG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16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15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 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3427214872"/>
                  </a:ext>
                </a:extLst>
              </a:tr>
              <a:tr h="428525">
                <a:tc>
                  <a:txBody>
                    <a:bodyPr/>
                    <a:lstStyle/>
                    <a:p>
                      <a:pPr algn="l" fontAlgn="b"/>
                      <a:r>
                        <a:rPr lang="fr-FR" sz="2200" u="none" strike="noStrike">
                          <a:effectLst/>
                        </a:rPr>
                        <a:t>TOULOUSE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6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>
                          <a:effectLst/>
                        </a:rPr>
                        <a:t>16</a:t>
                      </a:r>
                      <a:endParaRPr lang="fr-FR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200" u="none" strike="noStrike" dirty="0">
                          <a:effectLst/>
                        </a:rPr>
                        <a:t> </a:t>
                      </a:r>
                      <a:endParaRPr lang="fr-FR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923" marR="12923" marT="12923" marB="0" anchor="b"/>
                </a:tc>
                <a:extLst>
                  <a:ext uri="{0D108BD9-81ED-4DB2-BD59-A6C34878D82A}">
                    <a16:rowId xmlns:a16="http://schemas.microsoft.com/office/drawing/2014/main" val="3927949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832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413CBD-DD47-43D0-833B-68BD73C92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Tips – key points to master 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62BD963-CEB4-470D-9054-2AB77B1F00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fr-FR" dirty="0"/>
                  <a:t>A percentage change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𝑃𝑒𝑟𝑐𝑒𝑛𝑡𝑎𝑔𝑒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𝐶ℎ𝑎𝑛𝑔𝑒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𝑉𝑎𝑙𝑢𝑒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𝐹𝑖𝑛𝑎𝑙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𝑉𝑎𝑙𝑢𝑒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𝐼𝑛𝑖𝑡𝑖𝑎𝑙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𝑉𝑎𝑙𝑢𝑒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𝐼𝑛𝑖𝑡𝑖𝑎𝑙</m:t>
                            </m:r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</m:oMath>
                </a14:m>
                <a:endParaRPr lang="fr-FR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fr-FR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fr-FR" dirty="0"/>
                  <a:t>Pay VERY close attention to the parentheses!!!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endParaRPr lang="fr-FR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fr-FR" dirty="0"/>
                  <a:t>Enter the cells to be included in the calculation directly in the formula cell (use the $ symbol to lock references)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62BD963-CEB4-470D-9054-2AB77B1F00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928"/>
                </a:stretch>
              </a:blipFill>
            </p:spPr>
            <p:txBody>
              <a:bodyPr/>
              <a:lstStyle/>
              <a:p>
                <a:pPr>
                  <a:buNone/>
                </a:pPr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13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3348EF-923B-42C9-8F34-7709305E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4- Application exercise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2A802C-C9F1-40DA-B0D8-DF272CE9A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YOU &amp; FOOD TRUCK</a:t>
            </a:r>
          </a:p>
        </p:txBody>
      </p:sp>
    </p:spTree>
    <p:extLst>
      <p:ext uri="{BB962C8B-B14F-4D97-AF65-F5344CB8AC3E}">
        <p14:creationId xmlns:p14="http://schemas.microsoft.com/office/powerpoint/2010/main" val="74907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BE807-E885-4A5F-A218-069A8326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Instructions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56F9B3-DFAF-437F-A68D-94FFACD0B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Download the </a:t>
            </a:r>
            <a:r>
              <a:rPr lang="fr-FR" dirty="0" err="1"/>
              <a:t>FoodTruck</a:t>
            </a:r>
            <a:r>
              <a:rPr lang="fr-FR" dirty="0"/>
              <a:t> file and work on it</a:t>
            </a:r>
          </a:p>
          <a:p>
            <a:pPr lvl="1"/>
            <a:r>
              <a:rPr lang="fr-FR" dirty="0"/>
              <a:t>Work on </a:t>
            </a:r>
            <a:r>
              <a:rPr lang="fr-FR" b="1" u="sng" dirty="0"/>
              <a:t>Session 1 – Worksheet 1</a:t>
            </a:r>
          </a:p>
          <a:p>
            <a:pPr lvl="1"/>
            <a:r>
              <a:rPr lang="fr-FR" dirty="0"/>
              <a:t>Work on </a:t>
            </a:r>
            <a:r>
              <a:rPr lang="fr-FR" b="1" u="sng" dirty="0"/>
              <a:t>Session 1 – Worksheet 2</a:t>
            </a:r>
          </a:p>
          <a:p>
            <a:r>
              <a:rPr lang="fr-FR" dirty="0"/>
              <a:t>Worksheet 1: complete the columns </a:t>
            </a:r>
            <a:r>
              <a:rPr lang="fr-FR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% distribution and % change</a:t>
            </a:r>
          </a:p>
          <a:p>
            <a:r>
              <a:rPr lang="fr-FR" dirty="0">
                <a:latin typeface="Calibri" panose="020F0502020204030204" pitchFamily="34" charset="0"/>
              </a:rPr>
              <a:t>Worksheet 2: Complete columns G to L of the orange table, the orange summary, and columns D, E &amp; F of the green table</a:t>
            </a:r>
          </a:p>
          <a:p>
            <a:endParaRPr lang="fr-FR" dirty="0">
              <a:latin typeface="Calibri" panose="020F0502020204030204" pitchFamily="34" charset="0"/>
            </a:endParaRPr>
          </a:p>
          <a:p>
            <a:r>
              <a:rPr lang="fr-FR" u="sng" dirty="0">
                <a:solidFill>
                  <a:srgbClr val="FF0000"/>
                </a:solidFill>
                <a:latin typeface="Calibri" panose="020F0502020204030204" pitchFamily="34" charset="0"/>
              </a:rPr>
              <a:t>Check your work and call me over to verify it!</a:t>
            </a:r>
            <a:endParaRPr lang="fr-FR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73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016CA4-37ED-4219-B0AE-4B551B355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5 - Introducing the IF function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45DCC2-52E1-498C-BFB2-2E34D25B5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Exercise S1.4</a:t>
            </a:r>
          </a:p>
        </p:txBody>
      </p:sp>
    </p:spTree>
    <p:extLst>
      <p:ext uri="{BB962C8B-B14F-4D97-AF65-F5344CB8AC3E}">
        <p14:creationId xmlns:p14="http://schemas.microsoft.com/office/powerpoint/2010/main" val="3082530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AFA92A-221A-4920-BF9B-D056FA43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u="sng" dirty="0">
                <a:solidFill>
                  <a:srgbClr val="FFFFFF"/>
                </a:solidFill>
              </a:rPr>
              <a:t>Instructions</a:t>
            </a:r>
            <a:br>
              <a:rPr lang="fr-FR" sz="2000" dirty="0">
                <a:solidFill>
                  <a:srgbClr val="FFFFFF"/>
                </a:solidFill>
              </a:rPr>
            </a:br>
            <a:r>
              <a:rPr lang="fr-FR" sz="2000" dirty="0">
                <a:solidFill>
                  <a:srgbClr val="FFFFFF"/>
                </a:solidFill>
              </a:rPr>
              <a:t>In column “C”, write “TOO COLD” when the temperature is strictly below 4°</a:t>
            </a:r>
            <a:br>
              <a:rPr lang="fr-FR" sz="2000" dirty="0">
                <a:solidFill>
                  <a:srgbClr val="FFFFFF"/>
                </a:solidFill>
              </a:rPr>
            </a:br>
            <a:r>
              <a:rPr lang="fr-FR" sz="2000" dirty="0">
                <a:solidFill>
                  <a:srgbClr val="FFFFFF"/>
                </a:solidFill>
              </a:rPr>
              <a:t>In column “D”, write “TOO COLD” when the temperature is strictly below 4°, “OK” when it is between 4° and 6°, and “TOO HOT” when it is above 6°</a:t>
            </a:r>
            <a:br>
              <a:rPr lang="fr-FR" sz="2000" dirty="0">
                <a:solidFill>
                  <a:srgbClr val="FFFFFF"/>
                </a:solidFill>
              </a:rPr>
            </a:br>
            <a:endParaRPr lang="fr-FR" sz="2000" dirty="0">
              <a:solidFill>
                <a:srgbClr val="FFFFFF"/>
              </a:solidFill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8C9E549-B539-40F3-919A-907A2D66E1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960137"/>
              </p:ext>
            </p:extLst>
          </p:nvPr>
        </p:nvGraphicFramePr>
        <p:xfrm>
          <a:off x="5037138" y="1082880"/>
          <a:ext cx="6797677" cy="5582834"/>
        </p:xfrm>
        <a:graphic>
          <a:graphicData uri="http://schemas.openxmlformats.org/drawingml/2006/table">
            <a:tbl>
              <a:tblPr/>
              <a:tblGrid>
                <a:gridCol w="1678340">
                  <a:extLst>
                    <a:ext uri="{9D8B030D-6E8A-4147-A177-3AD203B41FA5}">
                      <a16:colId xmlns:a16="http://schemas.microsoft.com/office/drawing/2014/main" val="3825678514"/>
                    </a:ext>
                  </a:extLst>
                </a:gridCol>
                <a:gridCol w="1986099">
                  <a:extLst>
                    <a:ext uri="{9D8B030D-6E8A-4147-A177-3AD203B41FA5}">
                      <a16:colId xmlns:a16="http://schemas.microsoft.com/office/drawing/2014/main" val="3887436898"/>
                    </a:ext>
                  </a:extLst>
                </a:gridCol>
                <a:gridCol w="1275724">
                  <a:extLst>
                    <a:ext uri="{9D8B030D-6E8A-4147-A177-3AD203B41FA5}">
                      <a16:colId xmlns:a16="http://schemas.microsoft.com/office/drawing/2014/main" val="2391408348"/>
                    </a:ext>
                  </a:extLst>
                </a:gridCol>
                <a:gridCol w="1857514">
                  <a:extLst>
                    <a:ext uri="{9D8B030D-6E8A-4147-A177-3AD203B41FA5}">
                      <a16:colId xmlns:a16="http://schemas.microsoft.com/office/drawing/2014/main" val="3182891140"/>
                    </a:ext>
                  </a:extLst>
                </a:gridCol>
              </a:tblGrid>
              <a:tr h="392583">
                <a:tc gridSpan="2"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REFRIGERATOR TEMPERATURE CHECK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1417" marR="121417" marT="60709" marB="6070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509437"/>
                  </a:ext>
                </a:extLst>
              </a:tr>
              <a:tr h="494101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37873"/>
                  </a:ext>
                </a:extLst>
              </a:tr>
              <a:tr h="50219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DATES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TEMPERATURES</a:t>
                      </a:r>
                      <a:br>
                        <a:rPr lang="fr-F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RECORDED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 &lt;4°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 &gt;4° and &lt;=6°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918476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01/01/2014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7398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08/01/2014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119467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15/01/2014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055380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22/01/2014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292627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29/01/2014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09839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05/02/2014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64540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12/02/2014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699439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19/02/2014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116224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26/02/2014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15664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05/03/2014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554198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12/03/2014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330199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19/03/2014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23667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26/03/2014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934302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02/04/2014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625954"/>
                  </a:ext>
                </a:extLst>
              </a:tr>
              <a:tr h="2795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03/04/2014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1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1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500" b="0" i="1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32" marR="8432" marT="84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33748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1A1BDAB-DAFA-4665-82B4-38B9DB729895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5600702" cy="683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0440">
                  <a:extLst>
                    <a:ext uri="{9D8B030D-6E8A-4147-A177-3AD203B41FA5}">
                      <a16:colId xmlns:a16="http://schemas.microsoft.com/office/drawing/2014/main" val="2920510889"/>
                    </a:ext>
                  </a:extLst>
                </a:gridCol>
                <a:gridCol w="1050131">
                  <a:extLst>
                    <a:ext uri="{9D8B030D-6E8A-4147-A177-3AD203B41FA5}">
                      <a16:colId xmlns:a16="http://schemas.microsoft.com/office/drawing/2014/main" val="2623503930"/>
                    </a:ext>
                  </a:extLst>
                </a:gridCol>
                <a:gridCol w="1050131">
                  <a:extLst>
                    <a:ext uri="{9D8B030D-6E8A-4147-A177-3AD203B41FA5}">
                      <a16:colId xmlns:a16="http://schemas.microsoft.com/office/drawing/2014/main" val="355188145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Column C ==&gt; Write “TOO COLD” when the temperature is strictly below 4°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324562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 dirty="0">
                          <a:effectLst/>
                        </a:rPr>
                        <a:t>Column D ==&gt; Write “TOO COLD” when the temperature is strictly below 4°, “OK” when the temperature is between 4° and 6°, and “TOO HOT” when the temperature is above 6°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602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559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962E2-99B0-4D28-8465-12544476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The “IF” function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E02610-A2D3-4DF7-8176-E9BB3EE5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Simple function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IF(condition to test, “text to enter if the condition is true”, “text to enter if the condition is false”)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Example: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dirty="0"/>
              <a:t>IF($B$4&lt;4, “Too cold”, “”)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fr-FR" dirty="0"/>
          </a:p>
          <a:p>
            <a:pPr lvl="1">
              <a:buFont typeface="Wingdings" panose="05000000000000000000" pitchFamily="2" charset="2"/>
              <a:buChar char="§"/>
            </a:pPr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Nested function (be careful: risk of errors)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Define the conditions first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Pay attention to the parentheses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dirty="0"/>
              <a:t>Example: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dirty="0"/>
              <a:t>IF($B$4&lt;4, “Too cold”, IF($B$4&lt;=6, “OK”, “Too hot”))</a:t>
            </a:r>
          </a:p>
        </p:txBody>
      </p:sp>
    </p:spTree>
    <p:extLst>
      <p:ext uri="{BB962C8B-B14F-4D97-AF65-F5344CB8AC3E}">
        <p14:creationId xmlns:p14="http://schemas.microsoft.com/office/powerpoint/2010/main" val="2328724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46AA83-E1D7-4D1C-8E40-0462C2F2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6- Applying the IF function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1A5327-8744-4782-AED0-51A392DA6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Exercise S1.5</a:t>
            </a:r>
          </a:p>
        </p:txBody>
      </p:sp>
    </p:spTree>
    <p:extLst>
      <p:ext uri="{BB962C8B-B14F-4D97-AF65-F5344CB8AC3E}">
        <p14:creationId xmlns:p14="http://schemas.microsoft.com/office/powerpoint/2010/main" val="1407635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990C5-4517-41CC-8DEB-8B036A92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605896"/>
            <a:ext cx="4421375" cy="5646208"/>
          </a:xfrm>
        </p:spPr>
        <p:txBody>
          <a:bodyPr anchor="ctr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200" dirty="0"/>
              <a:t>Instructions:</a:t>
            </a:r>
            <a:br>
              <a:rPr lang="fr-FR" sz="3200" dirty="0"/>
            </a:br>
            <a:r>
              <a:rPr lang="fr-FR" sz="3200" dirty="0"/>
              <a:t>The bonus is equal to 5% of the additional revenue achieved above the target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E0041C47-E12D-46D2-8303-15D253D64A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13745" y="1089890"/>
          <a:ext cx="6502401" cy="4849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4924">
                  <a:extLst>
                    <a:ext uri="{9D8B030D-6E8A-4147-A177-3AD203B41FA5}">
                      <a16:colId xmlns:a16="http://schemas.microsoft.com/office/drawing/2014/main" val="4009538046"/>
                    </a:ext>
                  </a:extLst>
                </a:gridCol>
                <a:gridCol w="1496956">
                  <a:extLst>
                    <a:ext uri="{9D8B030D-6E8A-4147-A177-3AD203B41FA5}">
                      <a16:colId xmlns:a16="http://schemas.microsoft.com/office/drawing/2014/main" val="1362087506"/>
                    </a:ext>
                  </a:extLst>
                </a:gridCol>
                <a:gridCol w="1496956">
                  <a:extLst>
                    <a:ext uri="{9D8B030D-6E8A-4147-A177-3AD203B41FA5}">
                      <a16:colId xmlns:a16="http://schemas.microsoft.com/office/drawing/2014/main" val="2065261827"/>
                    </a:ext>
                  </a:extLst>
                </a:gridCol>
                <a:gridCol w="1473565">
                  <a:extLst>
                    <a:ext uri="{9D8B030D-6E8A-4147-A177-3AD203B41FA5}">
                      <a16:colId xmlns:a16="http://schemas.microsoft.com/office/drawing/2014/main" val="4024957330"/>
                    </a:ext>
                  </a:extLst>
                </a:gridCol>
              </a:tblGrid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SALES REPRESENTATIVE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TARGET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ACHIEVED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BONUS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25086815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ALTRAN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1 254 600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   940 950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6906854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CHALAVERT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1 359 150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1 495 065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6004764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CONVENT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1 568 250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1 630 980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93100559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JUMOT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2 091 000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1 965 540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2842159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LEBEGUE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1 986 450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2 017 815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01771028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RAMONET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3 241 050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3 178 320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1623620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RUIZ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1 986 450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1 547 340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59798923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VOLLE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1 254 600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1 285 965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>
                          <a:effectLst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18658237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VIROLET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4 704 750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   4 725 660  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u="none" strike="noStrike" dirty="0">
                          <a:effectLst/>
                        </a:rPr>
                        <a:t> 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53904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1281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2D8BC1-EF13-404B-842B-34A1AEAF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Key points to know &amp; remember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865C6E-02C8-435E-B13D-67FA3DAA5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Apply the IF function</a:t>
            </a:r>
          </a:p>
          <a:p>
            <a:pPr lvl="1"/>
            <a:r>
              <a:rPr lang="fr-FR" dirty="0"/>
              <a:t>IF(C4&gt;=B4,,)</a:t>
            </a:r>
          </a:p>
          <a:p>
            <a:pPr lvl="1"/>
            <a:r>
              <a:rPr lang="fr-FR" dirty="0"/>
              <a:t>Because the bonus is paid only when the target is exceeded</a:t>
            </a:r>
          </a:p>
          <a:p>
            <a:pPr lvl="1"/>
            <a:endParaRPr lang="fr-FR" dirty="0"/>
          </a:p>
          <a:p>
            <a:r>
              <a:rPr lang="fr-FR" dirty="0"/>
              <a:t>The bonus is then equal to 5% of the additional revenue, therefore </a:t>
            </a:r>
          </a:p>
          <a:p>
            <a:pPr lvl="1"/>
            <a:r>
              <a:rPr lang="fr-FR" dirty="0"/>
              <a:t>0.05*(C4-B4) if the target is exceeded</a:t>
            </a:r>
          </a:p>
          <a:p>
            <a:pPr lvl="1"/>
            <a:r>
              <a:rPr lang="fr-FR" dirty="0"/>
              <a:t>0 if the target is not exceeded</a:t>
            </a:r>
          </a:p>
          <a:p>
            <a:pPr lvl="1"/>
            <a:endParaRPr lang="fr-FR" dirty="0"/>
          </a:p>
          <a:p>
            <a:r>
              <a:rPr lang="fr-FR" dirty="0"/>
              <a:t>Solution:</a:t>
            </a:r>
          </a:p>
          <a:p>
            <a:pPr lvl="1"/>
            <a:r>
              <a:rPr lang="fr-FR" dirty="0"/>
              <a:t>IF(C4&gt;=B4, (C4-B4)*5%, 0)</a:t>
            </a:r>
          </a:p>
          <a:p>
            <a:pPr lvl="1"/>
            <a:r>
              <a:rPr lang="fr-FR" dirty="0"/>
              <a:t>IF(C4&gt;=B4, (C4-B4)*0.05, 0)</a:t>
            </a:r>
          </a:p>
          <a:p>
            <a:pPr lvl="1"/>
            <a:r>
              <a:rPr lang="fr-FR" dirty="0"/>
              <a:t>IF(C4&lt;B4, 0, (C4-B4)*5%)</a:t>
            </a:r>
          </a:p>
        </p:txBody>
      </p:sp>
    </p:spTree>
    <p:extLst>
      <p:ext uri="{BB962C8B-B14F-4D97-AF65-F5344CB8AC3E}">
        <p14:creationId xmlns:p14="http://schemas.microsoft.com/office/powerpoint/2010/main" val="2122984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A278C3-8249-46BF-88D4-733760A8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7- The AND/OR functions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AE5E6B-8E88-4D8D-BAD8-D9FED43EA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Exercise S1.6</a:t>
            </a:r>
          </a:p>
        </p:txBody>
      </p:sp>
    </p:spTree>
    <p:extLst>
      <p:ext uri="{BB962C8B-B14F-4D97-AF65-F5344CB8AC3E}">
        <p14:creationId xmlns:p14="http://schemas.microsoft.com/office/powerpoint/2010/main" val="1858866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02848-0944-4144-8154-56D508CA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516835"/>
            <a:ext cx="4249493" cy="5772840"/>
          </a:xfrm>
        </p:spPr>
        <p:txBody>
          <a:bodyPr anchor="ctr">
            <a:normAutofit/>
          </a:bodyPr>
          <a:lstStyle/>
          <a:p>
            <a:r>
              <a:rPr lang="fr-FR" sz="3600" dirty="0"/>
              <a:t>Instructions: </a:t>
            </a:r>
            <a:br>
              <a:rPr lang="fr-FR" sz="3600" dirty="0"/>
            </a:br>
            <a:r>
              <a:rPr lang="fr-FR" sz="3600" dirty="0"/>
              <a:t>An employee can receive a €500 bonus only if:</a:t>
            </a:r>
            <a:br>
              <a:rPr lang="fr-FR" sz="3600" dirty="0"/>
            </a:br>
            <a:r>
              <a:rPr lang="fr-FR" sz="3600" dirty="0"/>
              <a:t>1) They have more than 8 years of service</a:t>
            </a:r>
            <a:br>
              <a:rPr lang="fr-FR" sz="3600" dirty="0"/>
            </a:br>
            <a:r>
              <a:rPr lang="fr-FR" sz="3600" dirty="0"/>
              <a:t>2) They have a score of at least 12</a:t>
            </a:r>
            <a:br>
              <a:rPr lang="fr-FR" sz="3600" dirty="0"/>
            </a:br>
            <a:r>
              <a:rPr lang="fr-FR" sz="3600" dirty="0"/>
              <a:t>3) They have no late arrivals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DE089FC0-5399-45F4-97AA-DA1985DF29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41863" y="1438133"/>
          <a:ext cx="6797679" cy="4264807"/>
        </p:xfrm>
        <a:graphic>
          <a:graphicData uri="http://schemas.openxmlformats.org/drawingml/2006/table">
            <a:tbl>
              <a:tblPr/>
              <a:tblGrid>
                <a:gridCol w="1155596">
                  <a:extLst>
                    <a:ext uri="{9D8B030D-6E8A-4147-A177-3AD203B41FA5}">
                      <a16:colId xmlns:a16="http://schemas.microsoft.com/office/drawing/2014/main" val="3504288382"/>
                    </a:ext>
                  </a:extLst>
                </a:gridCol>
                <a:gridCol w="1323038">
                  <a:extLst>
                    <a:ext uri="{9D8B030D-6E8A-4147-A177-3AD203B41FA5}">
                      <a16:colId xmlns:a16="http://schemas.microsoft.com/office/drawing/2014/main" val="1921656303"/>
                    </a:ext>
                  </a:extLst>
                </a:gridCol>
                <a:gridCol w="679963">
                  <a:extLst>
                    <a:ext uri="{9D8B030D-6E8A-4147-A177-3AD203B41FA5}">
                      <a16:colId xmlns:a16="http://schemas.microsoft.com/office/drawing/2014/main" val="2739641144"/>
                    </a:ext>
                  </a:extLst>
                </a:gridCol>
                <a:gridCol w="1039113">
                  <a:extLst>
                    <a:ext uri="{9D8B030D-6E8A-4147-A177-3AD203B41FA5}">
                      <a16:colId xmlns:a16="http://schemas.microsoft.com/office/drawing/2014/main" val="2470246331"/>
                    </a:ext>
                  </a:extLst>
                </a:gridCol>
                <a:gridCol w="1323038">
                  <a:extLst>
                    <a:ext uri="{9D8B030D-6E8A-4147-A177-3AD203B41FA5}">
                      <a16:colId xmlns:a16="http://schemas.microsoft.com/office/drawing/2014/main" val="3643082158"/>
                    </a:ext>
                  </a:extLst>
                </a:gridCol>
                <a:gridCol w="1276931">
                  <a:extLst>
                    <a:ext uri="{9D8B030D-6E8A-4147-A177-3AD203B41FA5}">
                      <a16:colId xmlns:a16="http://schemas.microsoft.com/office/drawing/2014/main" val="166397316"/>
                    </a:ext>
                  </a:extLst>
                </a:gridCol>
              </a:tblGrid>
              <a:tr h="834397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EMPLOYEES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YEARS OF SERVICE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NOTE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</a:t>
                      </a:r>
                      <a:b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LATE ARRIVALS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BONUS</a:t>
                      </a:r>
                      <a:b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ALL 3 CONDITIONS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BONUS</a:t>
                      </a:r>
                      <a:b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fr-FR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LEAST 1 CONDITION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196445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BERGERON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40349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DUNAND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96605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FABRI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095311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GAULON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397437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GILLIBERT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58094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LELAY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12178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GRAND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41070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RULLET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603630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SABER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055857"/>
                  </a:ext>
                </a:extLst>
              </a:tr>
              <a:tr h="321878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SIMART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fr-F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07" marR="9707" marT="970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444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993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056BE5-07A3-40E6-8AAF-5429FB4F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The AND function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259C45-3B75-4509-8409-1BE7963F7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Simple function: returns 1 if </a:t>
            </a:r>
            <a:r>
              <a:rPr lang="fr-FR" u="sng" dirty="0">
                <a:solidFill>
                  <a:srgbClr val="FF0000"/>
                </a:solidFill>
              </a:rPr>
              <a:t>all conditions are met</a:t>
            </a:r>
          </a:p>
          <a:p>
            <a:pPr lvl="1"/>
            <a:r>
              <a:rPr lang="fr-FR" dirty="0"/>
              <a:t>AND(condition1, condition2, …)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Example: </a:t>
            </a:r>
          </a:p>
          <a:p>
            <a:pPr lvl="2"/>
            <a:r>
              <a:rPr lang="fr-FR" dirty="0"/>
              <a:t>IF(AND(B4&gt;8,C4&gt;=12,D4=0),500,0)</a:t>
            </a:r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6084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FE6292-F4CB-47C4-A1EE-D9147BF7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The OR function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D51908-6BAC-441C-9E27-51B43978B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Simple function (returns 1 </a:t>
            </a:r>
            <a:r>
              <a:rPr lang="fr-FR" u="sng" dirty="0">
                <a:solidFill>
                  <a:srgbClr val="FF0000"/>
                </a:solidFill>
              </a:rPr>
              <a:t>if one condition is met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OR(condition1, condition2, …)</a:t>
            </a:r>
          </a:p>
          <a:p>
            <a:pPr lvl="1"/>
            <a:r>
              <a:rPr lang="fr-FR" dirty="0"/>
              <a:t>Example:</a:t>
            </a:r>
          </a:p>
          <a:p>
            <a:pPr lvl="2"/>
            <a:r>
              <a:rPr lang="fr-FR" dirty="0"/>
              <a:t>IF(OR(B4&gt;8,C4&gt;=12,D4=0),500,0)</a:t>
            </a:r>
          </a:p>
        </p:txBody>
      </p:sp>
    </p:spTree>
    <p:extLst>
      <p:ext uri="{BB962C8B-B14F-4D97-AF65-F5344CB8AC3E}">
        <p14:creationId xmlns:p14="http://schemas.microsoft.com/office/powerpoint/2010/main" val="640550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0C654A-666B-4020-898A-9E06AE83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8- Individual application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A9DB05-0D05-4E06-9C7D-EB13E63FB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FOOD TRUCK Session 2  </a:t>
            </a:r>
            <a:r>
              <a:rPr lang="fr-FR" dirty="0">
                <a:sym typeface="Wingdings" panose="05000000000000000000" pitchFamily="2" charset="2"/>
              </a:rPr>
              <a:t> GO!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3527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0D7049-8EFC-0162-78E6-023B40E2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noProof="0" dirty="0">
                <a:solidFill>
                  <a:srgbClr val="FF0000"/>
                </a:solidFill>
              </a:rPr>
              <a:t>Epilogue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C0763F-605B-FA7F-5486-9C0ECC606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0278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350FC48-0CE9-052A-56AE-B9DA25759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fr-FR" sz="4800" noProof="0" dirty="0">
                <a:solidFill>
                  <a:srgbClr val="FF0000"/>
                </a:solidFill>
              </a:rPr>
              <a:t>By the end of this session, you should be able to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9B08EDF-DE0E-F087-279C-2D382E2DC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7978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63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A0DEC3-476F-3BD5-7233-D1A2A2020F48}"/>
              </a:ext>
            </a:extLst>
          </p:cNvPr>
          <p:cNvSpPr txBox="1"/>
          <p:nvPr/>
        </p:nvSpPr>
        <p:spPr>
          <a:xfrm>
            <a:off x="2173574" y="5081666"/>
            <a:ext cx="819961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Mercedeh ERFANIANGHASAB: </a:t>
            </a:r>
            <a:r>
              <a:rPr lang="en-GB" dirty="0">
                <a:solidFill>
                  <a:schemeClr val="bg1"/>
                </a:solidFill>
                <a:hlinkClick r:id="rId2"/>
              </a:rPr>
              <a:t>Mercedeh.ERFANIANGHASAB@essca.fr</a:t>
            </a:r>
            <a:r>
              <a:rPr lang="en-GB" dirty="0">
                <a:solidFill>
                  <a:schemeClr val="bg1"/>
                </a:solidFill>
              </a:rPr>
              <a:t> (Lyon)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Jérémy CELSE: </a:t>
            </a:r>
            <a:r>
              <a:rPr lang="en-GB" dirty="0">
                <a:solidFill>
                  <a:schemeClr val="bg1"/>
                </a:solidFill>
                <a:hlinkClick r:id="rId3"/>
              </a:rPr>
              <a:t>jeremy.celse@essca.fr</a:t>
            </a:r>
            <a:r>
              <a:rPr lang="en-GB" dirty="0">
                <a:solidFill>
                  <a:schemeClr val="bg1"/>
                </a:solidFill>
              </a:rPr>
              <a:t> (Bordeaux)</a:t>
            </a:r>
          </a:p>
        </p:txBody>
      </p:sp>
    </p:spTree>
    <p:extLst>
      <p:ext uri="{BB962C8B-B14F-4D97-AF65-F5344CB8AC3E}">
        <p14:creationId xmlns:p14="http://schemas.microsoft.com/office/powerpoint/2010/main" val="38547985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</TotalTime>
  <Words>1542</Words>
  <Application>Microsoft Macintosh PowerPoint</Application>
  <PresentationFormat>Widescreen</PresentationFormat>
  <Paragraphs>495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 Math</vt:lpstr>
      <vt:lpstr>Wingdings</vt:lpstr>
      <vt:lpstr>Thème Office</vt:lpstr>
      <vt:lpstr>Data Description</vt:lpstr>
      <vt:lpstr>Session objectives</vt:lpstr>
      <vt:lpstr>1 – Getting started</vt:lpstr>
      <vt:lpstr>Getting started </vt:lpstr>
      <vt:lpstr>You should now be able to:</vt:lpstr>
      <vt:lpstr>2- Basic calculations</vt:lpstr>
      <vt:lpstr>INSTRUCTIONS: Download the ExerciseS1.2 file Complete the grey cells </vt:lpstr>
      <vt:lpstr>Tips – key points to master – </vt:lpstr>
      <vt:lpstr>3 - Basic calculations  (2)</vt:lpstr>
      <vt:lpstr>Basic calculations 2  INSTRUCTIONS: Download the ExerciseS1.3 file Complete the grey cells </vt:lpstr>
      <vt:lpstr>Tips – key points to master –</vt:lpstr>
      <vt:lpstr>4- Application exercise</vt:lpstr>
      <vt:lpstr>Instructions</vt:lpstr>
      <vt:lpstr>5 - Introducing the IF function</vt:lpstr>
      <vt:lpstr>Instructions In column “C”, write “TOO COLD” when the temperature is strictly below 4° In column “D”, write “TOO COLD” when the temperature is strictly below 4°, “OK” when it is between 4° and 6°, and “TOO HOT” when it is above 6° </vt:lpstr>
      <vt:lpstr>The “IF” function</vt:lpstr>
      <vt:lpstr>6- Applying the IF function</vt:lpstr>
      <vt:lpstr>Instructions: The bonus is equal to 5% of the additional revenue achieved above the target</vt:lpstr>
      <vt:lpstr>Key points to know &amp; remember</vt:lpstr>
      <vt:lpstr>7- The AND/OR functions</vt:lpstr>
      <vt:lpstr>Instructions:  An employee can receive a €500 bonus only if: 1) They have more than 8 years of service 2) They have a score of at least 12 3) They have no late arrivals</vt:lpstr>
      <vt:lpstr>The AND function</vt:lpstr>
      <vt:lpstr>The OR function</vt:lpstr>
      <vt:lpstr>8- Individual application</vt:lpstr>
      <vt:lpstr>Epilogue</vt:lpstr>
      <vt:lpstr>By the end of this session, you should be able to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CELSE Jeremy</dc:creator>
  <cp:lastModifiedBy>Mercede Erfanianghasab</cp:lastModifiedBy>
  <cp:revision>9</cp:revision>
  <dcterms:created xsi:type="dcterms:W3CDTF">2025-02-10T09:23:47Z</dcterms:created>
  <dcterms:modified xsi:type="dcterms:W3CDTF">2026-08-21T13:40:57Z</dcterms:modified>
</cp:coreProperties>
</file>