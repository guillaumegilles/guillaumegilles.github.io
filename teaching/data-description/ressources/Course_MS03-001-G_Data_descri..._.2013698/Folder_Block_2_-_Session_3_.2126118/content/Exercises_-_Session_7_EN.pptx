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6" r:id="rId3"/>
    <p:sldId id="265" r:id="rId4"/>
    <p:sldId id="259" r:id="rId5"/>
    <p:sldId id="268"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EBF9EB-6199-4114-8746-3F6241EFACE9}" v="1" dt="2021-10-15T13:00:22.82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27" d="100"/>
          <a:sy n="127" d="100"/>
        </p:scale>
        <p:origin x="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4ABD2275-C5F7-41A4-8E89-05497293A01B}"/>
    <pc:docChg chg="undo custSel addSld delSld modSld">
      <pc:chgData name="KACHOUR Maher" userId="09775c39-7739-40bf-ba04-c8ef3ab24a94" providerId="ADAL" clId="{4ABD2275-C5F7-41A4-8E89-05497293A01B}" dt="2021-10-15T12:54:04.799" v="370"/>
      <pc:docMkLst>
        <pc:docMk/>
      </pc:docMkLst>
      <pc:sldChg chg="modSp mod">
        <pc:chgData name="KACHOUR Maher" userId="09775c39-7739-40bf-ba04-c8ef3ab24a94" providerId="ADAL" clId="{4ABD2275-C5F7-41A4-8E89-05497293A01B}" dt="2021-10-15T12:19:46.946" v="32" actId="20577"/>
        <pc:sldMkLst>
          <pc:docMk/>
          <pc:sldMk cId="3884457258" sldId="256"/>
        </pc:sldMkLst>
        <pc:spChg chg="mod">
          <ac:chgData name="KACHOUR Maher" userId="09775c39-7739-40bf-ba04-c8ef3ab24a94" providerId="ADAL" clId="{4ABD2275-C5F7-41A4-8E89-05497293A01B}" dt="2021-10-15T12:19:46.946" v="32" actId="20577"/>
          <ac:spMkLst>
            <pc:docMk/>
            <pc:sldMk cId="3884457258" sldId="256"/>
            <ac:spMk id="4" creationId="{DF25F7F9-D26E-4B65-8387-484298AE7CF4}"/>
          </ac:spMkLst>
        </pc:spChg>
      </pc:sldChg>
      <pc:sldChg chg="modSp mod">
        <pc:chgData name="KACHOUR Maher" userId="09775c39-7739-40bf-ba04-c8ef3ab24a94" providerId="ADAL" clId="{4ABD2275-C5F7-41A4-8E89-05497293A01B}" dt="2021-10-15T12:18:54.606" v="1" actId="20577"/>
        <pc:sldMkLst>
          <pc:docMk/>
          <pc:sldMk cId="0" sldId="257"/>
        </pc:sldMkLst>
        <pc:spChg chg="mod">
          <ac:chgData name="KACHOUR Maher" userId="09775c39-7739-40bf-ba04-c8ef3ab24a94" providerId="ADAL" clId="{4ABD2275-C5F7-41A4-8E89-05497293A01B}" dt="2021-10-15T12:18:54.606" v="1" actId="20577"/>
          <ac:spMkLst>
            <pc:docMk/>
            <pc:sldMk cId="0" sldId="257"/>
            <ac:spMk id="3" creationId="{00000000-0000-0000-0000-000000000000}"/>
          </ac:spMkLst>
        </pc:spChg>
      </pc:sldChg>
      <pc:sldChg chg="modSp mod">
        <pc:chgData name="KACHOUR Maher" userId="09775c39-7739-40bf-ba04-c8ef3ab24a94" providerId="ADAL" clId="{4ABD2275-C5F7-41A4-8E89-05497293A01B}" dt="2021-10-15T12:30:13.433" v="200" actId="20577"/>
        <pc:sldMkLst>
          <pc:docMk/>
          <pc:sldMk cId="1632906986" sldId="258"/>
        </pc:sldMkLst>
        <pc:spChg chg="mod">
          <ac:chgData name="KACHOUR Maher" userId="09775c39-7739-40bf-ba04-c8ef3ab24a94" providerId="ADAL" clId="{4ABD2275-C5F7-41A4-8E89-05497293A01B}" dt="2021-10-15T12:30:13.433" v="200" actId="20577"/>
          <ac:spMkLst>
            <pc:docMk/>
            <pc:sldMk cId="1632906986" sldId="258"/>
            <ac:spMk id="3" creationId="{CC9FE004-1C6E-4667-8710-CA96506DE21E}"/>
          </ac:spMkLst>
        </pc:spChg>
      </pc:sldChg>
      <pc:sldChg chg="modSp mod">
        <pc:chgData name="KACHOUR Maher" userId="09775c39-7739-40bf-ba04-c8ef3ab24a94" providerId="ADAL" clId="{4ABD2275-C5F7-41A4-8E89-05497293A01B}" dt="2021-10-15T12:31:01.760" v="201"/>
        <pc:sldMkLst>
          <pc:docMk/>
          <pc:sldMk cId="3342625250" sldId="259"/>
        </pc:sldMkLst>
        <pc:spChg chg="mod">
          <ac:chgData name="KACHOUR Maher" userId="09775c39-7739-40bf-ba04-c8ef3ab24a94" providerId="ADAL" clId="{4ABD2275-C5F7-41A4-8E89-05497293A01B}" dt="2021-10-15T12:31:01.760" v="201"/>
          <ac:spMkLst>
            <pc:docMk/>
            <pc:sldMk cId="3342625250" sldId="259"/>
            <ac:spMk id="3" creationId="{86DA4EC6-6600-48BE-AED2-90A0A908CF8F}"/>
          </ac:spMkLst>
        </pc:spChg>
      </pc:sldChg>
      <pc:sldChg chg="modSp mod">
        <pc:chgData name="KACHOUR Maher" userId="09775c39-7739-40bf-ba04-c8ef3ab24a94" providerId="ADAL" clId="{4ABD2275-C5F7-41A4-8E89-05497293A01B}" dt="2021-10-15T12:50:26.395" v="355" actId="20577"/>
        <pc:sldMkLst>
          <pc:docMk/>
          <pc:sldMk cId="4200507792" sldId="262"/>
        </pc:sldMkLst>
        <pc:spChg chg="mod">
          <ac:chgData name="KACHOUR Maher" userId="09775c39-7739-40bf-ba04-c8ef3ab24a94" providerId="ADAL" clId="{4ABD2275-C5F7-41A4-8E89-05497293A01B}" dt="2021-10-15T12:50:26.395" v="355" actId="20577"/>
          <ac:spMkLst>
            <pc:docMk/>
            <pc:sldMk cId="4200507792" sldId="262"/>
            <ac:spMk id="6" creationId="{B9F24573-B8C6-4491-AFA0-36142DDC64B5}"/>
          </ac:spMkLst>
        </pc:spChg>
        <pc:graphicFrameChg chg="modGraphic">
          <ac:chgData name="KACHOUR Maher" userId="09775c39-7739-40bf-ba04-c8ef3ab24a94" providerId="ADAL" clId="{4ABD2275-C5F7-41A4-8E89-05497293A01B}" dt="2021-10-15T12:44:32.729" v="279" actId="2164"/>
          <ac:graphicFrameMkLst>
            <pc:docMk/>
            <pc:sldMk cId="4200507792" sldId="262"/>
            <ac:graphicFrameMk id="10" creationId="{096B941A-D693-4148-80B8-A45B24E4FAD1}"/>
          </ac:graphicFrameMkLst>
        </pc:graphicFrameChg>
      </pc:sldChg>
      <pc:sldChg chg="addSp delSp modSp add mod">
        <pc:chgData name="KACHOUR Maher" userId="09775c39-7739-40bf-ba04-c8ef3ab24a94" providerId="ADAL" clId="{4ABD2275-C5F7-41A4-8E89-05497293A01B}" dt="2021-10-15T12:43:38.482" v="278" actId="14734"/>
        <pc:sldMkLst>
          <pc:docMk/>
          <pc:sldMk cId="290671189" sldId="263"/>
        </pc:sldMkLst>
        <pc:spChg chg="mod">
          <ac:chgData name="KACHOUR Maher" userId="09775c39-7739-40bf-ba04-c8ef3ab24a94" providerId="ADAL" clId="{4ABD2275-C5F7-41A4-8E89-05497293A01B}" dt="2021-10-15T12:43:14.657" v="275" actId="1076"/>
          <ac:spMkLst>
            <pc:docMk/>
            <pc:sldMk cId="290671189" sldId="263"/>
            <ac:spMk id="3" creationId="{CC9FE004-1C6E-4667-8710-CA96506DE21E}"/>
          </ac:spMkLst>
        </pc:spChg>
        <pc:graphicFrameChg chg="del mod modGraphic">
          <ac:chgData name="KACHOUR Maher" userId="09775c39-7739-40bf-ba04-c8ef3ab24a94" providerId="ADAL" clId="{4ABD2275-C5F7-41A4-8E89-05497293A01B}" dt="2021-10-15T12:42:17.404" v="265" actId="478"/>
          <ac:graphicFrameMkLst>
            <pc:docMk/>
            <pc:sldMk cId="290671189" sldId="263"/>
            <ac:graphicFrameMk id="5" creationId="{C5935286-E84C-4A5B-9E95-1C36A0F9B1CD}"/>
          </ac:graphicFrameMkLst>
        </pc:graphicFrameChg>
        <pc:graphicFrameChg chg="add mod modGraphic">
          <ac:chgData name="KACHOUR Maher" userId="09775c39-7739-40bf-ba04-c8ef3ab24a94" providerId="ADAL" clId="{4ABD2275-C5F7-41A4-8E89-05497293A01B}" dt="2021-10-15T12:43:38.482" v="278" actId="14734"/>
          <ac:graphicFrameMkLst>
            <pc:docMk/>
            <pc:sldMk cId="290671189" sldId="263"/>
            <ac:graphicFrameMk id="6" creationId="{C960491C-B5FD-4D83-9566-AD3C9234B2D6}"/>
          </ac:graphicFrameMkLst>
        </pc:graphicFrameChg>
      </pc:sldChg>
      <pc:sldChg chg="add del">
        <pc:chgData name="KACHOUR Maher" userId="09775c39-7739-40bf-ba04-c8ef3ab24a94" providerId="ADAL" clId="{4ABD2275-C5F7-41A4-8E89-05497293A01B}" dt="2021-10-15T12:52:05.238" v="357" actId="47"/>
        <pc:sldMkLst>
          <pc:docMk/>
          <pc:sldMk cId="236773734" sldId="264"/>
        </pc:sldMkLst>
      </pc:sldChg>
      <pc:sldChg chg="delSp modSp add mod setBg delDesignElem">
        <pc:chgData name="KACHOUR Maher" userId="09775c39-7739-40bf-ba04-c8ef3ab24a94" providerId="ADAL" clId="{4ABD2275-C5F7-41A4-8E89-05497293A01B}" dt="2021-10-15T12:54:04.799" v="370"/>
        <pc:sldMkLst>
          <pc:docMk/>
          <pc:sldMk cId="385761548" sldId="264"/>
        </pc:sldMkLst>
        <pc:spChg chg="mod">
          <ac:chgData name="KACHOUR Maher" userId="09775c39-7739-40bf-ba04-c8ef3ab24a94" providerId="ADAL" clId="{4ABD2275-C5F7-41A4-8E89-05497293A01B}" dt="2021-10-15T12:54:04.799" v="370"/>
          <ac:spMkLst>
            <pc:docMk/>
            <pc:sldMk cId="385761548" sldId="264"/>
            <ac:spMk id="5" creationId="{D7B24147-55AB-4BC4-B183-ED51FCA4DB97}"/>
          </ac:spMkLst>
        </pc:spChg>
        <pc:spChg chg="del">
          <ac:chgData name="KACHOUR Maher" userId="09775c39-7739-40bf-ba04-c8ef3ab24a94" providerId="ADAL" clId="{4ABD2275-C5F7-41A4-8E89-05497293A01B}" dt="2021-10-15T12:52:06.251" v="359"/>
          <ac:spMkLst>
            <pc:docMk/>
            <pc:sldMk cId="385761548" sldId="264"/>
            <ac:spMk id="22" creationId="{385E1BDC-A9B0-4A87-82E3-F3187F69A802}"/>
          </ac:spMkLst>
        </pc:spChg>
        <pc:spChg chg="del">
          <ac:chgData name="KACHOUR Maher" userId="09775c39-7739-40bf-ba04-c8ef3ab24a94" providerId="ADAL" clId="{4ABD2275-C5F7-41A4-8E89-05497293A01B}" dt="2021-10-15T12:52:06.251" v="359"/>
          <ac:spMkLst>
            <pc:docMk/>
            <pc:sldMk cId="385761548" sldId="264"/>
            <ac:spMk id="24" creationId="{0990C621-3B8B-4820-8328-D47EF7CE823C}"/>
          </ac:spMkLst>
        </pc:spChg>
        <pc:spChg chg="del">
          <ac:chgData name="KACHOUR Maher" userId="09775c39-7739-40bf-ba04-c8ef3ab24a94" providerId="ADAL" clId="{4ABD2275-C5F7-41A4-8E89-05497293A01B}" dt="2021-10-15T12:52:06.251" v="359"/>
          <ac:spMkLst>
            <pc:docMk/>
            <pc:sldMk cId="385761548" sldId="264"/>
            <ac:spMk id="26" creationId="{C1A2385B-1D2A-4E17-84FA-6CB7F0AAE473}"/>
          </ac:spMkLst>
        </pc:spChg>
        <pc:spChg chg="del">
          <ac:chgData name="KACHOUR Maher" userId="09775c39-7739-40bf-ba04-c8ef3ab24a94" providerId="ADAL" clId="{4ABD2275-C5F7-41A4-8E89-05497293A01B}" dt="2021-10-15T12:52:06.251" v="359"/>
          <ac:spMkLst>
            <pc:docMk/>
            <pc:sldMk cId="385761548" sldId="264"/>
            <ac:spMk id="28" creationId="{5E791F2F-79DB-4CC0-9FA1-001E3E91E8B7}"/>
          </ac:spMkLst>
        </pc:spChg>
      </pc:sldChg>
    </pc:docChg>
  </pc:docChgLst>
  <pc:docChgLst>
    <pc:chgData name="KACHOUR Maher" userId="09775c39-7739-40bf-ba04-c8ef3ab24a94" providerId="ADAL" clId="{1DA53DD8-B3E4-4039-B56F-E5EF414AC823}"/>
    <pc:docChg chg="custSel modSld">
      <pc:chgData name="KACHOUR Maher" userId="09775c39-7739-40bf-ba04-c8ef3ab24a94" providerId="ADAL" clId="{1DA53DD8-B3E4-4039-B56F-E5EF414AC823}" dt="2021-10-15T12:58:26.227" v="10" actId="1076"/>
      <pc:docMkLst>
        <pc:docMk/>
      </pc:docMkLst>
      <pc:sldChg chg="modSp mod">
        <pc:chgData name="KACHOUR Maher" userId="09775c39-7739-40bf-ba04-c8ef3ab24a94" providerId="ADAL" clId="{1DA53DD8-B3E4-4039-B56F-E5EF414AC823}" dt="2021-10-15T12:57:00.575" v="1" actId="20577"/>
        <pc:sldMkLst>
          <pc:docMk/>
          <pc:sldMk cId="3884457258" sldId="256"/>
        </pc:sldMkLst>
        <pc:spChg chg="mod">
          <ac:chgData name="KACHOUR Maher" userId="09775c39-7739-40bf-ba04-c8ef3ab24a94" providerId="ADAL" clId="{1DA53DD8-B3E4-4039-B56F-E5EF414AC823}" dt="2021-10-15T12:57:00.575" v="1" actId="20577"/>
          <ac:spMkLst>
            <pc:docMk/>
            <pc:sldMk cId="3884457258" sldId="256"/>
            <ac:spMk id="2" creationId="{A4AEDEBA-6FE9-4F23-B02B-9FB71BC17484}"/>
          </ac:spMkLst>
        </pc:spChg>
      </pc:sldChg>
      <pc:sldChg chg="modSp mod">
        <pc:chgData name="KACHOUR Maher" userId="09775c39-7739-40bf-ba04-c8ef3ab24a94" providerId="ADAL" clId="{1DA53DD8-B3E4-4039-B56F-E5EF414AC823}" dt="2021-10-15T12:57:36.547" v="3" actId="20577"/>
        <pc:sldMkLst>
          <pc:docMk/>
          <pc:sldMk cId="1632906986" sldId="258"/>
        </pc:sldMkLst>
        <pc:spChg chg="mod">
          <ac:chgData name="KACHOUR Maher" userId="09775c39-7739-40bf-ba04-c8ef3ab24a94" providerId="ADAL" clId="{1DA53DD8-B3E4-4039-B56F-E5EF414AC823}" dt="2021-10-15T12:57:36.547" v="3" actId="20577"/>
          <ac:spMkLst>
            <pc:docMk/>
            <pc:sldMk cId="1632906986" sldId="258"/>
            <ac:spMk id="2" creationId="{A4AEDEBA-6FE9-4F23-B02B-9FB71BC17484}"/>
          </ac:spMkLst>
        </pc:spChg>
      </pc:sldChg>
      <pc:sldChg chg="modSp mod">
        <pc:chgData name="KACHOUR Maher" userId="09775c39-7739-40bf-ba04-c8ef3ab24a94" providerId="ADAL" clId="{1DA53DD8-B3E4-4039-B56F-E5EF414AC823}" dt="2021-10-15T12:58:26.227" v="10" actId="1076"/>
        <pc:sldMkLst>
          <pc:docMk/>
          <pc:sldMk cId="3342625250" sldId="259"/>
        </pc:sldMkLst>
        <pc:spChg chg="mod">
          <ac:chgData name="KACHOUR Maher" userId="09775c39-7739-40bf-ba04-c8ef3ab24a94" providerId="ADAL" clId="{1DA53DD8-B3E4-4039-B56F-E5EF414AC823}" dt="2021-10-15T12:58:17.625" v="8" actId="27636"/>
          <ac:spMkLst>
            <pc:docMk/>
            <pc:sldMk cId="3342625250" sldId="259"/>
            <ac:spMk id="3" creationId="{86DA4EC6-6600-48BE-AED2-90A0A908CF8F}"/>
          </ac:spMkLst>
        </pc:spChg>
        <pc:graphicFrameChg chg="mod modGraphic">
          <ac:chgData name="KACHOUR Maher" userId="09775c39-7739-40bf-ba04-c8ef3ab24a94" providerId="ADAL" clId="{1DA53DD8-B3E4-4039-B56F-E5EF414AC823}" dt="2021-10-15T12:58:26.227" v="10" actId="1076"/>
          <ac:graphicFrameMkLst>
            <pc:docMk/>
            <pc:sldMk cId="3342625250" sldId="259"/>
            <ac:graphicFrameMk id="4" creationId="{D8731FE7-289F-4569-8899-DD98785D8C02}"/>
          </ac:graphicFrameMkLst>
        </pc:graphicFrameChg>
      </pc:sldChg>
      <pc:sldChg chg="modSp mod">
        <pc:chgData name="KACHOUR Maher" userId="09775c39-7739-40bf-ba04-c8ef3ab24a94" providerId="ADAL" clId="{1DA53DD8-B3E4-4039-B56F-E5EF414AC823}" dt="2021-10-15T12:57:53.724" v="5" actId="20577"/>
        <pc:sldMkLst>
          <pc:docMk/>
          <pc:sldMk cId="290671189" sldId="263"/>
        </pc:sldMkLst>
        <pc:spChg chg="mod">
          <ac:chgData name="KACHOUR Maher" userId="09775c39-7739-40bf-ba04-c8ef3ab24a94" providerId="ADAL" clId="{1DA53DD8-B3E4-4039-B56F-E5EF414AC823}" dt="2021-10-15T12:57:53.724" v="5" actId="20577"/>
          <ac:spMkLst>
            <pc:docMk/>
            <pc:sldMk cId="290671189" sldId="263"/>
            <ac:spMk id="2" creationId="{A4AEDEBA-6FE9-4F23-B02B-9FB71BC17484}"/>
          </ac:spMkLst>
        </pc:spChg>
      </pc:sldChg>
    </pc:docChg>
  </pc:docChgLst>
  <pc:docChgLst>
    <pc:chgData name="KACHOUR Maher" userId="09775c39-7739-40bf-ba04-c8ef3ab24a94" providerId="ADAL" clId="{2370CBF8-D1D8-4922-A968-E90E226146FA}"/>
    <pc:docChg chg="undo custSel addSld modSld">
      <pc:chgData name="KACHOUR Maher" userId="09775c39-7739-40bf-ba04-c8ef3ab24a94" providerId="ADAL" clId="{2370CBF8-D1D8-4922-A968-E90E226146FA}" dt="2021-10-14T14:52:58.120" v="341" actId="26606"/>
      <pc:docMkLst>
        <pc:docMk/>
      </pc:docMkLst>
      <pc:sldChg chg="modSp mod">
        <pc:chgData name="KACHOUR Maher" userId="09775c39-7739-40bf-ba04-c8ef3ab24a94" providerId="ADAL" clId="{2370CBF8-D1D8-4922-A968-E90E226146FA}" dt="2021-10-14T14:21:33.156" v="202" actId="1076"/>
        <pc:sldMkLst>
          <pc:docMk/>
          <pc:sldMk cId="3884457258" sldId="256"/>
        </pc:sldMkLst>
        <pc:spChg chg="mod">
          <ac:chgData name="KACHOUR Maher" userId="09775c39-7739-40bf-ba04-c8ef3ab24a94" providerId="ADAL" clId="{2370CBF8-D1D8-4922-A968-E90E226146FA}" dt="2021-10-14T14:21:33.156" v="202" actId="1076"/>
          <ac:spMkLst>
            <pc:docMk/>
            <pc:sldMk cId="3884457258" sldId="256"/>
            <ac:spMk id="2" creationId="{A4AEDEBA-6FE9-4F23-B02B-9FB71BC17484}"/>
          </ac:spMkLst>
        </pc:spChg>
        <pc:spChg chg="mod">
          <ac:chgData name="KACHOUR Maher" userId="09775c39-7739-40bf-ba04-c8ef3ab24a94" providerId="ADAL" clId="{2370CBF8-D1D8-4922-A968-E90E226146FA}" dt="2021-10-14T14:21:02.557" v="199" actId="20577"/>
          <ac:spMkLst>
            <pc:docMk/>
            <pc:sldMk cId="3884457258" sldId="256"/>
            <ac:spMk id="4" creationId="{DF25F7F9-D26E-4B65-8387-484298AE7CF4}"/>
          </ac:spMkLst>
        </pc:spChg>
        <pc:graphicFrameChg chg="mod modGraphic">
          <ac:chgData name="KACHOUR Maher" userId="09775c39-7739-40bf-ba04-c8ef3ab24a94" providerId="ADAL" clId="{2370CBF8-D1D8-4922-A968-E90E226146FA}" dt="2021-10-14T14:11:19.595" v="64" actId="14734"/>
          <ac:graphicFrameMkLst>
            <pc:docMk/>
            <pc:sldMk cId="3884457258" sldId="256"/>
            <ac:graphicFrameMk id="5" creationId="{8D618231-F795-4672-A643-43223F39DFB3}"/>
          </ac:graphicFrameMkLst>
        </pc:graphicFrameChg>
      </pc:sldChg>
      <pc:sldChg chg="modSp mod">
        <pc:chgData name="KACHOUR Maher" userId="09775c39-7739-40bf-ba04-c8ef3ab24a94" providerId="ADAL" clId="{2370CBF8-D1D8-4922-A968-E90E226146FA}" dt="2021-10-14T14:07:55.333" v="1" actId="20577"/>
        <pc:sldMkLst>
          <pc:docMk/>
          <pc:sldMk cId="0" sldId="257"/>
        </pc:sldMkLst>
        <pc:spChg chg="mod">
          <ac:chgData name="KACHOUR Maher" userId="09775c39-7739-40bf-ba04-c8ef3ab24a94" providerId="ADAL" clId="{2370CBF8-D1D8-4922-A968-E90E226146FA}" dt="2021-10-14T14:07:55.333" v="1" actId="20577"/>
          <ac:spMkLst>
            <pc:docMk/>
            <pc:sldMk cId="0" sldId="257"/>
            <ac:spMk id="3" creationId="{00000000-0000-0000-0000-000000000000}"/>
          </ac:spMkLst>
        </pc:spChg>
      </pc:sldChg>
      <pc:sldChg chg="addSp modSp mod">
        <pc:chgData name="KACHOUR Maher" userId="09775c39-7739-40bf-ba04-c8ef3ab24a94" providerId="ADAL" clId="{2370CBF8-D1D8-4922-A968-E90E226146FA}" dt="2021-10-14T14:21:23.943" v="201" actId="1076"/>
        <pc:sldMkLst>
          <pc:docMk/>
          <pc:sldMk cId="1632906986" sldId="258"/>
        </pc:sldMkLst>
        <pc:spChg chg="mod">
          <ac:chgData name="KACHOUR Maher" userId="09775c39-7739-40bf-ba04-c8ef3ab24a94" providerId="ADAL" clId="{2370CBF8-D1D8-4922-A968-E90E226146FA}" dt="2021-10-14T14:14:18.992" v="72" actId="1076"/>
          <ac:spMkLst>
            <pc:docMk/>
            <pc:sldMk cId="1632906986" sldId="258"/>
            <ac:spMk id="2" creationId="{A4AEDEBA-6FE9-4F23-B02B-9FB71BC17484}"/>
          </ac:spMkLst>
        </pc:spChg>
        <pc:graphicFrameChg chg="mod modGraphic">
          <ac:chgData name="KACHOUR Maher" userId="09775c39-7739-40bf-ba04-c8ef3ab24a94" providerId="ADAL" clId="{2370CBF8-D1D8-4922-A968-E90E226146FA}" dt="2021-10-14T14:21:19.090" v="200" actId="14734"/>
          <ac:graphicFrameMkLst>
            <pc:docMk/>
            <pc:sldMk cId="1632906986" sldId="258"/>
            <ac:graphicFrameMk id="5" creationId="{C5935286-E84C-4A5B-9E95-1C36A0F9B1CD}"/>
          </ac:graphicFrameMkLst>
        </pc:graphicFrameChg>
        <pc:picChg chg="add mod">
          <ac:chgData name="KACHOUR Maher" userId="09775c39-7739-40bf-ba04-c8ef3ab24a94" providerId="ADAL" clId="{2370CBF8-D1D8-4922-A968-E90E226146FA}" dt="2021-10-14T14:21:23.943" v="201" actId="1076"/>
          <ac:picMkLst>
            <pc:docMk/>
            <pc:sldMk cId="1632906986" sldId="258"/>
            <ac:picMk id="6" creationId="{C89D6DEA-6D91-456E-968B-68D46AFB39DB}"/>
          </ac:picMkLst>
        </pc:picChg>
      </pc:sldChg>
      <pc:sldChg chg="modSp mod">
        <pc:chgData name="KACHOUR Maher" userId="09775c39-7739-40bf-ba04-c8ef3ab24a94" providerId="ADAL" clId="{2370CBF8-D1D8-4922-A968-E90E226146FA}" dt="2021-10-14T14:34:58.077" v="263" actId="14734"/>
        <pc:sldMkLst>
          <pc:docMk/>
          <pc:sldMk cId="3342625250" sldId="259"/>
        </pc:sldMkLst>
        <pc:spChg chg="mod">
          <ac:chgData name="KACHOUR Maher" userId="09775c39-7739-40bf-ba04-c8ef3ab24a94" providerId="ADAL" clId="{2370CBF8-D1D8-4922-A968-E90E226146FA}" dt="2021-10-14T14:15:14.332" v="77" actId="1076"/>
          <ac:spMkLst>
            <pc:docMk/>
            <pc:sldMk cId="3342625250" sldId="259"/>
            <ac:spMk id="2" creationId="{159DF4AF-EB56-497F-9EC4-3792B7715C09}"/>
          </ac:spMkLst>
        </pc:spChg>
        <pc:spChg chg="mod">
          <ac:chgData name="KACHOUR Maher" userId="09775c39-7739-40bf-ba04-c8ef3ab24a94" providerId="ADAL" clId="{2370CBF8-D1D8-4922-A968-E90E226146FA}" dt="2021-10-14T14:34:47.405" v="260" actId="27636"/>
          <ac:spMkLst>
            <pc:docMk/>
            <pc:sldMk cId="3342625250" sldId="259"/>
            <ac:spMk id="3" creationId="{86DA4EC6-6600-48BE-AED2-90A0A908CF8F}"/>
          </ac:spMkLst>
        </pc:spChg>
        <pc:graphicFrameChg chg="mod modGraphic">
          <ac:chgData name="KACHOUR Maher" userId="09775c39-7739-40bf-ba04-c8ef3ab24a94" providerId="ADAL" clId="{2370CBF8-D1D8-4922-A968-E90E226146FA}" dt="2021-10-14T14:34:58.077" v="263" actId="14734"/>
          <ac:graphicFrameMkLst>
            <pc:docMk/>
            <pc:sldMk cId="3342625250" sldId="259"/>
            <ac:graphicFrameMk id="4" creationId="{D8731FE7-289F-4569-8899-DD98785D8C02}"/>
          </ac:graphicFrameMkLst>
        </pc:graphicFrameChg>
      </pc:sldChg>
      <pc:sldChg chg="addSp modSp mod setBg">
        <pc:chgData name="KACHOUR Maher" userId="09775c39-7739-40bf-ba04-c8ef3ab24a94" providerId="ADAL" clId="{2370CBF8-D1D8-4922-A968-E90E226146FA}" dt="2021-10-14T14:48:39.199" v="337" actId="26606"/>
        <pc:sldMkLst>
          <pc:docMk/>
          <pc:sldMk cId="962425727" sldId="260"/>
        </pc:sldMkLst>
        <pc:spChg chg="mod">
          <ac:chgData name="KACHOUR Maher" userId="09775c39-7739-40bf-ba04-c8ef3ab24a94" providerId="ADAL" clId="{2370CBF8-D1D8-4922-A968-E90E226146FA}" dt="2021-10-14T14:48:39.199" v="337" actId="26606"/>
          <ac:spMkLst>
            <pc:docMk/>
            <pc:sldMk cId="962425727" sldId="260"/>
            <ac:spMk id="2" creationId="{159DF4AF-EB56-497F-9EC4-3792B7715C09}"/>
          </ac:spMkLst>
        </pc:spChg>
        <pc:spChg chg="mod">
          <ac:chgData name="KACHOUR Maher" userId="09775c39-7739-40bf-ba04-c8ef3ab24a94" providerId="ADAL" clId="{2370CBF8-D1D8-4922-A968-E90E226146FA}" dt="2021-10-14T14:48:39.199" v="337" actId="26606"/>
          <ac:spMkLst>
            <pc:docMk/>
            <pc:sldMk cId="962425727" sldId="260"/>
            <ac:spMk id="3" creationId="{86DA4EC6-6600-48BE-AED2-90A0A908CF8F}"/>
          </ac:spMkLst>
        </pc:spChg>
        <pc:spChg chg="add">
          <ac:chgData name="KACHOUR Maher" userId="09775c39-7739-40bf-ba04-c8ef3ab24a94" providerId="ADAL" clId="{2370CBF8-D1D8-4922-A968-E90E226146FA}" dt="2021-10-14T14:48:39.199" v="337" actId="26606"/>
          <ac:spMkLst>
            <pc:docMk/>
            <pc:sldMk cId="962425727" sldId="260"/>
            <ac:spMk id="11" creationId="{385E1BDC-A9B0-4A87-82E3-F3187F69A802}"/>
          </ac:spMkLst>
        </pc:spChg>
        <pc:spChg chg="add">
          <ac:chgData name="KACHOUR Maher" userId="09775c39-7739-40bf-ba04-c8ef3ab24a94" providerId="ADAL" clId="{2370CBF8-D1D8-4922-A968-E90E226146FA}" dt="2021-10-14T14:48:39.199" v="337" actId="26606"/>
          <ac:spMkLst>
            <pc:docMk/>
            <pc:sldMk cId="962425727" sldId="260"/>
            <ac:spMk id="13" creationId="{0990C621-3B8B-4820-8328-D47EF7CE823C}"/>
          </ac:spMkLst>
        </pc:spChg>
        <pc:spChg chg="add">
          <ac:chgData name="KACHOUR Maher" userId="09775c39-7739-40bf-ba04-c8ef3ab24a94" providerId="ADAL" clId="{2370CBF8-D1D8-4922-A968-E90E226146FA}" dt="2021-10-14T14:48:39.199" v="337" actId="26606"/>
          <ac:spMkLst>
            <pc:docMk/>
            <pc:sldMk cId="962425727" sldId="260"/>
            <ac:spMk id="15" creationId="{C1A2385B-1D2A-4E17-84FA-6CB7F0AAE473}"/>
          </ac:spMkLst>
        </pc:spChg>
        <pc:spChg chg="add">
          <ac:chgData name="KACHOUR Maher" userId="09775c39-7739-40bf-ba04-c8ef3ab24a94" providerId="ADAL" clId="{2370CBF8-D1D8-4922-A968-E90E226146FA}" dt="2021-10-14T14:48:39.199" v="337" actId="26606"/>
          <ac:spMkLst>
            <pc:docMk/>
            <pc:sldMk cId="962425727" sldId="260"/>
            <ac:spMk id="17" creationId="{5E791F2F-79DB-4CC0-9FA1-001E3E91E8B7}"/>
          </ac:spMkLst>
        </pc:spChg>
        <pc:graphicFrameChg chg="mod ord modGraphic">
          <ac:chgData name="KACHOUR Maher" userId="09775c39-7739-40bf-ba04-c8ef3ab24a94" providerId="ADAL" clId="{2370CBF8-D1D8-4922-A968-E90E226146FA}" dt="2021-10-14T14:48:39.199" v="337" actId="26606"/>
          <ac:graphicFrameMkLst>
            <pc:docMk/>
            <pc:sldMk cId="962425727" sldId="260"/>
            <ac:graphicFrameMk id="4" creationId="{D8731FE7-289F-4569-8899-DD98785D8C02}"/>
          </ac:graphicFrameMkLst>
        </pc:graphicFrameChg>
        <pc:picChg chg="add mod">
          <ac:chgData name="KACHOUR Maher" userId="09775c39-7739-40bf-ba04-c8ef3ab24a94" providerId="ADAL" clId="{2370CBF8-D1D8-4922-A968-E90E226146FA}" dt="2021-10-14T14:48:39.199" v="337" actId="26606"/>
          <ac:picMkLst>
            <pc:docMk/>
            <pc:sldMk cId="962425727" sldId="260"/>
            <ac:picMk id="6" creationId="{D9442BFA-85B6-46F2-A05F-18E8C23113C9}"/>
          </ac:picMkLst>
        </pc:picChg>
      </pc:sldChg>
      <pc:sldChg chg="addSp delSp modSp add mod">
        <pc:chgData name="KACHOUR Maher" userId="09775c39-7739-40bf-ba04-c8ef3ab24a94" providerId="ADAL" clId="{2370CBF8-D1D8-4922-A968-E90E226146FA}" dt="2021-10-14T14:31:11.788" v="212" actId="1076"/>
        <pc:sldMkLst>
          <pc:docMk/>
          <pc:sldMk cId="925746931" sldId="261"/>
        </pc:sldMkLst>
        <pc:picChg chg="del">
          <ac:chgData name="KACHOUR Maher" userId="09775c39-7739-40bf-ba04-c8ef3ab24a94" providerId="ADAL" clId="{2370CBF8-D1D8-4922-A968-E90E226146FA}" dt="2021-10-14T14:31:00.341" v="204" actId="478"/>
          <ac:picMkLst>
            <pc:docMk/>
            <pc:sldMk cId="925746931" sldId="261"/>
            <ac:picMk id="6" creationId="{C89D6DEA-6D91-456E-968B-68D46AFB39DB}"/>
          </ac:picMkLst>
        </pc:picChg>
        <pc:picChg chg="add mod">
          <ac:chgData name="KACHOUR Maher" userId="09775c39-7739-40bf-ba04-c8ef3ab24a94" providerId="ADAL" clId="{2370CBF8-D1D8-4922-A968-E90E226146FA}" dt="2021-10-14T14:31:11.788" v="212" actId="1076"/>
          <ac:picMkLst>
            <pc:docMk/>
            <pc:sldMk cId="925746931" sldId="261"/>
            <ac:picMk id="7" creationId="{5B838518-7C53-4901-924B-9F6D0B5CF932}"/>
          </ac:picMkLst>
        </pc:picChg>
      </pc:sldChg>
      <pc:sldChg chg="addSp delSp modSp add mod">
        <pc:chgData name="KACHOUR Maher" userId="09775c39-7739-40bf-ba04-c8ef3ab24a94" providerId="ADAL" clId="{2370CBF8-D1D8-4922-A968-E90E226146FA}" dt="2021-10-14T14:52:58.120" v="341" actId="26606"/>
        <pc:sldMkLst>
          <pc:docMk/>
          <pc:sldMk cId="4200507792" sldId="262"/>
        </pc:sldMkLst>
        <pc:spChg chg="del">
          <ac:chgData name="KACHOUR Maher" userId="09775c39-7739-40bf-ba04-c8ef3ab24a94" providerId="ADAL" clId="{2370CBF8-D1D8-4922-A968-E90E226146FA}" dt="2021-10-14T14:52:58.120" v="341" actId="26606"/>
          <ac:spMkLst>
            <pc:docMk/>
            <pc:sldMk cId="4200507792" sldId="262"/>
            <ac:spMk id="11" creationId="{385E1BDC-A9B0-4A87-82E3-F3187F69A802}"/>
          </ac:spMkLst>
        </pc:spChg>
        <pc:spChg chg="del">
          <ac:chgData name="KACHOUR Maher" userId="09775c39-7739-40bf-ba04-c8ef3ab24a94" providerId="ADAL" clId="{2370CBF8-D1D8-4922-A968-E90E226146FA}" dt="2021-10-14T14:52:58.120" v="341" actId="26606"/>
          <ac:spMkLst>
            <pc:docMk/>
            <pc:sldMk cId="4200507792" sldId="262"/>
            <ac:spMk id="13" creationId="{0990C621-3B8B-4820-8328-D47EF7CE823C}"/>
          </ac:spMkLst>
        </pc:spChg>
        <pc:spChg chg="del">
          <ac:chgData name="KACHOUR Maher" userId="09775c39-7739-40bf-ba04-c8ef3ab24a94" providerId="ADAL" clId="{2370CBF8-D1D8-4922-A968-E90E226146FA}" dt="2021-10-14T14:52:58.120" v="341" actId="26606"/>
          <ac:spMkLst>
            <pc:docMk/>
            <pc:sldMk cId="4200507792" sldId="262"/>
            <ac:spMk id="15" creationId="{C1A2385B-1D2A-4E17-84FA-6CB7F0AAE473}"/>
          </ac:spMkLst>
        </pc:spChg>
        <pc:spChg chg="del">
          <ac:chgData name="KACHOUR Maher" userId="09775c39-7739-40bf-ba04-c8ef3ab24a94" providerId="ADAL" clId="{2370CBF8-D1D8-4922-A968-E90E226146FA}" dt="2021-10-14T14:52:58.120" v="341" actId="26606"/>
          <ac:spMkLst>
            <pc:docMk/>
            <pc:sldMk cId="4200507792" sldId="262"/>
            <ac:spMk id="17" creationId="{5E791F2F-79DB-4CC0-9FA1-001E3E91E8B7}"/>
          </ac:spMkLst>
        </pc:spChg>
        <pc:spChg chg="add">
          <ac:chgData name="KACHOUR Maher" userId="09775c39-7739-40bf-ba04-c8ef3ab24a94" providerId="ADAL" clId="{2370CBF8-D1D8-4922-A968-E90E226146FA}" dt="2021-10-14T14:52:58.120" v="341" actId="26606"/>
          <ac:spMkLst>
            <pc:docMk/>
            <pc:sldMk cId="4200507792" sldId="262"/>
            <ac:spMk id="22" creationId="{385E1BDC-A9B0-4A87-82E3-F3187F69A802}"/>
          </ac:spMkLst>
        </pc:spChg>
        <pc:spChg chg="add">
          <ac:chgData name="KACHOUR Maher" userId="09775c39-7739-40bf-ba04-c8ef3ab24a94" providerId="ADAL" clId="{2370CBF8-D1D8-4922-A968-E90E226146FA}" dt="2021-10-14T14:52:58.120" v="341" actId="26606"/>
          <ac:spMkLst>
            <pc:docMk/>
            <pc:sldMk cId="4200507792" sldId="262"/>
            <ac:spMk id="24" creationId="{0990C621-3B8B-4820-8328-D47EF7CE823C}"/>
          </ac:spMkLst>
        </pc:spChg>
        <pc:spChg chg="add">
          <ac:chgData name="KACHOUR Maher" userId="09775c39-7739-40bf-ba04-c8ef3ab24a94" providerId="ADAL" clId="{2370CBF8-D1D8-4922-A968-E90E226146FA}" dt="2021-10-14T14:52:58.120" v="341" actId="26606"/>
          <ac:spMkLst>
            <pc:docMk/>
            <pc:sldMk cId="4200507792" sldId="262"/>
            <ac:spMk id="26" creationId="{C1A2385B-1D2A-4E17-84FA-6CB7F0AAE473}"/>
          </ac:spMkLst>
        </pc:spChg>
        <pc:spChg chg="add">
          <ac:chgData name="KACHOUR Maher" userId="09775c39-7739-40bf-ba04-c8ef3ab24a94" providerId="ADAL" clId="{2370CBF8-D1D8-4922-A968-E90E226146FA}" dt="2021-10-14T14:52:58.120" v="341" actId="26606"/>
          <ac:spMkLst>
            <pc:docMk/>
            <pc:sldMk cId="4200507792" sldId="262"/>
            <ac:spMk id="28" creationId="{5E791F2F-79DB-4CC0-9FA1-001E3E91E8B7}"/>
          </ac:spMkLst>
        </pc:spChg>
        <pc:graphicFrameChg chg="mod ord modGraphic">
          <ac:chgData name="KACHOUR Maher" userId="09775c39-7739-40bf-ba04-c8ef3ab24a94" providerId="ADAL" clId="{2370CBF8-D1D8-4922-A968-E90E226146FA}" dt="2021-10-14T14:52:58.120" v="341" actId="26606"/>
          <ac:graphicFrameMkLst>
            <pc:docMk/>
            <pc:sldMk cId="4200507792" sldId="262"/>
            <ac:graphicFrameMk id="4" creationId="{D8731FE7-289F-4569-8899-DD98785D8C02}"/>
          </ac:graphicFrameMkLst>
        </pc:graphicFrameChg>
        <pc:picChg chg="del">
          <ac:chgData name="KACHOUR Maher" userId="09775c39-7739-40bf-ba04-c8ef3ab24a94" providerId="ADAL" clId="{2370CBF8-D1D8-4922-A968-E90E226146FA}" dt="2021-10-14T14:52:53.431" v="339" actId="478"/>
          <ac:picMkLst>
            <pc:docMk/>
            <pc:sldMk cId="4200507792" sldId="262"/>
            <ac:picMk id="6" creationId="{D9442BFA-85B6-46F2-A05F-18E8C23113C9}"/>
          </ac:picMkLst>
        </pc:picChg>
        <pc:picChg chg="add mod">
          <ac:chgData name="KACHOUR Maher" userId="09775c39-7739-40bf-ba04-c8ef3ab24a94" providerId="ADAL" clId="{2370CBF8-D1D8-4922-A968-E90E226146FA}" dt="2021-10-14T14:52:58.120" v="341" actId="26606"/>
          <ac:picMkLst>
            <pc:docMk/>
            <pc:sldMk cId="4200507792" sldId="262"/>
            <ac:picMk id="7" creationId="{958ABDF4-6E1A-4367-888B-832F902E6529}"/>
          </ac:picMkLst>
        </pc:picChg>
      </pc:sldChg>
    </pc:docChg>
  </pc:docChgLst>
  <pc:docChgLst>
    <pc:chgData name="KACHOUR Maher" userId="09775c39-7739-40bf-ba04-c8ef3ab24a94" providerId="ADAL" clId="{E5A1AE0A-D964-4669-B03E-987D59F22204}"/>
    <pc:docChg chg="modSld">
      <pc:chgData name="KACHOUR Maher" userId="09775c39-7739-40bf-ba04-c8ef3ab24a94" providerId="ADAL" clId="{E5A1AE0A-D964-4669-B03E-987D59F22204}" dt="2021-10-14T10:16:47.651" v="1" actId="20577"/>
      <pc:docMkLst>
        <pc:docMk/>
      </pc:docMkLst>
      <pc:sldChg chg="modSp mod">
        <pc:chgData name="KACHOUR Maher" userId="09775c39-7739-40bf-ba04-c8ef3ab24a94" providerId="ADAL" clId="{E5A1AE0A-D964-4669-B03E-987D59F22204}" dt="2021-10-14T10:16:42.339" v="0" actId="20577"/>
        <pc:sldMkLst>
          <pc:docMk/>
          <pc:sldMk cId="3884457258" sldId="256"/>
        </pc:sldMkLst>
        <pc:spChg chg="mod">
          <ac:chgData name="KACHOUR Maher" userId="09775c39-7739-40bf-ba04-c8ef3ab24a94" providerId="ADAL" clId="{E5A1AE0A-D964-4669-B03E-987D59F22204}" dt="2021-10-14T10:16:42.339" v="0" actId="20577"/>
          <ac:spMkLst>
            <pc:docMk/>
            <pc:sldMk cId="3884457258" sldId="256"/>
            <ac:spMk id="4" creationId="{DF25F7F9-D26E-4B65-8387-484298AE7CF4}"/>
          </ac:spMkLst>
        </pc:spChg>
      </pc:sldChg>
      <pc:sldChg chg="modSp mod">
        <pc:chgData name="KACHOUR Maher" userId="09775c39-7739-40bf-ba04-c8ef3ab24a94" providerId="ADAL" clId="{E5A1AE0A-D964-4669-B03E-987D59F22204}" dt="2021-10-14T10:16:47.651" v="1" actId="20577"/>
        <pc:sldMkLst>
          <pc:docMk/>
          <pc:sldMk cId="3342625250" sldId="259"/>
        </pc:sldMkLst>
        <pc:spChg chg="mod">
          <ac:chgData name="KACHOUR Maher" userId="09775c39-7739-40bf-ba04-c8ef3ab24a94" providerId="ADAL" clId="{E5A1AE0A-D964-4669-B03E-987D59F22204}" dt="2021-10-14T10:16:47.651" v="1" actId="20577"/>
          <ac:spMkLst>
            <pc:docMk/>
            <pc:sldMk cId="3342625250" sldId="259"/>
            <ac:spMk id="3" creationId="{86DA4EC6-6600-48BE-AED2-90A0A908CF8F}"/>
          </ac:spMkLst>
        </pc:spChg>
      </pc:sldChg>
    </pc:docChg>
  </pc:docChgLst>
  <pc:docChgLst>
    <pc:chgData name="KACHOUR Maher" userId="09775c39-7739-40bf-ba04-c8ef3ab24a94" providerId="ADAL" clId="{9DB9D0F6-702B-4124-8092-98911D29BF5A}"/>
    <pc:docChg chg="custSel modSld">
      <pc:chgData name="KACHOUR Maher" userId="09775c39-7739-40bf-ba04-c8ef3ab24a94" providerId="ADAL" clId="{9DB9D0F6-702B-4124-8092-98911D29BF5A}" dt="2021-10-15T11:29:56.723" v="475" actId="14100"/>
      <pc:docMkLst>
        <pc:docMk/>
      </pc:docMkLst>
      <pc:sldChg chg="modSp mod">
        <pc:chgData name="KACHOUR Maher" userId="09775c39-7739-40bf-ba04-c8ef3ab24a94" providerId="ADAL" clId="{9DB9D0F6-702B-4124-8092-98911D29BF5A}" dt="2021-10-15T10:26:13.111" v="128" actId="20577"/>
        <pc:sldMkLst>
          <pc:docMk/>
          <pc:sldMk cId="3884457258" sldId="256"/>
        </pc:sldMkLst>
        <pc:spChg chg="mod">
          <ac:chgData name="KACHOUR Maher" userId="09775c39-7739-40bf-ba04-c8ef3ab24a94" providerId="ADAL" clId="{9DB9D0F6-702B-4124-8092-98911D29BF5A}" dt="2021-10-15T10:25:15.143" v="98" actId="20577"/>
          <ac:spMkLst>
            <pc:docMk/>
            <pc:sldMk cId="3884457258" sldId="256"/>
            <ac:spMk id="4" creationId="{DF25F7F9-D26E-4B65-8387-484298AE7CF4}"/>
          </ac:spMkLst>
        </pc:spChg>
        <pc:graphicFrameChg chg="modGraphic">
          <ac:chgData name="KACHOUR Maher" userId="09775c39-7739-40bf-ba04-c8ef3ab24a94" providerId="ADAL" clId="{9DB9D0F6-702B-4124-8092-98911D29BF5A}" dt="2021-10-15T10:26:13.111" v="128" actId="20577"/>
          <ac:graphicFrameMkLst>
            <pc:docMk/>
            <pc:sldMk cId="3884457258" sldId="256"/>
            <ac:graphicFrameMk id="5" creationId="{8D618231-F795-4672-A643-43223F39DFB3}"/>
          </ac:graphicFrameMkLst>
        </pc:graphicFrameChg>
      </pc:sldChg>
      <pc:sldChg chg="modSp mod">
        <pc:chgData name="KACHOUR Maher" userId="09775c39-7739-40bf-ba04-c8ef3ab24a94" providerId="ADAL" clId="{9DB9D0F6-702B-4124-8092-98911D29BF5A}" dt="2021-10-15T10:24:09.721" v="1" actId="20577"/>
        <pc:sldMkLst>
          <pc:docMk/>
          <pc:sldMk cId="0" sldId="257"/>
        </pc:sldMkLst>
        <pc:spChg chg="mod">
          <ac:chgData name="KACHOUR Maher" userId="09775c39-7739-40bf-ba04-c8ef3ab24a94" providerId="ADAL" clId="{9DB9D0F6-702B-4124-8092-98911D29BF5A}" dt="2021-10-15T10:24:09.721" v="1" actId="20577"/>
          <ac:spMkLst>
            <pc:docMk/>
            <pc:sldMk cId="0" sldId="257"/>
            <ac:spMk id="3" creationId="{00000000-0000-0000-0000-000000000000}"/>
          </ac:spMkLst>
        </pc:spChg>
      </pc:sldChg>
      <pc:sldChg chg="modSp mod">
        <pc:chgData name="KACHOUR Maher" userId="09775c39-7739-40bf-ba04-c8ef3ab24a94" providerId="ADAL" clId="{9DB9D0F6-702B-4124-8092-98911D29BF5A}" dt="2021-10-15T10:38:20.518" v="283" actId="20577"/>
        <pc:sldMkLst>
          <pc:docMk/>
          <pc:sldMk cId="1632906986" sldId="258"/>
        </pc:sldMkLst>
        <pc:spChg chg="mod">
          <ac:chgData name="KACHOUR Maher" userId="09775c39-7739-40bf-ba04-c8ef3ab24a94" providerId="ADAL" clId="{9DB9D0F6-702B-4124-8092-98911D29BF5A}" dt="2021-10-15T10:38:20.518" v="283" actId="20577"/>
          <ac:spMkLst>
            <pc:docMk/>
            <pc:sldMk cId="1632906986" sldId="258"/>
            <ac:spMk id="3" creationId="{CC9FE004-1C6E-4667-8710-CA96506DE21E}"/>
          </ac:spMkLst>
        </pc:spChg>
        <pc:graphicFrameChg chg="modGraphic">
          <ac:chgData name="KACHOUR Maher" userId="09775c39-7739-40bf-ba04-c8ef3ab24a94" providerId="ADAL" clId="{9DB9D0F6-702B-4124-8092-98911D29BF5A}" dt="2021-10-15T10:33:37.819" v="148" actId="2164"/>
          <ac:graphicFrameMkLst>
            <pc:docMk/>
            <pc:sldMk cId="1632906986" sldId="258"/>
            <ac:graphicFrameMk id="5" creationId="{C5935286-E84C-4A5B-9E95-1C36A0F9B1CD}"/>
          </ac:graphicFrameMkLst>
        </pc:graphicFrameChg>
      </pc:sldChg>
      <pc:sldChg chg="modSp mod">
        <pc:chgData name="KACHOUR Maher" userId="09775c39-7739-40bf-ba04-c8ef3ab24a94" providerId="ADAL" clId="{9DB9D0F6-702B-4124-8092-98911D29BF5A}" dt="2021-10-15T10:27:03.747" v="147" actId="20577"/>
        <pc:sldMkLst>
          <pc:docMk/>
          <pc:sldMk cId="3342625250" sldId="259"/>
        </pc:sldMkLst>
        <pc:spChg chg="mod">
          <ac:chgData name="KACHOUR Maher" userId="09775c39-7739-40bf-ba04-c8ef3ab24a94" providerId="ADAL" clId="{9DB9D0F6-702B-4124-8092-98911D29BF5A}" dt="2021-10-15T10:27:03.747" v="147" actId="20577"/>
          <ac:spMkLst>
            <pc:docMk/>
            <pc:sldMk cId="3342625250" sldId="259"/>
            <ac:spMk id="3" creationId="{86DA4EC6-6600-48BE-AED2-90A0A908CF8F}"/>
          </ac:spMkLst>
        </pc:spChg>
      </pc:sldChg>
      <pc:sldChg chg="addSp delSp modSp mod">
        <pc:chgData name="KACHOUR Maher" userId="09775c39-7739-40bf-ba04-c8ef3ab24a94" providerId="ADAL" clId="{9DB9D0F6-702B-4124-8092-98911D29BF5A}" dt="2021-10-15T11:29:56.723" v="475" actId="14100"/>
        <pc:sldMkLst>
          <pc:docMk/>
          <pc:sldMk cId="4200507792" sldId="262"/>
        </pc:sldMkLst>
        <pc:spChg chg="del mod">
          <ac:chgData name="KACHOUR Maher" userId="09775c39-7739-40bf-ba04-c8ef3ab24a94" providerId="ADAL" clId="{9DB9D0F6-702B-4124-8092-98911D29BF5A}" dt="2021-10-15T10:39:23.679" v="286"/>
          <ac:spMkLst>
            <pc:docMk/>
            <pc:sldMk cId="4200507792" sldId="262"/>
            <ac:spMk id="5" creationId="{D7B24147-55AB-4BC4-B183-ED51FCA4DB97}"/>
          </ac:spMkLst>
        </pc:spChg>
        <pc:spChg chg="add mod">
          <ac:chgData name="KACHOUR Maher" userId="09775c39-7739-40bf-ba04-c8ef3ab24a94" providerId="ADAL" clId="{9DB9D0F6-702B-4124-8092-98911D29BF5A}" dt="2021-10-15T11:29:56.723" v="475" actId="14100"/>
          <ac:spMkLst>
            <pc:docMk/>
            <pc:sldMk cId="4200507792" sldId="262"/>
            <ac:spMk id="6" creationId="{B9F24573-B8C6-4491-AFA0-36142DDC64B5}"/>
          </ac:spMkLst>
        </pc:spChg>
        <pc:graphicFrameChg chg="del">
          <ac:chgData name="KACHOUR Maher" userId="09775c39-7739-40bf-ba04-c8ef3ab24a94" providerId="ADAL" clId="{9DB9D0F6-702B-4124-8092-98911D29BF5A}" dt="2021-10-15T11:19:57.953" v="287" actId="478"/>
          <ac:graphicFrameMkLst>
            <pc:docMk/>
            <pc:sldMk cId="4200507792" sldId="262"/>
            <ac:graphicFrameMk id="4" creationId="{D8731FE7-289F-4569-8899-DD98785D8C02}"/>
          </ac:graphicFrameMkLst>
        </pc:graphicFrameChg>
        <pc:graphicFrameChg chg="add mod modGraphic">
          <ac:chgData name="KACHOUR Maher" userId="09775c39-7739-40bf-ba04-c8ef3ab24a94" providerId="ADAL" clId="{9DB9D0F6-702B-4124-8092-98911D29BF5A}" dt="2021-10-15T11:22:36.354" v="343" actId="14734"/>
          <ac:graphicFrameMkLst>
            <pc:docMk/>
            <pc:sldMk cId="4200507792" sldId="262"/>
            <ac:graphicFrameMk id="10" creationId="{096B941A-D693-4148-80B8-A45B24E4FAD1}"/>
          </ac:graphicFrameMkLst>
        </pc:graphicFrameChg>
      </pc:sldChg>
    </pc:docChg>
  </pc:docChgLst>
  <pc:docChgLst>
    <pc:chgData name="KACHOUR Maher" userId="09775c39-7739-40bf-ba04-c8ef3ab24a94" providerId="ADAL" clId="{A7EBF9EB-6199-4114-8746-3F6241EFACE9}"/>
    <pc:docChg chg="custSel addSld delSld modSld sldOrd">
      <pc:chgData name="KACHOUR Maher" userId="09775c39-7739-40bf-ba04-c8ef3ab24a94" providerId="ADAL" clId="{A7EBF9EB-6199-4114-8746-3F6241EFACE9}" dt="2021-10-16T15:51:54.808" v="35" actId="6549"/>
      <pc:docMkLst>
        <pc:docMk/>
      </pc:docMkLst>
      <pc:sldChg chg="modSp mod">
        <pc:chgData name="KACHOUR Maher" userId="09775c39-7739-40bf-ba04-c8ef3ab24a94" providerId="ADAL" clId="{A7EBF9EB-6199-4114-8746-3F6241EFACE9}" dt="2021-10-16T15:51:36.775" v="30" actId="20577"/>
        <pc:sldMkLst>
          <pc:docMk/>
          <pc:sldMk cId="3884457258" sldId="256"/>
        </pc:sldMkLst>
        <pc:spChg chg="mod">
          <ac:chgData name="KACHOUR Maher" userId="09775c39-7739-40bf-ba04-c8ef3ab24a94" providerId="ADAL" clId="{A7EBF9EB-6199-4114-8746-3F6241EFACE9}" dt="2021-10-16T15:51:36.775" v="30" actId="20577"/>
          <ac:spMkLst>
            <pc:docMk/>
            <pc:sldMk cId="3884457258" sldId="256"/>
            <ac:spMk id="4" creationId="{DF25F7F9-D26E-4B65-8387-484298AE7CF4}"/>
          </ac:spMkLst>
        </pc:spChg>
      </pc:sldChg>
      <pc:sldChg chg="modSp mod">
        <pc:chgData name="KACHOUR Maher" userId="09775c39-7739-40bf-ba04-c8ef3ab24a94" providerId="ADAL" clId="{A7EBF9EB-6199-4114-8746-3F6241EFACE9}" dt="2021-10-16T15:51:26.884" v="28" actId="20577"/>
        <pc:sldMkLst>
          <pc:docMk/>
          <pc:sldMk cId="0" sldId="257"/>
        </pc:sldMkLst>
        <pc:spChg chg="mod">
          <ac:chgData name="KACHOUR Maher" userId="09775c39-7739-40bf-ba04-c8ef3ab24a94" providerId="ADAL" clId="{A7EBF9EB-6199-4114-8746-3F6241EFACE9}" dt="2021-10-16T15:51:26.884" v="28" actId="20577"/>
          <ac:spMkLst>
            <pc:docMk/>
            <pc:sldMk cId="0" sldId="257"/>
            <ac:spMk id="3" creationId="{00000000-0000-0000-0000-000000000000}"/>
          </ac:spMkLst>
        </pc:spChg>
      </pc:sldChg>
      <pc:sldChg chg="del">
        <pc:chgData name="KACHOUR Maher" userId="09775c39-7739-40bf-ba04-c8ef3ab24a94" providerId="ADAL" clId="{A7EBF9EB-6199-4114-8746-3F6241EFACE9}" dt="2021-10-15T13:00:37.507" v="10" actId="47"/>
        <pc:sldMkLst>
          <pc:docMk/>
          <pc:sldMk cId="1632906986" sldId="258"/>
        </pc:sldMkLst>
      </pc:sldChg>
      <pc:sldChg chg="modSp mod">
        <pc:chgData name="KACHOUR Maher" userId="09775c39-7739-40bf-ba04-c8ef3ab24a94" providerId="ADAL" clId="{A7EBF9EB-6199-4114-8746-3F6241EFACE9}" dt="2021-10-16T15:51:54.808" v="35" actId="6549"/>
        <pc:sldMkLst>
          <pc:docMk/>
          <pc:sldMk cId="3342625250" sldId="259"/>
        </pc:sldMkLst>
        <pc:spChg chg="mod">
          <ac:chgData name="KACHOUR Maher" userId="09775c39-7739-40bf-ba04-c8ef3ab24a94" providerId="ADAL" clId="{A7EBF9EB-6199-4114-8746-3F6241EFACE9}" dt="2021-10-16T15:51:54.808" v="35" actId="6549"/>
          <ac:spMkLst>
            <pc:docMk/>
            <pc:sldMk cId="3342625250" sldId="259"/>
            <ac:spMk id="3" creationId="{86DA4EC6-6600-48BE-AED2-90A0A908CF8F}"/>
          </ac:spMkLst>
        </pc:spChg>
      </pc:sldChg>
      <pc:sldChg chg="del">
        <pc:chgData name="KACHOUR Maher" userId="09775c39-7739-40bf-ba04-c8ef3ab24a94" providerId="ADAL" clId="{A7EBF9EB-6199-4114-8746-3F6241EFACE9}" dt="2021-10-15T13:00:50.735" v="15" actId="47"/>
        <pc:sldMkLst>
          <pc:docMk/>
          <pc:sldMk cId="4200507792" sldId="262"/>
        </pc:sldMkLst>
      </pc:sldChg>
      <pc:sldChg chg="del">
        <pc:chgData name="KACHOUR Maher" userId="09775c39-7739-40bf-ba04-c8ef3ab24a94" providerId="ADAL" clId="{A7EBF9EB-6199-4114-8746-3F6241EFACE9}" dt="2021-10-15T13:00:40.795" v="11" actId="47"/>
        <pc:sldMkLst>
          <pc:docMk/>
          <pc:sldMk cId="290671189" sldId="263"/>
        </pc:sldMkLst>
      </pc:sldChg>
      <pc:sldChg chg="del">
        <pc:chgData name="KACHOUR Maher" userId="09775c39-7739-40bf-ba04-c8ef3ab24a94" providerId="ADAL" clId="{A7EBF9EB-6199-4114-8746-3F6241EFACE9}" dt="2021-10-15T13:00:52.894" v="16" actId="47"/>
        <pc:sldMkLst>
          <pc:docMk/>
          <pc:sldMk cId="385761548" sldId="264"/>
        </pc:sldMkLst>
      </pc:sldChg>
      <pc:sldChg chg="addSp delSp modSp new mod">
        <pc:chgData name="KACHOUR Maher" userId="09775c39-7739-40bf-ba04-c8ef3ab24a94" providerId="ADAL" clId="{A7EBF9EB-6199-4114-8746-3F6241EFACE9}" dt="2021-10-15T13:00:29.587" v="8" actId="1076"/>
        <pc:sldMkLst>
          <pc:docMk/>
          <pc:sldMk cId="339078111" sldId="265"/>
        </pc:sldMkLst>
        <pc:spChg chg="mod">
          <ac:chgData name="KACHOUR Maher" userId="09775c39-7739-40bf-ba04-c8ef3ab24a94" providerId="ADAL" clId="{A7EBF9EB-6199-4114-8746-3F6241EFACE9}" dt="2021-10-15T13:00:07.315" v="4" actId="20577"/>
          <ac:spMkLst>
            <pc:docMk/>
            <pc:sldMk cId="339078111" sldId="265"/>
            <ac:spMk id="2" creationId="{F800BBCD-8647-489E-876D-9FC3AC88BD2B}"/>
          </ac:spMkLst>
        </pc:spChg>
        <pc:spChg chg="del">
          <ac:chgData name="KACHOUR Maher" userId="09775c39-7739-40bf-ba04-c8ef3ab24a94" providerId="ADAL" clId="{A7EBF9EB-6199-4114-8746-3F6241EFACE9}" dt="2021-10-15T13:00:12.119" v="5" actId="478"/>
          <ac:spMkLst>
            <pc:docMk/>
            <pc:sldMk cId="339078111" sldId="265"/>
            <ac:spMk id="3" creationId="{69052FC6-DF1B-44EE-8139-D1CF4528E7BA}"/>
          </ac:spMkLst>
        </pc:spChg>
        <pc:spChg chg="add mod">
          <ac:chgData name="KACHOUR Maher" userId="09775c39-7739-40bf-ba04-c8ef3ab24a94" providerId="ADAL" clId="{A7EBF9EB-6199-4114-8746-3F6241EFACE9}" dt="2021-10-15T13:00:29.587" v="8" actId="1076"/>
          <ac:spMkLst>
            <pc:docMk/>
            <pc:sldMk cId="339078111" sldId="265"/>
            <ac:spMk id="4" creationId="{A49DE853-D406-4447-A840-2A66FF0950EC}"/>
          </ac:spMkLst>
        </pc:spChg>
      </pc:sldChg>
      <pc:sldChg chg="add">
        <pc:chgData name="KACHOUR Maher" userId="09775c39-7739-40bf-ba04-c8ef3ab24a94" providerId="ADAL" clId="{A7EBF9EB-6199-4114-8746-3F6241EFACE9}" dt="2021-10-15T13:00:34.770" v="9" actId="2890"/>
        <pc:sldMkLst>
          <pc:docMk/>
          <pc:sldMk cId="1031168437" sldId="266"/>
        </pc:sldMkLst>
      </pc:sldChg>
      <pc:sldChg chg="add ord">
        <pc:chgData name="KACHOUR Maher" userId="09775c39-7739-40bf-ba04-c8ef3ab24a94" providerId="ADAL" clId="{A7EBF9EB-6199-4114-8746-3F6241EFACE9}" dt="2021-10-15T13:00:46.716" v="14"/>
        <pc:sldMkLst>
          <pc:docMk/>
          <pc:sldMk cId="2122603051" sldId="267"/>
        </pc:sldMkLst>
      </pc:sldChg>
      <pc:sldChg chg="add">
        <pc:chgData name="KACHOUR Maher" userId="09775c39-7739-40bf-ba04-c8ef3ab24a94" providerId="ADAL" clId="{A7EBF9EB-6199-4114-8746-3F6241EFACE9}" dt="2021-10-15T13:00:55.587" v="17" actId="2890"/>
        <pc:sldMkLst>
          <pc:docMk/>
          <pc:sldMk cId="875336150" sldId="268"/>
        </pc:sldMkLst>
      </pc:sldChg>
    </pc:docChg>
  </pc:docChgLst>
  <pc:docChgLst>
    <pc:chgData name="KACHOUR Maher" userId="09775c39-7739-40bf-ba04-c8ef3ab24a94" providerId="ADAL" clId="{A485481B-7CFB-49EC-B580-AB3492269FCD}"/>
    <pc:docChg chg="undo custSel delSld modSld">
      <pc:chgData name="KACHOUR Maher" userId="09775c39-7739-40bf-ba04-c8ef3ab24a94" providerId="ADAL" clId="{A485481B-7CFB-49EC-B580-AB3492269FCD}" dt="2021-10-14T16:21:46.485" v="467" actId="255"/>
      <pc:docMkLst>
        <pc:docMk/>
      </pc:docMkLst>
      <pc:sldChg chg="modSp mod">
        <pc:chgData name="KACHOUR Maher" userId="09775c39-7739-40bf-ba04-c8ef3ab24a94" providerId="ADAL" clId="{A485481B-7CFB-49EC-B580-AB3492269FCD}" dt="2021-10-14T16:21:46.485" v="467" actId="255"/>
        <pc:sldMkLst>
          <pc:docMk/>
          <pc:sldMk cId="3884457258" sldId="256"/>
        </pc:sldMkLst>
        <pc:spChg chg="mod">
          <ac:chgData name="KACHOUR Maher" userId="09775c39-7739-40bf-ba04-c8ef3ab24a94" providerId="ADAL" clId="{A485481B-7CFB-49EC-B580-AB3492269FCD}" dt="2021-10-14T16:21:46.485" v="467" actId="255"/>
          <ac:spMkLst>
            <pc:docMk/>
            <pc:sldMk cId="3884457258" sldId="256"/>
            <ac:spMk id="4" creationId="{DF25F7F9-D26E-4B65-8387-484298AE7CF4}"/>
          </ac:spMkLst>
        </pc:spChg>
      </pc:sldChg>
      <pc:sldChg chg="modSp mod">
        <pc:chgData name="KACHOUR Maher" userId="09775c39-7739-40bf-ba04-c8ef3ab24a94" providerId="ADAL" clId="{A485481B-7CFB-49EC-B580-AB3492269FCD}" dt="2021-10-14T15:39:01.978" v="1" actId="20577"/>
        <pc:sldMkLst>
          <pc:docMk/>
          <pc:sldMk cId="0" sldId="257"/>
        </pc:sldMkLst>
        <pc:spChg chg="mod">
          <ac:chgData name="KACHOUR Maher" userId="09775c39-7739-40bf-ba04-c8ef3ab24a94" providerId="ADAL" clId="{A485481B-7CFB-49EC-B580-AB3492269FCD}" dt="2021-10-14T15:39:01.978" v="1" actId="20577"/>
          <ac:spMkLst>
            <pc:docMk/>
            <pc:sldMk cId="0" sldId="257"/>
            <ac:spMk id="3" creationId="{00000000-0000-0000-0000-000000000000}"/>
          </ac:spMkLst>
        </pc:spChg>
      </pc:sldChg>
      <pc:sldChg chg="addSp delSp modSp mod">
        <pc:chgData name="KACHOUR Maher" userId="09775c39-7739-40bf-ba04-c8ef3ab24a94" providerId="ADAL" clId="{A485481B-7CFB-49EC-B580-AB3492269FCD}" dt="2021-10-14T15:47:29.387" v="241" actId="20577"/>
        <pc:sldMkLst>
          <pc:docMk/>
          <pc:sldMk cId="1632906986" sldId="258"/>
        </pc:sldMkLst>
        <pc:spChg chg="add mod">
          <ac:chgData name="KACHOUR Maher" userId="09775c39-7739-40bf-ba04-c8ef3ab24a94" providerId="ADAL" clId="{A485481B-7CFB-49EC-B580-AB3492269FCD}" dt="2021-10-14T15:47:29.387" v="241" actId="20577"/>
          <ac:spMkLst>
            <pc:docMk/>
            <pc:sldMk cId="1632906986" sldId="258"/>
            <ac:spMk id="3" creationId="{CC9FE004-1C6E-4667-8710-CA96506DE21E}"/>
          </ac:spMkLst>
        </pc:spChg>
        <pc:picChg chg="del">
          <ac:chgData name="KACHOUR Maher" userId="09775c39-7739-40bf-ba04-c8ef3ab24a94" providerId="ADAL" clId="{A485481B-7CFB-49EC-B580-AB3492269FCD}" dt="2021-10-14T15:39:42.963" v="49" actId="478"/>
          <ac:picMkLst>
            <pc:docMk/>
            <pc:sldMk cId="1632906986" sldId="258"/>
            <ac:picMk id="6" creationId="{C89D6DEA-6D91-456E-968B-68D46AFB39DB}"/>
          </ac:picMkLst>
        </pc:picChg>
      </pc:sldChg>
      <pc:sldChg chg="modSp mod">
        <pc:chgData name="KACHOUR Maher" userId="09775c39-7739-40bf-ba04-c8ef3ab24a94" providerId="ADAL" clId="{A485481B-7CFB-49EC-B580-AB3492269FCD}" dt="2021-10-14T16:21:33.183" v="465" actId="5793"/>
        <pc:sldMkLst>
          <pc:docMk/>
          <pc:sldMk cId="3342625250" sldId="259"/>
        </pc:sldMkLst>
        <pc:spChg chg="mod">
          <ac:chgData name="KACHOUR Maher" userId="09775c39-7739-40bf-ba04-c8ef3ab24a94" providerId="ADAL" clId="{A485481B-7CFB-49EC-B580-AB3492269FCD}" dt="2021-10-14T16:21:33.183" v="465" actId="5793"/>
          <ac:spMkLst>
            <pc:docMk/>
            <pc:sldMk cId="3342625250" sldId="259"/>
            <ac:spMk id="3" creationId="{86DA4EC6-6600-48BE-AED2-90A0A908CF8F}"/>
          </ac:spMkLst>
        </pc:spChg>
        <pc:graphicFrameChg chg="mod">
          <ac:chgData name="KACHOUR Maher" userId="09775c39-7739-40bf-ba04-c8ef3ab24a94" providerId="ADAL" clId="{A485481B-7CFB-49EC-B580-AB3492269FCD}" dt="2021-10-14T16:21:29.049" v="464" actId="1076"/>
          <ac:graphicFrameMkLst>
            <pc:docMk/>
            <pc:sldMk cId="3342625250" sldId="259"/>
            <ac:graphicFrameMk id="4" creationId="{D8731FE7-289F-4569-8899-DD98785D8C02}"/>
          </ac:graphicFrameMkLst>
        </pc:graphicFrameChg>
      </pc:sldChg>
      <pc:sldChg chg="del">
        <pc:chgData name="KACHOUR Maher" userId="09775c39-7739-40bf-ba04-c8ef3ab24a94" providerId="ADAL" clId="{A485481B-7CFB-49EC-B580-AB3492269FCD}" dt="2021-10-14T15:47:59.547" v="243" actId="47"/>
        <pc:sldMkLst>
          <pc:docMk/>
          <pc:sldMk cId="962425727" sldId="260"/>
        </pc:sldMkLst>
      </pc:sldChg>
      <pc:sldChg chg="delSp del mod">
        <pc:chgData name="KACHOUR Maher" userId="09775c39-7739-40bf-ba04-c8ef3ab24a94" providerId="ADAL" clId="{A485481B-7CFB-49EC-B580-AB3492269FCD}" dt="2021-10-14T15:47:34.163" v="242" actId="47"/>
        <pc:sldMkLst>
          <pc:docMk/>
          <pc:sldMk cId="925746931" sldId="261"/>
        </pc:sldMkLst>
        <pc:graphicFrameChg chg="del">
          <ac:chgData name="KACHOUR Maher" userId="09775c39-7739-40bf-ba04-c8ef3ab24a94" providerId="ADAL" clId="{A485481B-7CFB-49EC-B580-AB3492269FCD}" dt="2021-10-14T15:39:50.801" v="50" actId="478"/>
          <ac:graphicFrameMkLst>
            <pc:docMk/>
            <pc:sldMk cId="925746931" sldId="261"/>
            <ac:graphicFrameMk id="5" creationId="{C5935286-E84C-4A5B-9E95-1C36A0F9B1CD}"/>
          </ac:graphicFrameMkLst>
        </pc:graphicFrameChg>
        <pc:picChg chg="del">
          <ac:chgData name="KACHOUR Maher" userId="09775c39-7739-40bf-ba04-c8ef3ab24a94" providerId="ADAL" clId="{A485481B-7CFB-49EC-B580-AB3492269FCD}" dt="2021-10-14T15:39:53.045" v="51" actId="478"/>
          <ac:picMkLst>
            <pc:docMk/>
            <pc:sldMk cId="925746931" sldId="261"/>
            <ac:picMk id="7" creationId="{5B838518-7C53-4901-924B-9F6D0B5CF932}"/>
          </ac:picMkLst>
        </pc:picChg>
      </pc:sldChg>
      <pc:sldChg chg="addSp delSp modSp mod">
        <pc:chgData name="KACHOUR Maher" userId="09775c39-7739-40bf-ba04-c8ef3ab24a94" providerId="ADAL" clId="{A485481B-7CFB-49EC-B580-AB3492269FCD}" dt="2021-10-14T16:20:16.665" v="458" actId="2711"/>
        <pc:sldMkLst>
          <pc:docMk/>
          <pc:sldMk cId="4200507792" sldId="262"/>
        </pc:sldMkLst>
        <pc:spChg chg="add mod">
          <ac:chgData name="KACHOUR Maher" userId="09775c39-7739-40bf-ba04-c8ef3ab24a94" providerId="ADAL" clId="{A485481B-7CFB-49EC-B580-AB3492269FCD}" dt="2021-10-14T16:20:16.665" v="458" actId="2711"/>
          <ac:spMkLst>
            <pc:docMk/>
            <pc:sldMk cId="4200507792" sldId="262"/>
            <ac:spMk id="5" creationId="{D7B24147-55AB-4BC4-B183-ED51FCA4DB97}"/>
          </ac:spMkLst>
        </pc:spChg>
        <pc:graphicFrameChg chg="mod modGraphic">
          <ac:chgData name="KACHOUR Maher" userId="09775c39-7739-40bf-ba04-c8ef3ab24a94" providerId="ADAL" clId="{A485481B-7CFB-49EC-B580-AB3492269FCD}" dt="2021-10-14T16:04:52.105" v="376" actId="20577"/>
          <ac:graphicFrameMkLst>
            <pc:docMk/>
            <pc:sldMk cId="4200507792" sldId="262"/>
            <ac:graphicFrameMk id="4" creationId="{D8731FE7-289F-4569-8899-DD98785D8C02}"/>
          </ac:graphicFrameMkLst>
        </pc:graphicFrameChg>
        <pc:picChg chg="del">
          <ac:chgData name="KACHOUR Maher" userId="09775c39-7739-40bf-ba04-c8ef3ab24a94" providerId="ADAL" clId="{A485481B-7CFB-49EC-B580-AB3492269FCD}" dt="2021-10-14T15:48:05.667" v="244" actId="478"/>
          <ac:picMkLst>
            <pc:docMk/>
            <pc:sldMk cId="4200507792" sldId="262"/>
            <ac:picMk id="7" creationId="{958ABDF4-6E1A-4367-888B-832F902E652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7AE212-0171-46AE-8E49-1CDDCCBAB5E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9D17709-3586-4413-8C57-88A655BF6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12FB15F-31F7-42EB-97F8-CDB8699A8191}"/>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CAE9C7CD-64B8-465E-8053-798C6AE592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1F7703-1EDD-4526-BB95-F54078D1A414}"/>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416175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7C34B-654C-4571-88BB-488402A84D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F5515DB-EE46-4EA1-8A3E-B632968AD67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EA2172-2869-4AA5-B383-D557538A0A1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D3B9714E-411E-4AC0-8966-07D5760F95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8C6D21D-937B-40C2-8A63-39058266B5C6}"/>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88509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42E3D-CA4F-4BFD-AD36-0904DB5DB9C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EFD7A04-81BC-4037-AD3E-A48294CE9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40E4EE9-6E93-4965-9058-70FB387B0078}"/>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76B8D8E3-9541-497D-9ECB-DD57953FC9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F9D0DC-EC51-4995-BE87-F5FC4515E471}"/>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829979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E2D7BA-FC12-4C5A-AB53-E05F7C796D0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F4F1541-9C69-4927-90B4-2122644C600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DA90D8A-E81D-407C-B6C1-52938941681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5860C9D-CE69-43AE-8868-EEE59E389699}"/>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F4D103D5-EAD2-451B-8D25-3BD09AECF4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581D7E5-B079-468B-92CF-12BB8ED99C7B}"/>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446996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DFD046-AA2D-4F99-BE42-B7289FCCEA2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20E4D5C-6CCE-4BA3-9CC4-DC8893C5E0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04D4306-EC37-4953-9EE6-F4826F13D74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56300F-C5BC-4DB6-B830-BA6095568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158BD14-4231-410F-A447-354D62C0DA5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8E48DF-9B31-4CBC-A75D-4BCF2BEB169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8" name="Espace réservé du pied de page 7">
            <a:extLst>
              <a:ext uri="{FF2B5EF4-FFF2-40B4-BE49-F238E27FC236}">
                <a16:creationId xmlns:a16="http://schemas.microsoft.com/office/drawing/2014/main" id="{38314C72-1EDA-4BDE-BE53-5D437EE9E34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7C118E-36BB-4471-821A-2F130F215C68}"/>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3460002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4175DE-1319-4C91-9BFD-77C791B6180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00D5AD8-9D44-4AA1-9983-40F3FB555689}"/>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4" name="Espace réservé du pied de page 3">
            <a:extLst>
              <a:ext uri="{FF2B5EF4-FFF2-40B4-BE49-F238E27FC236}">
                <a16:creationId xmlns:a16="http://schemas.microsoft.com/office/drawing/2014/main" id="{25287635-D1F4-41FD-9CBB-9AD8A796199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64C0172-E288-4D63-B4BB-6564BF203CD1}"/>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910136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A904FE6-BCB0-4FBF-8C1D-D66B3AE89895}"/>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3" name="Espace réservé du pied de page 2">
            <a:extLst>
              <a:ext uri="{FF2B5EF4-FFF2-40B4-BE49-F238E27FC236}">
                <a16:creationId xmlns:a16="http://schemas.microsoft.com/office/drawing/2014/main" id="{F1087665-B103-42FD-9E8E-9358EAF8B4F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B01C9F2-C9A9-432C-A5CB-435BCFF4EEE7}"/>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87522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DDAE7A-4833-4438-B97D-50321F0D43B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E54D6FC-DB41-43FC-93F3-0ABE14ABD1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073487C-5798-4C11-928D-46165B538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F7A70DF-3C03-4B95-857D-B30D0594A22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9065463C-4C8C-42BE-9B2F-3F1FF47463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FCA3A6-3649-480C-A08B-F92A72158D93}"/>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741507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E3B22-1637-4513-B016-4EB166A5D5A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897341-9FBD-474E-A55E-14082D876B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E46A815-DCFA-4152-8DA8-1FDF07CBF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B3575E-3689-4618-8E8E-CBDEF1DEBC34}"/>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2B64D76A-4F97-44F8-A38C-2C3735A4B9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7FBBC9-F694-403C-8CD9-C875965A40E4}"/>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2750819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D5356-44D7-4AF8-93AB-EF50760E19B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13A9FDB-515C-4224-A8E8-ECE965CA952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B5EA598-D460-4768-AC9B-4804E0D6705C}"/>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1217A8A6-7F41-4137-AA90-DDF2098E1C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977FC1C-AF2A-422A-9E5D-140ABAD775A8}"/>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66571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B73B33-C23C-4B6F-9A5A-C0A90D0964B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1058171-B4A0-4913-B9D3-530F4A106EE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AAA07E-0501-45F5-BCF3-EAAE49ADE1AA}"/>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DB12B5C0-2D5F-4C25-8A6A-A29E22A15D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49CD76-AADA-49E9-AA96-E76AE025EFFA}"/>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201578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B94CA4-ABA4-4E64-8113-4F30EC80B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AE283C3-B9A1-4DBB-9349-EC7E3AF07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7D2094-3FF4-4D62-8640-40630C8C1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6A7C3CA7-F6EE-4ACF-94D4-6A8B9B50E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1D4DAD6-0976-4B5B-BAF6-C35949083D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7174FD-5829-4ACE-BC71-68B7C3386B15}" type="slidenum">
              <a:rPr lang="fr-FR" smtClean="0"/>
              <a:t>‹#›</a:t>
            </a:fld>
            <a:endParaRPr lang="fr-FR"/>
          </a:p>
        </p:txBody>
      </p:sp>
    </p:spTree>
    <p:extLst>
      <p:ext uri="{BB962C8B-B14F-4D97-AF65-F5344CB8AC3E}">
        <p14:creationId xmlns:p14="http://schemas.microsoft.com/office/powerpoint/2010/main" val="3874565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45" name="Rectangle 1444">
            <a:extLst>
              <a:ext uri="{FF2B5EF4-FFF2-40B4-BE49-F238E27FC236}">
                <a16:creationId xmlns:a16="http://schemas.microsoft.com/office/drawing/2014/main" id="{D0461F72-A27E-48C5-A99A-B5EEDA745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p:cNvSpPr>
            <a:spLocks noGrp="1"/>
          </p:cNvSpPr>
          <p:nvPr>
            <p:ph type="ctrTitle"/>
          </p:nvPr>
        </p:nvSpPr>
        <p:spPr>
          <a:xfrm>
            <a:off x="1524000" y="3349167"/>
            <a:ext cx="9144000" cy="1748373"/>
          </a:xfrm>
        </p:spPr>
        <p:txBody>
          <a:bodyPr>
            <a:normAutofit/>
          </a:bodyPr>
          <a:lstStyle/>
          <a:p>
            <a:r>
              <a:rPr lang="en-AU" sz="8000" b="1" dirty="0">
                <a:latin typeface="Arial" panose="020B0604020202020204" pitchFamily="34" charset="0"/>
                <a:cs typeface="Arial" panose="020B0604020202020204" pitchFamily="34" charset="0"/>
              </a:rPr>
              <a:t>Data Description </a:t>
            </a:r>
          </a:p>
        </p:txBody>
      </p:sp>
      <p:sp>
        <p:nvSpPr>
          <p:cNvPr id="3" name="Sous-titre 2"/>
          <p:cNvSpPr>
            <a:spLocks noGrp="1"/>
          </p:cNvSpPr>
          <p:nvPr>
            <p:ph type="subTitle" idx="1"/>
          </p:nvPr>
        </p:nvSpPr>
        <p:spPr>
          <a:xfrm>
            <a:off x="1524000" y="5189616"/>
            <a:ext cx="9144000" cy="913864"/>
          </a:xfrm>
        </p:spPr>
        <p:txBody>
          <a:bodyPr>
            <a:normAutofit/>
          </a:bodyPr>
          <a:lstStyle/>
          <a:p>
            <a:r>
              <a:rPr lang="fr-FR" dirty="0">
                <a:latin typeface="Arial" panose="020B0604020202020204" pitchFamily="34" charset="0"/>
                <a:ea typeface="Cambria" panose="02040503050406030204" pitchFamily="18" charset="0"/>
                <a:cs typeface="Arial" panose="020B0604020202020204" pitchFamily="34" charset="0"/>
              </a:rPr>
              <a:t>Session 7 </a:t>
            </a:r>
          </a:p>
          <a:p>
            <a:r>
              <a:rPr lang="fr-FR" dirty="0">
                <a:latin typeface="Arial" panose="020B0604020202020204" pitchFamily="34" charset="0"/>
                <a:ea typeface="Cambria" panose="02040503050406030204" pitchFamily="18" charset="0"/>
                <a:cs typeface="Arial" panose="020B0604020202020204" pitchFamily="34" charset="0"/>
              </a:rPr>
              <a:t>Mercedeh ERFANIANGHASAB &amp; Jérémy CELSE</a:t>
            </a:r>
          </a:p>
        </p:txBody>
      </p:sp>
      <p:pic>
        <p:nvPicPr>
          <p:cNvPr id="5" name="Picture 4">
            <a:extLst>
              <a:ext uri="{FF2B5EF4-FFF2-40B4-BE49-F238E27FC236}">
                <a16:creationId xmlns:a16="http://schemas.microsoft.com/office/drawing/2014/main" id="{FEBF95DD-533A-19FB-1B29-5CBCDD2F7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6" y="902057"/>
            <a:ext cx="10905067" cy="1935649"/>
          </a:xfrm>
          <a:custGeom>
            <a:avLst/>
            <a:gdLst/>
            <a:ahLst/>
            <a:cxnLst/>
            <a:rect l="l" t="t" r="r" b="b"/>
            <a:pathLst>
              <a:path w="9143998" h="2473607">
                <a:moveTo>
                  <a:pt x="64634" y="0"/>
                </a:moveTo>
                <a:lnTo>
                  <a:pt x="9079363" y="0"/>
                </a:lnTo>
                <a:cubicBezTo>
                  <a:pt x="9115060" y="0"/>
                  <a:pt x="9143998" y="28938"/>
                  <a:pt x="9143998" y="64635"/>
                </a:cubicBezTo>
                <a:lnTo>
                  <a:pt x="9143998" y="2408972"/>
                </a:lnTo>
                <a:cubicBezTo>
                  <a:pt x="9143998" y="2444669"/>
                  <a:pt x="9115060" y="2473607"/>
                  <a:pt x="9079363" y="2473607"/>
                </a:cubicBezTo>
                <a:lnTo>
                  <a:pt x="64634" y="2473607"/>
                </a:lnTo>
                <a:cubicBezTo>
                  <a:pt x="46786" y="2473607"/>
                  <a:pt x="30627" y="2466373"/>
                  <a:pt x="18930" y="2454676"/>
                </a:cubicBezTo>
                <a:lnTo>
                  <a:pt x="0" y="2408974"/>
                </a:lnTo>
                <a:lnTo>
                  <a:pt x="0" y="64633"/>
                </a:lnTo>
                <a:lnTo>
                  <a:pt x="18930" y="18931"/>
                </a:lnTo>
                <a:cubicBezTo>
                  <a:pt x="30627" y="7235"/>
                  <a:pt x="46786" y="0"/>
                  <a:pt x="64634" y="0"/>
                </a:cubicBezTo>
                <a:close/>
              </a:path>
            </a:pathLst>
          </a:custGeom>
        </p:spPr>
      </p:pic>
      <p:sp>
        <p:nvSpPr>
          <p:cNvPr id="1447" name="Oval 1446">
            <a:extLst>
              <a:ext uri="{FF2B5EF4-FFF2-40B4-BE49-F238E27FC236}">
                <a16:creationId xmlns:a16="http://schemas.microsoft.com/office/drawing/2014/main" id="{DF382E8D-312B-4792-A211-0BDE37F6F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5562" y="2623216"/>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solidFill>
                <a:schemeClr val="accent5"/>
              </a:solidFill>
              <a:effectLst/>
              <a:uLnTx/>
              <a:uFillTx/>
              <a:latin typeface="Calibri" panose="020F0502020204030204"/>
              <a:ea typeface="+mn-ea"/>
              <a:cs typeface="+mn-cs"/>
            </a:endParaRPr>
          </a:p>
        </p:txBody>
      </p:sp>
      <p:sp>
        <p:nvSpPr>
          <p:cNvPr id="1449" name="Arc 1448">
            <a:extLst>
              <a:ext uri="{FF2B5EF4-FFF2-40B4-BE49-F238E27FC236}">
                <a16:creationId xmlns:a16="http://schemas.microsoft.com/office/drawing/2014/main" id="{036F9B07-02BE-4BD5-BA9D-E91B8A456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8539" y="361268"/>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40" name="TextBox 1439"/>
          <p:cNvSpPr txBox="1"/>
          <p:nvPr/>
        </p:nvSpPr>
        <p:spPr>
          <a:xfrm>
            <a:off x="411480" y="6291072"/>
            <a:ext cx="2852063" cy="215444"/>
          </a:xfrm>
          <a:prstGeom prst="rect">
            <a:avLst/>
          </a:prstGeom>
          <a:noFill/>
        </p:spPr>
        <p:txBody>
          <a:bodyPr wrap="none">
            <a:spAutoFit/>
          </a:bodyPr>
          <a:lstStyle/>
          <a:p>
            <a:pPr algn="l">
              <a:spcAft>
                <a:spcPts val="600"/>
              </a:spcAft>
              <a:defRPr sz="800">
                <a:solidFill>
                  <a:srgbClr val="595959"/>
                </a:solidFill>
              </a:defRPr>
            </a:pPr>
            <a:r>
              <a:rPr lang="en-GB" sz="800"/>
              <a:t>Mercedeh.ERFANIANGHASAB@essca.fr | jeremy.celse@essca.fr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Shape 1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Arc 1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838201" y="479493"/>
            <a:ext cx="5257800" cy="1325563"/>
          </a:xfrm>
        </p:spPr>
        <p:txBody>
          <a:bodyPr vert="horz" lIns="91440" tIns="45720" rIns="91440" bIns="45720" rtlCol="0" anchor="ctr">
            <a:normAutofit/>
          </a:bodyPr>
          <a:lstStyle/>
          <a:p>
            <a:pPr algn="l"/>
            <a:r>
              <a:rPr lang="en-US" sz="4400" b="1" dirty="0">
                <a:latin typeface="Arial" panose="020B0604020202020204" pitchFamily="34" charset="0"/>
                <a:cs typeface="Arial" panose="020B0604020202020204" pitchFamily="34" charset="0"/>
              </a:rPr>
              <a:t>Exercise 1</a:t>
            </a:r>
          </a:p>
        </p:txBody>
      </p:sp>
      <p:graphicFrame>
        <p:nvGraphicFramePr>
          <p:cNvPr id="5" name="Tableau 5">
            <a:extLst>
              <a:ext uri="{FF2B5EF4-FFF2-40B4-BE49-F238E27FC236}">
                <a16:creationId xmlns:a16="http://schemas.microsoft.com/office/drawing/2014/main" id="{8D618231-F795-4672-A643-43223F39DFB3}"/>
              </a:ext>
            </a:extLst>
          </p:cNvPr>
          <p:cNvGraphicFramePr>
            <a:graphicFrameLocks noGrp="1"/>
          </p:cNvGraphicFramePr>
          <p:nvPr>
            <p:extLst>
              <p:ext uri="{D42A27DB-BD31-4B8C-83A1-F6EECF244321}">
                <p14:modId xmlns:p14="http://schemas.microsoft.com/office/powerpoint/2010/main" val="2165499122"/>
              </p:ext>
            </p:extLst>
          </p:nvPr>
        </p:nvGraphicFramePr>
        <p:xfrm>
          <a:off x="6651476" y="1544480"/>
          <a:ext cx="4777382" cy="3769040"/>
        </p:xfrm>
        <a:graphic>
          <a:graphicData uri="http://schemas.openxmlformats.org/drawingml/2006/table">
            <a:tbl>
              <a:tblPr firstRow="1" bandRow="1">
                <a:tableStyleId>{5C22544A-7EE6-4342-B048-85BDC9FD1C3A}</a:tableStyleId>
              </a:tblPr>
              <a:tblGrid>
                <a:gridCol w="2569652">
                  <a:extLst>
                    <a:ext uri="{9D8B030D-6E8A-4147-A177-3AD203B41FA5}">
                      <a16:colId xmlns:a16="http://schemas.microsoft.com/office/drawing/2014/main" val="3196339109"/>
                    </a:ext>
                  </a:extLst>
                </a:gridCol>
                <a:gridCol w="2207730">
                  <a:extLst>
                    <a:ext uri="{9D8B030D-6E8A-4147-A177-3AD203B41FA5}">
                      <a16:colId xmlns:a16="http://schemas.microsoft.com/office/drawing/2014/main" val="623701906"/>
                    </a:ext>
                  </a:extLst>
                </a:gridCol>
              </a:tblGrid>
              <a:tr h="584115">
                <a:tc>
                  <a:txBody>
                    <a:bodyPr/>
                    <a:lstStyle/>
                    <a:p>
                      <a:r>
                        <a:rPr lang="fr-FR" sz="2600" dirty="0" err="1">
                          <a:latin typeface="Arial" panose="020B0604020202020204" pitchFamily="34" charset="0"/>
                          <a:cs typeface="Arial" panose="020B0604020202020204" pitchFamily="34" charset="0"/>
                        </a:rPr>
                        <a:t>Temperature</a:t>
                      </a:r>
                      <a:endParaRPr lang="fr-FR" sz="2600" dirty="0">
                        <a:latin typeface="Arial" panose="020B0604020202020204" pitchFamily="34" charset="0"/>
                        <a:cs typeface="Arial" panose="020B0604020202020204" pitchFamily="34" charset="0"/>
                      </a:endParaRPr>
                    </a:p>
                  </a:txBody>
                  <a:tcPr marL="144769" marR="144769" marT="72385" marB="72385"/>
                </a:tc>
                <a:tc>
                  <a:txBody>
                    <a:bodyPr/>
                    <a:lstStyle/>
                    <a:p>
                      <a:r>
                        <a:rPr lang="fr-FR" sz="2600" dirty="0">
                          <a:latin typeface="Arial" panose="020B0604020202020204" pitchFamily="34" charset="0"/>
                          <a:cs typeface="Arial" panose="020B0604020202020204" pitchFamily="34" charset="0"/>
                        </a:rPr>
                        <a:t>Frequency</a:t>
                      </a:r>
                    </a:p>
                  </a:txBody>
                  <a:tcPr marL="144769" marR="144769" marT="72385" marB="72385"/>
                </a:tc>
                <a:extLst>
                  <a:ext uri="{0D108BD9-81ED-4DB2-BD59-A6C34878D82A}">
                    <a16:rowId xmlns:a16="http://schemas.microsoft.com/office/drawing/2014/main" val="751406549"/>
                  </a:ext>
                </a:extLst>
              </a:tr>
              <a:tr h="636985">
                <a:tc>
                  <a:txBody>
                    <a:bodyPr/>
                    <a:lstStyle/>
                    <a:p>
                      <a:r>
                        <a:rPr lang="fr-FR" sz="2600" dirty="0">
                          <a:latin typeface="Arial" panose="020B0604020202020204" pitchFamily="34" charset="0"/>
                          <a:cs typeface="Arial" panose="020B0604020202020204" pitchFamily="34" charset="0"/>
                        </a:rPr>
                        <a:t>-1</a:t>
                      </a:r>
                    </a:p>
                  </a:txBody>
                  <a:tcPr marL="144769" marR="144769" marT="72385" marB="72385"/>
                </a:tc>
                <a:tc>
                  <a:txBody>
                    <a:bodyPr/>
                    <a:lstStyle/>
                    <a:p>
                      <a:r>
                        <a:rPr lang="fr-FR" sz="2600">
                          <a:latin typeface="Arial" panose="020B0604020202020204" pitchFamily="34" charset="0"/>
                          <a:cs typeface="Arial" panose="020B0604020202020204" pitchFamily="34" charset="0"/>
                        </a:rPr>
                        <a:t>20%</a:t>
                      </a:r>
                    </a:p>
                  </a:txBody>
                  <a:tcPr marL="144769" marR="144769" marT="72385" marB="72385"/>
                </a:tc>
                <a:extLst>
                  <a:ext uri="{0D108BD9-81ED-4DB2-BD59-A6C34878D82A}">
                    <a16:rowId xmlns:a16="http://schemas.microsoft.com/office/drawing/2014/main" val="1597273899"/>
                  </a:ext>
                </a:extLst>
              </a:tr>
              <a:tr h="636985">
                <a:tc>
                  <a:txBody>
                    <a:bodyPr/>
                    <a:lstStyle/>
                    <a:p>
                      <a:r>
                        <a:rPr lang="fr-FR" sz="2600" dirty="0">
                          <a:latin typeface="Arial" panose="020B0604020202020204" pitchFamily="34" charset="0"/>
                          <a:cs typeface="Arial" panose="020B0604020202020204" pitchFamily="34" charset="0"/>
                        </a:rPr>
                        <a:t>0</a:t>
                      </a:r>
                    </a:p>
                  </a:txBody>
                  <a:tcPr marL="144769" marR="144769" marT="72385" marB="72385"/>
                </a:tc>
                <a:tc>
                  <a:txBody>
                    <a:bodyPr/>
                    <a:lstStyle/>
                    <a:p>
                      <a:r>
                        <a:rPr lang="fr-FR" sz="2600" dirty="0">
                          <a:latin typeface="Arial" panose="020B0604020202020204" pitchFamily="34" charset="0"/>
                          <a:cs typeface="Arial" panose="020B0604020202020204" pitchFamily="34" charset="0"/>
                        </a:rPr>
                        <a:t>17%</a:t>
                      </a:r>
                    </a:p>
                  </a:txBody>
                  <a:tcPr marL="144769" marR="144769" marT="72385" marB="72385"/>
                </a:tc>
                <a:extLst>
                  <a:ext uri="{0D108BD9-81ED-4DB2-BD59-A6C34878D82A}">
                    <a16:rowId xmlns:a16="http://schemas.microsoft.com/office/drawing/2014/main" val="3340744488"/>
                  </a:ext>
                </a:extLst>
              </a:tr>
              <a:tr h="636985">
                <a:tc>
                  <a:txBody>
                    <a:bodyPr/>
                    <a:lstStyle/>
                    <a:p>
                      <a:r>
                        <a:rPr lang="fr-FR" sz="2600" dirty="0">
                          <a:latin typeface="Arial" panose="020B0604020202020204" pitchFamily="34" charset="0"/>
                          <a:cs typeface="Arial" panose="020B0604020202020204" pitchFamily="34" charset="0"/>
                        </a:rPr>
                        <a:t>2</a:t>
                      </a:r>
                    </a:p>
                  </a:txBody>
                  <a:tcPr marL="144769" marR="144769" marT="72385" marB="72385"/>
                </a:tc>
                <a:tc>
                  <a:txBody>
                    <a:bodyPr/>
                    <a:lstStyle/>
                    <a:p>
                      <a:r>
                        <a:rPr lang="fr-FR" sz="2600" dirty="0">
                          <a:latin typeface="Arial" panose="020B0604020202020204" pitchFamily="34" charset="0"/>
                          <a:cs typeface="Arial" panose="020B0604020202020204" pitchFamily="34" charset="0"/>
                        </a:rPr>
                        <a:t>43%</a:t>
                      </a:r>
                    </a:p>
                  </a:txBody>
                  <a:tcPr marL="144769" marR="144769" marT="72385" marB="72385"/>
                </a:tc>
                <a:extLst>
                  <a:ext uri="{0D108BD9-81ED-4DB2-BD59-A6C34878D82A}">
                    <a16:rowId xmlns:a16="http://schemas.microsoft.com/office/drawing/2014/main" val="3117472185"/>
                  </a:ext>
                </a:extLst>
              </a:tr>
              <a:tr h="636985">
                <a:tc>
                  <a:txBody>
                    <a:bodyPr/>
                    <a:lstStyle/>
                    <a:p>
                      <a:r>
                        <a:rPr lang="fr-FR" sz="2600">
                          <a:latin typeface="Arial" panose="020B0604020202020204" pitchFamily="34" charset="0"/>
                          <a:cs typeface="Arial" panose="020B0604020202020204" pitchFamily="34" charset="0"/>
                        </a:rPr>
                        <a:t>3</a:t>
                      </a:r>
                    </a:p>
                  </a:txBody>
                  <a:tcPr marL="144769" marR="144769" marT="72385" marB="72385"/>
                </a:tc>
                <a:tc>
                  <a:txBody>
                    <a:bodyPr/>
                    <a:lstStyle/>
                    <a:p>
                      <a:r>
                        <a:rPr lang="fr-FR" sz="2600" dirty="0">
                          <a:latin typeface="Arial" panose="020B0604020202020204" pitchFamily="34" charset="0"/>
                          <a:cs typeface="Arial" panose="020B0604020202020204" pitchFamily="34" charset="0"/>
                        </a:rPr>
                        <a:t>10%</a:t>
                      </a:r>
                    </a:p>
                  </a:txBody>
                  <a:tcPr marL="144769" marR="144769" marT="72385" marB="72385"/>
                </a:tc>
                <a:extLst>
                  <a:ext uri="{0D108BD9-81ED-4DB2-BD59-A6C34878D82A}">
                    <a16:rowId xmlns:a16="http://schemas.microsoft.com/office/drawing/2014/main" val="2961163649"/>
                  </a:ext>
                </a:extLst>
              </a:tr>
              <a:tr h="636985">
                <a:tc>
                  <a:txBody>
                    <a:bodyPr/>
                    <a:lstStyle/>
                    <a:p>
                      <a:r>
                        <a:rPr lang="fr-FR" sz="2600"/>
                        <a:t>7</a:t>
                      </a:r>
                    </a:p>
                  </a:txBody>
                  <a:tcPr marL="144769" marR="144769" marT="72385" marB="72385"/>
                </a:tc>
                <a:tc>
                  <a:txBody>
                    <a:bodyPr/>
                    <a:lstStyle/>
                    <a:p>
                      <a:r>
                        <a:rPr lang="fr-FR" sz="2600" dirty="0"/>
                        <a:t>10%</a:t>
                      </a:r>
                    </a:p>
                  </a:txBody>
                  <a:tcPr marL="144769" marR="144769" marT="72385" marB="72385"/>
                </a:tc>
                <a:extLst>
                  <a:ext uri="{0D108BD9-81ED-4DB2-BD59-A6C34878D82A}">
                    <a16:rowId xmlns:a16="http://schemas.microsoft.com/office/drawing/2014/main" val="2867687223"/>
                  </a:ext>
                </a:extLst>
              </a:tr>
            </a:tbl>
          </a:graphicData>
        </a:graphic>
      </p:graphicFrame>
      <p:sp>
        <p:nvSpPr>
          <p:cNvPr id="3" name="Espace réservé du contenu 2">
            <a:extLst>
              <a:ext uri="{FF2B5EF4-FFF2-40B4-BE49-F238E27FC236}">
                <a16:creationId xmlns:a16="http://schemas.microsoft.com/office/drawing/2014/main" id="{F513E513-45B4-7A0E-6660-966A0E3CC9B8}"/>
              </a:ext>
            </a:extLst>
          </p:cNvPr>
          <p:cNvSpPr txBox="1">
            <a:spLocks/>
          </p:cNvSpPr>
          <p:nvPr/>
        </p:nvSpPr>
        <p:spPr>
          <a:xfrm>
            <a:off x="838200" y="1825625"/>
            <a:ext cx="5431971" cy="303777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800" dirty="0">
                <a:latin typeface="Arial" panose="020B0604020202020204" pitchFamily="34" charset="0"/>
                <a:cs typeface="Arial" panose="020B0604020202020204" pitchFamily="34" charset="0"/>
              </a:rPr>
              <a:t>We studied the morning temperature (i.e. measured between 7am and 7.30am) over 200 days chosen randomly from the winter periods observed over the last 20 years. 
The data are represented in the following table:</a:t>
            </a:r>
            <a:endParaRPr lang="fr-FR" sz="1800" dirty="0">
              <a:latin typeface="Arial" panose="020B0604020202020204" pitchFamily="34" charset="0"/>
              <a:cs typeface="Arial" panose="020B0604020202020204" pitchFamily="34" charset="0"/>
            </a:endParaRPr>
          </a:p>
          <a:p>
            <a:pPr marL="285750" indent="-285750" algn="l">
              <a:spcAft>
                <a:spcPts val="600"/>
              </a:spcAft>
              <a:buFont typeface="Wingdings" pitchFamily="2" charset="2"/>
              <a:buChar char="§"/>
            </a:pPr>
            <a:r>
              <a:rPr lang="en-US" sz="1800" dirty="0">
                <a:latin typeface="Arial" panose="020B0604020202020204" pitchFamily="34" charset="0"/>
                <a:cs typeface="Arial" panose="020B0604020202020204" pitchFamily="34" charset="0"/>
              </a:rPr>
              <a:t>Calculate the coefficient of variation 
Calculate the relative interquartile coefficient </a:t>
            </a:r>
          </a:p>
          <a:p>
            <a:pPr indent="-228600">
              <a:spcAft>
                <a:spcPts val="600"/>
              </a:spcAft>
              <a:buFont typeface="Arial" panose="020B0604020202020204" pitchFamily="34" charset="0"/>
              <a:buChar char="•"/>
            </a:pPr>
            <a:endParaRPr lang="en-US" sz="800" dirty="0"/>
          </a:p>
          <a:p>
            <a:pPr indent="-228600">
              <a:spcAft>
                <a:spcPts val="600"/>
              </a:spcAft>
              <a:buFont typeface="Arial" panose="020B0604020202020204" pitchFamily="34" charset="0"/>
              <a:buChar char="•"/>
            </a:pPr>
            <a:endParaRPr lang="en-US" sz="800" dirty="0"/>
          </a:p>
        </p:txBody>
      </p:sp>
    </p:spTree>
    <p:extLst>
      <p:ext uri="{BB962C8B-B14F-4D97-AF65-F5344CB8AC3E}">
        <p14:creationId xmlns:p14="http://schemas.microsoft.com/office/powerpoint/2010/main" val="388445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Arc 16">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800BBCD-8647-489E-876D-9FC3AC88BD2B}"/>
              </a:ext>
            </a:extLst>
          </p:cNvPr>
          <p:cNvSpPr>
            <a:spLocks noGrp="1"/>
          </p:cNvSpPr>
          <p:nvPr>
            <p:ph type="title"/>
          </p:nvPr>
        </p:nvSpPr>
        <p:spPr>
          <a:xfrm>
            <a:off x="7516167" y="598487"/>
            <a:ext cx="1906357" cy="966141"/>
          </a:xfrm>
        </p:spPr>
        <p:txBody>
          <a:bodyPr vert="horz" lIns="91440" tIns="45720" rIns="91440" bIns="45720" rtlCol="0" anchor="b">
            <a:normAutofit/>
          </a:bodyPr>
          <a:lstStyle/>
          <a:p>
            <a:pPr algn="r"/>
            <a:r>
              <a:rPr lang="en-US" sz="6000" b="1" kern="1200" dirty="0">
                <a:solidFill>
                  <a:schemeClr val="tx1"/>
                </a:solidFill>
                <a:latin typeface="Arial" panose="020B0604020202020204" pitchFamily="34" charset="0"/>
                <a:cs typeface="Arial" panose="020B0604020202020204" pitchFamily="34" charset="0"/>
              </a:rPr>
              <a:t>Note</a:t>
            </a:r>
          </a:p>
        </p:txBody>
      </p:sp>
      <p:sp>
        <p:nvSpPr>
          <p:cNvPr id="4" name="ZoneTexte 3">
            <a:extLst>
              <a:ext uri="{FF2B5EF4-FFF2-40B4-BE49-F238E27FC236}">
                <a16:creationId xmlns:a16="http://schemas.microsoft.com/office/drawing/2014/main" id="{A49DE853-D406-4447-A840-2A66FF0950EC}"/>
              </a:ext>
            </a:extLst>
          </p:cNvPr>
          <p:cNvSpPr txBox="1"/>
          <p:nvPr/>
        </p:nvSpPr>
        <p:spPr>
          <a:xfrm>
            <a:off x="838200" y="1690688"/>
            <a:ext cx="10439400" cy="45688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3907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838200" y="365125"/>
            <a:ext cx="10515599" cy="1325563"/>
          </a:xfrm>
        </p:spPr>
        <p:txBody>
          <a:bodyPr>
            <a:normAutofit/>
          </a:bodyPr>
          <a:lstStyle/>
          <a:p>
            <a:r>
              <a:rPr lang="fr-FR" b="1" dirty="0">
                <a:latin typeface="Arial" panose="020B0604020202020204" pitchFamily="34" charset="0"/>
                <a:cs typeface="Arial" panose="020B0604020202020204" pitchFamily="34" charset="0"/>
              </a:rPr>
              <a:t>Exercice 2</a:t>
            </a: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838200" y="1825625"/>
            <a:ext cx="6075066" cy="3037777"/>
          </a:xfrm>
        </p:spPr>
        <p:txBody>
          <a:bodyPr>
            <a:noAutofit/>
          </a:bodyPr>
          <a:lstStyle/>
          <a:p>
            <a:pPr marL="0" indent="0" algn="just">
              <a:buNone/>
            </a:pPr>
            <a:r>
              <a:rPr lang="en-US" sz="1800" dirty="0">
                <a:latin typeface="Arial" panose="020B0604020202020204" pitchFamily="34" charset="0"/>
                <a:ea typeface="Cambria" panose="02040503050406030204" pitchFamily="18" charset="0"/>
                <a:cs typeface="Arial" panose="020B0604020202020204" pitchFamily="34" charset="0"/>
              </a:rPr>
              <a:t>We studied the morning speed (i.e. measured (in Km/h) between 7am and 7.30am) of the wind over 240 days chosen </a:t>
            </a:r>
            <a:r>
              <a:rPr lang="en-US" sz="1800" dirty="0">
                <a:latin typeface="Arial" panose="020B0604020202020204" pitchFamily="34" charset="0"/>
                <a:cs typeface="Arial" panose="020B0604020202020204" pitchFamily="34" charset="0"/>
              </a:rPr>
              <a:t>randomly </a:t>
            </a:r>
            <a:r>
              <a:rPr lang="en-US" sz="1800" dirty="0">
                <a:latin typeface="Arial" panose="020B0604020202020204" pitchFamily="34" charset="0"/>
                <a:ea typeface="Cambria" panose="02040503050406030204" pitchFamily="18" charset="0"/>
                <a:cs typeface="Arial" panose="020B0604020202020204" pitchFamily="34" charset="0"/>
              </a:rPr>
              <a:t>from the winter periods observed over the last 20 years. 
The data are represented in the following table:</a:t>
            </a:r>
            <a:endParaRPr lang="fr-FR" sz="1800" dirty="0">
              <a:latin typeface="Arial" panose="020B0604020202020204" pitchFamily="34" charset="0"/>
              <a:ea typeface="Cambria" panose="02040503050406030204" pitchFamily="18" charset="0"/>
              <a:cs typeface="Arial" panose="020B0604020202020204" pitchFamily="34" charset="0"/>
            </a:endParaRPr>
          </a:p>
          <a:p>
            <a:pPr>
              <a:buFont typeface="Wingdings" pitchFamily="2" charset="2"/>
              <a:buChar char="§"/>
            </a:pPr>
            <a:r>
              <a:rPr lang="en-US" sz="1800" dirty="0">
                <a:latin typeface="Arial" panose="020B0604020202020204" pitchFamily="34" charset="0"/>
                <a:ea typeface="Cambria" panose="02040503050406030204" pitchFamily="18" charset="0"/>
                <a:cs typeface="Arial" panose="020B0604020202020204" pitchFamily="34" charset="0"/>
              </a:rPr>
              <a:t>Calculate the coefficient of variation 
Calculate the relative interquartile coefficient </a:t>
            </a:r>
            <a:endParaRPr lang="fr-FR" sz="18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646692892"/>
              </p:ext>
            </p:extLst>
          </p:nvPr>
        </p:nvGraphicFramePr>
        <p:xfrm>
          <a:off x="7204224" y="1847506"/>
          <a:ext cx="4321235" cy="3486508"/>
        </p:xfrm>
        <a:graphic>
          <a:graphicData uri="http://schemas.openxmlformats.org/drawingml/2006/table">
            <a:tbl>
              <a:tblPr firstRow="1" bandRow="1">
                <a:tableStyleId>{5C22544A-7EE6-4342-B048-85BDC9FD1C3A}</a:tableStyleId>
              </a:tblPr>
              <a:tblGrid>
                <a:gridCol w="1869438">
                  <a:extLst>
                    <a:ext uri="{9D8B030D-6E8A-4147-A177-3AD203B41FA5}">
                      <a16:colId xmlns:a16="http://schemas.microsoft.com/office/drawing/2014/main" val="2512171411"/>
                    </a:ext>
                  </a:extLst>
                </a:gridCol>
                <a:gridCol w="2451797">
                  <a:extLst>
                    <a:ext uri="{9D8B030D-6E8A-4147-A177-3AD203B41FA5}">
                      <a16:colId xmlns:a16="http://schemas.microsoft.com/office/drawing/2014/main" val="174336170"/>
                    </a:ext>
                  </a:extLst>
                </a:gridCol>
              </a:tblGrid>
              <a:tr h="564098">
                <a:tc>
                  <a:txBody>
                    <a:bodyPr/>
                    <a:lstStyle/>
                    <a:p>
                      <a:pPr algn="ctr"/>
                      <a:r>
                        <a:rPr lang="fr-FR" sz="2000" dirty="0">
                          <a:latin typeface="Arial" panose="020B0604020202020204" pitchFamily="34" charset="0"/>
                          <a:cs typeface="Arial" panose="020B0604020202020204" pitchFamily="34" charset="0"/>
                        </a:rPr>
                        <a:t>Speed</a:t>
                      </a:r>
                    </a:p>
                  </a:txBody>
                  <a:tcPr marL="132837" marR="132837" marT="66418" marB="66418"/>
                </a:tc>
                <a:tc>
                  <a:txBody>
                    <a:bodyPr/>
                    <a:lstStyle/>
                    <a:p>
                      <a:pPr algn="ctr"/>
                      <a:r>
                        <a:rPr lang="fr-FR" sz="2000" dirty="0">
                          <a:latin typeface="Arial" panose="020B0604020202020204" pitchFamily="34" charset="0"/>
                          <a:cs typeface="Arial" panose="020B0604020202020204" pitchFamily="34" charset="0"/>
                        </a:rPr>
                        <a:t>Number of </a:t>
                      </a:r>
                      <a:r>
                        <a:rPr lang="fr-FR" sz="2000" dirty="0" err="1">
                          <a:latin typeface="Arial" panose="020B0604020202020204" pitchFamily="34" charset="0"/>
                          <a:cs typeface="Arial" panose="020B0604020202020204" pitchFamily="34" charset="0"/>
                        </a:rPr>
                        <a:t>days</a:t>
                      </a:r>
                      <a:endParaRPr lang="fr-FR" sz="2000" dirty="0">
                        <a:latin typeface="Arial" panose="020B0604020202020204" pitchFamily="34" charset="0"/>
                        <a:cs typeface="Arial" panose="020B0604020202020204" pitchFamily="34" charset="0"/>
                      </a:endParaRPr>
                    </a:p>
                  </a:txBody>
                  <a:tcPr marL="132837" marR="132837" marT="66418" marB="66418"/>
                </a:tc>
                <a:extLst>
                  <a:ext uri="{0D108BD9-81ED-4DB2-BD59-A6C34878D82A}">
                    <a16:rowId xmlns:a16="http://schemas.microsoft.com/office/drawing/2014/main" val="1533465849"/>
                  </a:ext>
                </a:extLst>
              </a:tr>
              <a:tr h="584482">
                <a:tc>
                  <a:txBody>
                    <a:bodyPr/>
                    <a:lstStyle/>
                    <a:p>
                      <a:r>
                        <a:rPr lang="fr-FR" sz="2600" dirty="0">
                          <a:latin typeface="Arial" panose="020B0604020202020204" pitchFamily="34" charset="0"/>
                          <a:cs typeface="Arial" panose="020B0604020202020204" pitchFamily="34" charset="0"/>
                        </a:rPr>
                        <a:t>[0 ; 10]</a:t>
                      </a:r>
                    </a:p>
                  </a:txBody>
                  <a:tcPr marL="132837" marR="132837" marT="66418" marB="66418"/>
                </a:tc>
                <a:tc>
                  <a:txBody>
                    <a:bodyPr/>
                    <a:lstStyle/>
                    <a:p>
                      <a:r>
                        <a:rPr lang="fr-FR" sz="2600" dirty="0">
                          <a:latin typeface="Arial" panose="020B0604020202020204" pitchFamily="34" charset="0"/>
                          <a:cs typeface="Arial" panose="020B0604020202020204" pitchFamily="34" charset="0"/>
                        </a:rPr>
                        <a:t>42</a:t>
                      </a:r>
                    </a:p>
                  </a:txBody>
                  <a:tcPr marL="132837" marR="132837" marT="66418" marB="66418"/>
                </a:tc>
                <a:extLst>
                  <a:ext uri="{0D108BD9-81ED-4DB2-BD59-A6C34878D82A}">
                    <a16:rowId xmlns:a16="http://schemas.microsoft.com/office/drawing/2014/main" val="3657244147"/>
                  </a:ext>
                </a:extLst>
              </a:tr>
              <a:tr h="584482">
                <a:tc>
                  <a:txBody>
                    <a:bodyPr/>
                    <a:lstStyle/>
                    <a:p>
                      <a:r>
                        <a:rPr lang="fr-FR" sz="2600" dirty="0">
                          <a:latin typeface="Arial" panose="020B0604020202020204" pitchFamily="34" charset="0"/>
                          <a:cs typeface="Arial" panose="020B0604020202020204" pitchFamily="34" charset="0"/>
                        </a:rPr>
                        <a:t>[10 ; 30]</a:t>
                      </a:r>
                    </a:p>
                  </a:txBody>
                  <a:tcPr marL="132837" marR="132837" marT="66418" marB="66418"/>
                </a:tc>
                <a:tc>
                  <a:txBody>
                    <a:bodyPr/>
                    <a:lstStyle/>
                    <a:p>
                      <a:r>
                        <a:rPr lang="fr-FR" sz="2600" dirty="0">
                          <a:latin typeface="Arial" panose="020B0604020202020204" pitchFamily="34" charset="0"/>
                          <a:cs typeface="Arial" panose="020B0604020202020204" pitchFamily="34" charset="0"/>
                        </a:rPr>
                        <a:t>48</a:t>
                      </a:r>
                    </a:p>
                  </a:txBody>
                  <a:tcPr marL="132837" marR="132837" marT="66418" marB="66418"/>
                </a:tc>
                <a:extLst>
                  <a:ext uri="{0D108BD9-81ED-4DB2-BD59-A6C34878D82A}">
                    <a16:rowId xmlns:a16="http://schemas.microsoft.com/office/drawing/2014/main" val="3646404715"/>
                  </a:ext>
                </a:extLst>
              </a:tr>
              <a:tr h="584482">
                <a:tc>
                  <a:txBody>
                    <a:bodyPr/>
                    <a:lstStyle/>
                    <a:p>
                      <a:r>
                        <a:rPr lang="fr-FR" sz="2600" dirty="0">
                          <a:latin typeface="Arial" panose="020B0604020202020204" pitchFamily="34" charset="0"/>
                          <a:cs typeface="Arial" panose="020B0604020202020204" pitchFamily="34" charset="0"/>
                        </a:rPr>
                        <a:t>[30 ; 70]</a:t>
                      </a:r>
                    </a:p>
                  </a:txBody>
                  <a:tcPr marL="132837" marR="132837" marT="66418" marB="66418"/>
                </a:tc>
                <a:tc>
                  <a:txBody>
                    <a:bodyPr/>
                    <a:lstStyle/>
                    <a:p>
                      <a:r>
                        <a:rPr lang="fr-FR" sz="2600" dirty="0">
                          <a:latin typeface="Arial" panose="020B0604020202020204" pitchFamily="34" charset="0"/>
                          <a:cs typeface="Arial" panose="020B0604020202020204" pitchFamily="34" charset="0"/>
                        </a:rPr>
                        <a:t>90</a:t>
                      </a:r>
                    </a:p>
                  </a:txBody>
                  <a:tcPr marL="132837" marR="132837" marT="66418" marB="66418"/>
                </a:tc>
                <a:extLst>
                  <a:ext uri="{0D108BD9-81ED-4DB2-BD59-A6C34878D82A}">
                    <a16:rowId xmlns:a16="http://schemas.microsoft.com/office/drawing/2014/main" val="1730413526"/>
                  </a:ext>
                </a:extLst>
              </a:tr>
              <a:tr h="584482">
                <a:tc>
                  <a:txBody>
                    <a:bodyPr/>
                    <a:lstStyle/>
                    <a:p>
                      <a:r>
                        <a:rPr lang="fr-FR" sz="2600" dirty="0">
                          <a:latin typeface="Arial" panose="020B0604020202020204" pitchFamily="34" charset="0"/>
                          <a:cs typeface="Arial" panose="020B0604020202020204" pitchFamily="34" charset="0"/>
                        </a:rPr>
                        <a:t>[70 ; 100]</a:t>
                      </a:r>
                    </a:p>
                  </a:txBody>
                  <a:tcPr marL="132837" marR="132837" marT="66418" marB="66418"/>
                </a:tc>
                <a:tc>
                  <a:txBody>
                    <a:bodyPr/>
                    <a:lstStyle/>
                    <a:p>
                      <a:r>
                        <a:rPr lang="fr-FR" sz="2600" dirty="0">
                          <a:latin typeface="Arial" panose="020B0604020202020204" pitchFamily="34" charset="0"/>
                          <a:cs typeface="Arial" panose="020B0604020202020204" pitchFamily="34" charset="0"/>
                        </a:rPr>
                        <a:t>24</a:t>
                      </a:r>
                    </a:p>
                  </a:txBody>
                  <a:tcPr marL="132837" marR="132837" marT="66418" marB="66418"/>
                </a:tc>
                <a:extLst>
                  <a:ext uri="{0D108BD9-81ED-4DB2-BD59-A6C34878D82A}">
                    <a16:rowId xmlns:a16="http://schemas.microsoft.com/office/drawing/2014/main" val="1218259845"/>
                  </a:ext>
                </a:extLst>
              </a:tr>
              <a:tr h="584482">
                <a:tc>
                  <a:txBody>
                    <a:bodyPr/>
                    <a:lstStyle/>
                    <a:p>
                      <a:r>
                        <a:rPr lang="fr-FR" sz="2600" dirty="0">
                          <a:latin typeface="Arial" panose="020B0604020202020204" pitchFamily="34" charset="0"/>
                          <a:cs typeface="Arial" panose="020B0604020202020204" pitchFamily="34" charset="0"/>
                        </a:rPr>
                        <a:t>[100 ; 150]</a:t>
                      </a:r>
                    </a:p>
                  </a:txBody>
                  <a:tcPr marL="132837" marR="132837" marT="66418" marB="66418"/>
                </a:tc>
                <a:tc>
                  <a:txBody>
                    <a:bodyPr/>
                    <a:lstStyle/>
                    <a:p>
                      <a:r>
                        <a:rPr lang="fr-FR" sz="2600" dirty="0">
                          <a:latin typeface="Arial" panose="020B0604020202020204" pitchFamily="34" charset="0"/>
                          <a:cs typeface="Arial" panose="020B0604020202020204" pitchFamily="34" charset="0"/>
                        </a:rPr>
                        <a:t>36</a:t>
                      </a:r>
                    </a:p>
                  </a:txBody>
                  <a:tcPr marL="132837" marR="132837" marT="66418" marB="66418"/>
                </a:tc>
                <a:extLst>
                  <a:ext uri="{0D108BD9-81ED-4DB2-BD59-A6C34878D82A}">
                    <a16:rowId xmlns:a16="http://schemas.microsoft.com/office/drawing/2014/main" val="2393789884"/>
                  </a:ext>
                </a:extLst>
              </a:tr>
            </a:tbl>
          </a:graphicData>
        </a:graphic>
      </p:graphicFrame>
    </p:spTree>
    <p:extLst>
      <p:ext uri="{BB962C8B-B14F-4D97-AF65-F5344CB8AC3E}">
        <p14:creationId xmlns:p14="http://schemas.microsoft.com/office/powerpoint/2010/main" val="3342625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800BBCD-8647-489E-876D-9FC3AC88BD2B}"/>
              </a:ext>
            </a:extLst>
          </p:cNvPr>
          <p:cNvSpPr>
            <a:spLocks noGrp="1"/>
          </p:cNvSpPr>
          <p:nvPr>
            <p:ph type="title"/>
          </p:nvPr>
        </p:nvSpPr>
        <p:spPr>
          <a:xfrm>
            <a:off x="1602169" y="766591"/>
            <a:ext cx="2107148" cy="1002389"/>
          </a:xfrm>
        </p:spPr>
        <p:txBody>
          <a:bodyPr vert="horz" lIns="91440" tIns="45720" rIns="91440" bIns="45720" rtlCol="0" anchor="b">
            <a:normAutofit/>
          </a:bodyPr>
          <a:lstStyle/>
          <a:p>
            <a:pPr algn="r"/>
            <a:r>
              <a:rPr lang="en-US" sz="6000" b="1" kern="1200" dirty="0">
                <a:solidFill>
                  <a:schemeClr val="tx1">
                    <a:lumMod val="95000"/>
                    <a:lumOff val="5000"/>
                  </a:schemeClr>
                </a:solidFill>
                <a:latin typeface="Arial" panose="020B0604020202020204" pitchFamily="34" charset="0"/>
                <a:cs typeface="Arial" panose="020B0604020202020204" pitchFamily="34" charset="0"/>
              </a:rPr>
              <a:t>Note</a:t>
            </a:r>
          </a:p>
        </p:txBody>
      </p:sp>
      <p:sp>
        <p:nvSpPr>
          <p:cNvPr id="21" name="Freeform: Shape 20">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3" name="Arc 22">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ZoneTexte 3">
            <a:extLst>
              <a:ext uri="{FF2B5EF4-FFF2-40B4-BE49-F238E27FC236}">
                <a16:creationId xmlns:a16="http://schemas.microsoft.com/office/drawing/2014/main" id="{A49DE853-D406-4447-A840-2A66FF0950EC}"/>
              </a:ext>
            </a:extLst>
          </p:cNvPr>
          <p:cNvSpPr txBox="1"/>
          <p:nvPr/>
        </p:nvSpPr>
        <p:spPr>
          <a:xfrm>
            <a:off x="838200" y="1690688"/>
            <a:ext cx="10439400" cy="45688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87533615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TotalTime>
  <Words>197</Words>
  <Application>Microsoft Macintosh PowerPoint</Application>
  <PresentationFormat>Widescreen</PresentationFormat>
  <Paragraphs>36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Wingdings</vt:lpstr>
      <vt:lpstr>Thème Office</vt:lpstr>
      <vt:lpstr>Data Description </vt:lpstr>
      <vt:lpstr>Exercise 1</vt:lpstr>
      <vt:lpstr>Note</vt:lpstr>
      <vt:lpstr>Exercice 2</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Description </dc:title>
  <dc:creator>KACHOUR Maher</dc:creator>
  <cp:lastModifiedBy>Mercede Erfanianghasab</cp:lastModifiedBy>
  <cp:revision>4</cp:revision>
  <dcterms:created xsi:type="dcterms:W3CDTF">2021-10-14T08:08:29Z</dcterms:created>
  <dcterms:modified xsi:type="dcterms:W3CDTF">2026-07-17T15:24:24Z</dcterms:modified>
</cp:coreProperties>
</file>