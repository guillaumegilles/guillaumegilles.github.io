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356" r:id="rId5"/>
    <p:sldId id="331" r:id="rId6"/>
    <p:sldId id="333" r:id="rId7"/>
    <p:sldId id="335" r:id="rId8"/>
    <p:sldId id="336" r:id="rId9"/>
    <p:sldId id="338" r:id="rId10"/>
    <p:sldId id="340" r:id="rId11"/>
    <p:sldId id="342" r:id="rId12"/>
    <p:sldId id="344" r:id="rId13"/>
    <p:sldId id="345" r:id="rId14"/>
    <p:sldId id="346" r:id="rId15"/>
    <p:sldId id="347" r:id="rId16"/>
    <p:sldId id="271" r:id="rId17"/>
    <p:sldId id="272" r:id="rId18"/>
    <p:sldId id="273" r:id="rId19"/>
    <p:sldId id="274" r:id="rId20"/>
    <p:sldId id="278" r:id="rId21"/>
    <p:sldId id="286" r:id="rId22"/>
    <p:sldId id="287" r:id="rId23"/>
    <p:sldId id="276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6A9E3-DB1D-41F5-A982-00B8D0EC1147}" v="8" dt="2021-10-14T07:47:54.328"/>
    <p1510:client id="{7DC70FC7-6341-4B33-82E1-468D359D63C2}" v="1" dt="2021-10-14T07:57:38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8" autoAdjust="0"/>
    <p:restoredTop sz="94660"/>
  </p:normalViewPr>
  <p:slideViewPr>
    <p:cSldViewPr>
      <p:cViewPr varScale="1">
        <p:scale>
          <a:sx n="127" d="100"/>
          <a:sy n="127" d="100"/>
        </p:scale>
        <p:origin x="18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7DC70FC7-6341-4B33-82E1-468D359D63C2}"/>
    <pc:docChg chg="custSel addSld delSld modSld sldOrd">
      <pc:chgData name="KACHOUR Maher" userId="09775c39-7739-40bf-ba04-c8ef3ab24a94" providerId="ADAL" clId="{7DC70FC7-6341-4B33-82E1-468D359D63C2}" dt="2021-10-14T08:00:22.682" v="55"/>
      <pc:docMkLst>
        <pc:docMk/>
      </pc:docMkLst>
      <pc:sldChg chg="del">
        <pc:chgData name="KACHOUR Maher" userId="09775c39-7739-40bf-ba04-c8ef3ab24a94" providerId="ADAL" clId="{7DC70FC7-6341-4B33-82E1-468D359D63C2}" dt="2021-10-14T07:58:51.576" v="26" actId="47"/>
        <pc:sldMkLst>
          <pc:docMk/>
          <pc:sldMk cId="904395720" sldId="268"/>
        </pc:sldMkLst>
      </pc:sldChg>
      <pc:sldChg chg="del">
        <pc:chgData name="KACHOUR Maher" userId="09775c39-7739-40bf-ba04-c8ef3ab24a94" providerId="ADAL" clId="{7DC70FC7-6341-4B33-82E1-468D359D63C2}" dt="2021-10-14T07:59:58.043" v="44" actId="47"/>
        <pc:sldMkLst>
          <pc:docMk/>
          <pc:sldMk cId="3981332052" sldId="275"/>
        </pc:sldMkLst>
      </pc:sldChg>
      <pc:sldChg chg="del">
        <pc:chgData name="KACHOUR Maher" userId="09775c39-7739-40bf-ba04-c8ef3ab24a94" providerId="ADAL" clId="{7DC70FC7-6341-4B33-82E1-468D359D63C2}" dt="2021-10-14T07:57:57.404" v="11" actId="47"/>
        <pc:sldMkLst>
          <pc:docMk/>
          <pc:sldMk cId="1304109704" sldId="279"/>
        </pc:sldMkLst>
      </pc:sldChg>
      <pc:sldChg chg="del">
        <pc:chgData name="KACHOUR Maher" userId="09775c39-7739-40bf-ba04-c8ef3ab24a94" providerId="ADAL" clId="{7DC70FC7-6341-4B33-82E1-468D359D63C2}" dt="2021-10-14T07:58:14.621" v="15" actId="47"/>
        <pc:sldMkLst>
          <pc:docMk/>
          <pc:sldMk cId="39123846" sldId="281"/>
        </pc:sldMkLst>
      </pc:sldChg>
      <pc:sldChg chg="del">
        <pc:chgData name="KACHOUR Maher" userId="09775c39-7739-40bf-ba04-c8ef3ab24a94" providerId="ADAL" clId="{7DC70FC7-6341-4B33-82E1-468D359D63C2}" dt="2021-10-14T07:58:47.900" v="25" actId="47"/>
        <pc:sldMkLst>
          <pc:docMk/>
          <pc:sldMk cId="368661801" sldId="282"/>
        </pc:sldMkLst>
      </pc:sldChg>
      <pc:sldChg chg="del">
        <pc:chgData name="KACHOUR Maher" userId="09775c39-7739-40bf-ba04-c8ef3ab24a94" providerId="ADAL" clId="{7DC70FC7-6341-4B33-82E1-468D359D63C2}" dt="2021-10-14T07:58:54.641" v="27" actId="47"/>
        <pc:sldMkLst>
          <pc:docMk/>
          <pc:sldMk cId="2566369134" sldId="284"/>
        </pc:sldMkLst>
      </pc:sldChg>
      <pc:sldChg chg="del">
        <pc:chgData name="KACHOUR Maher" userId="09775c39-7739-40bf-ba04-c8ef3ab24a94" providerId="ADAL" clId="{7DC70FC7-6341-4B33-82E1-468D359D63C2}" dt="2021-10-14T07:59:30.308" v="34" actId="47"/>
        <pc:sldMkLst>
          <pc:docMk/>
          <pc:sldMk cId="3502793993" sldId="285"/>
        </pc:sldMkLst>
      </pc:sldChg>
      <pc:sldChg chg="del">
        <pc:chgData name="KACHOUR Maher" userId="09775c39-7739-40bf-ba04-c8ef3ab24a94" providerId="ADAL" clId="{7DC70FC7-6341-4B33-82E1-468D359D63C2}" dt="2021-10-14T08:00:08.020" v="48" actId="47"/>
        <pc:sldMkLst>
          <pc:docMk/>
          <pc:sldMk cId="3149534508" sldId="288"/>
        </pc:sldMkLst>
      </pc:sldChg>
      <pc:sldChg chg="del">
        <pc:chgData name="KACHOUR Maher" userId="09775c39-7739-40bf-ba04-c8ef3ab24a94" providerId="ADAL" clId="{7DC70FC7-6341-4B33-82E1-468D359D63C2}" dt="2021-10-14T08:00:17.344" v="52" actId="47"/>
        <pc:sldMkLst>
          <pc:docMk/>
          <pc:sldMk cId="3312963330" sldId="289"/>
        </pc:sldMkLst>
      </pc:sldChg>
      <pc:sldChg chg="addSp delSp modSp new mod">
        <pc:chgData name="KACHOUR Maher" userId="09775c39-7739-40bf-ba04-c8ef3ab24a94" providerId="ADAL" clId="{7DC70FC7-6341-4B33-82E1-468D359D63C2}" dt="2021-10-14T07:57:43.749" v="7" actId="208"/>
        <pc:sldMkLst>
          <pc:docMk/>
          <pc:sldMk cId="4248554185" sldId="290"/>
        </pc:sldMkLst>
        <pc:spChg chg="mod">
          <ac:chgData name="KACHOUR Maher" userId="09775c39-7739-40bf-ba04-c8ef3ab24a94" providerId="ADAL" clId="{7DC70FC7-6341-4B33-82E1-468D359D63C2}" dt="2021-10-14T07:57:24.831" v="4" actId="20577"/>
          <ac:spMkLst>
            <pc:docMk/>
            <pc:sldMk cId="4248554185" sldId="290"/>
            <ac:spMk id="2" creationId="{608D1BBE-FCF7-4B3F-9E6D-DCC7B3B64A32}"/>
          </ac:spMkLst>
        </pc:spChg>
        <pc:spChg chg="del">
          <ac:chgData name="KACHOUR Maher" userId="09775c39-7739-40bf-ba04-c8ef3ab24a94" providerId="ADAL" clId="{7DC70FC7-6341-4B33-82E1-468D359D63C2}" dt="2021-10-14T07:57:28.608" v="5" actId="478"/>
          <ac:spMkLst>
            <pc:docMk/>
            <pc:sldMk cId="4248554185" sldId="290"/>
            <ac:spMk id="3" creationId="{84205E0B-918D-4C6F-B84C-EB917EAA9BAB}"/>
          </ac:spMkLst>
        </pc:spChg>
        <pc:spChg chg="add mod">
          <ac:chgData name="KACHOUR Maher" userId="09775c39-7739-40bf-ba04-c8ef3ab24a94" providerId="ADAL" clId="{7DC70FC7-6341-4B33-82E1-468D359D63C2}" dt="2021-10-14T07:57:43.749" v="7" actId="208"/>
          <ac:spMkLst>
            <pc:docMk/>
            <pc:sldMk cId="4248554185" sldId="290"/>
            <ac:spMk id="4" creationId="{AE181493-ACBD-4B78-8364-6ED764F3FF78}"/>
          </ac:spMkLst>
        </pc:spChg>
      </pc:sldChg>
      <pc:sldChg chg="add ord">
        <pc:chgData name="KACHOUR Maher" userId="09775c39-7739-40bf-ba04-c8ef3ab24a94" providerId="ADAL" clId="{7DC70FC7-6341-4B33-82E1-468D359D63C2}" dt="2021-10-14T07:57:52.296" v="10"/>
        <pc:sldMkLst>
          <pc:docMk/>
          <pc:sldMk cId="3479083144" sldId="291"/>
        </pc:sldMkLst>
      </pc:sldChg>
      <pc:sldChg chg="add ord">
        <pc:chgData name="KACHOUR Maher" userId="09775c39-7739-40bf-ba04-c8ef3ab24a94" providerId="ADAL" clId="{7DC70FC7-6341-4B33-82E1-468D359D63C2}" dt="2021-10-14T07:58:10.207" v="14"/>
        <pc:sldMkLst>
          <pc:docMk/>
          <pc:sldMk cId="3016599454" sldId="292"/>
        </pc:sldMkLst>
      </pc:sldChg>
      <pc:sldChg chg="add ord">
        <pc:chgData name="KACHOUR Maher" userId="09775c39-7739-40bf-ba04-c8ef3ab24a94" providerId="ADAL" clId="{7DC70FC7-6341-4B33-82E1-468D359D63C2}" dt="2021-10-14T07:58:19.805" v="18"/>
        <pc:sldMkLst>
          <pc:docMk/>
          <pc:sldMk cId="898554552" sldId="293"/>
        </pc:sldMkLst>
      </pc:sldChg>
      <pc:sldChg chg="add ord">
        <pc:chgData name="KACHOUR Maher" userId="09775c39-7739-40bf-ba04-c8ef3ab24a94" providerId="ADAL" clId="{7DC70FC7-6341-4B33-82E1-468D359D63C2}" dt="2021-10-14T07:58:27.078" v="21"/>
        <pc:sldMkLst>
          <pc:docMk/>
          <pc:sldMk cId="2615758525" sldId="294"/>
        </pc:sldMkLst>
      </pc:sldChg>
      <pc:sldChg chg="add ord">
        <pc:chgData name="KACHOUR Maher" userId="09775c39-7739-40bf-ba04-c8ef3ab24a94" providerId="ADAL" clId="{7DC70FC7-6341-4B33-82E1-468D359D63C2}" dt="2021-10-14T07:58:32.631" v="24"/>
        <pc:sldMkLst>
          <pc:docMk/>
          <pc:sldMk cId="3923244689" sldId="295"/>
        </pc:sldMkLst>
      </pc:sldChg>
      <pc:sldChg chg="add ord">
        <pc:chgData name="KACHOUR Maher" userId="09775c39-7739-40bf-ba04-c8ef3ab24a94" providerId="ADAL" clId="{7DC70FC7-6341-4B33-82E1-468D359D63C2}" dt="2021-10-14T07:59:13.844" v="30"/>
        <pc:sldMkLst>
          <pc:docMk/>
          <pc:sldMk cId="1784951327" sldId="296"/>
        </pc:sldMkLst>
      </pc:sldChg>
      <pc:sldChg chg="add ord">
        <pc:chgData name="KACHOUR Maher" userId="09775c39-7739-40bf-ba04-c8ef3ab24a94" providerId="ADAL" clId="{7DC70FC7-6341-4B33-82E1-468D359D63C2}" dt="2021-10-14T07:59:23.778" v="33"/>
        <pc:sldMkLst>
          <pc:docMk/>
          <pc:sldMk cId="2405161718" sldId="297"/>
        </pc:sldMkLst>
      </pc:sldChg>
      <pc:sldChg chg="add ord">
        <pc:chgData name="KACHOUR Maher" userId="09775c39-7739-40bf-ba04-c8ef3ab24a94" providerId="ADAL" clId="{7DC70FC7-6341-4B33-82E1-468D359D63C2}" dt="2021-10-14T07:59:38.076" v="37"/>
        <pc:sldMkLst>
          <pc:docMk/>
          <pc:sldMk cId="1916985919" sldId="298"/>
        </pc:sldMkLst>
      </pc:sldChg>
      <pc:sldChg chg="add ord">
        <pc:chgData name="KACHOUR Maher" userId="09775c39-7739-40bf-ba04-c8ef3ab24a94" providerId="ADAL" clId="{7DC70FC7-6341-4B33-82E1-468D359D63C2}" dt="2021-10-14T07:59:44.630" v="40"/>
        <pc:sldMkLst>
          <pc:docMk/>
          <pc:sldMk cId="3426715120" sldId="299"/>
        </pc:sldMkLst>
      </pc:sldChg>
      <pc:sldChg chg="add ord">
        <pc:chgData name="KACHOUR Maher" userId="09775c39-7739-40bf-ba04-c8ef3ab24a94" providerId="ADAL" clId="{7DC70FC7-6341-4B33-82E1-468D359D63C2}" dt="2021-10-14T07:59:54.313" v="43"/>
        <pc:sldMkLst>
          <pc:docMk/>
          <pc:sldMk cId="1897380408" sldId="300"/>
        </pc:sldMkLst>
      </pc:sldChg>
      <pc:sldChg chg="add ord">
        <pc:chgData name="KACHOUR Maher" userId="09775c39-7739-40bf-ba04-c8ef3ab24a94" providerId="ADAL" clId="{7DC70FC7-6341-4B33-82E1-468D359D63C2}" dt="2021-10-14T08:00:06.054" v="47"/>
        <pc:sldMkLst>
          <pc:docMk/>
          <pc:sldMk cId="32885230" sldId="301"/>
        </pc:sldMkLst>
      </pc:sldChg>
      <pc:sldChg chg="add ord">
        <pc:chgData name="KACHOUR Maher" userId="09775c39-7739-40bf-ba04-c8ef3ab24a94" providerId="ADAL" clId="{7DC70FC7-6341-4B33-82E1-468D359D63C2}" dt="2021-10-14T08:00:13.074" v="51"/>
        <pc:sldMkLst>
          <pc:docMk/>
          <pc:sldMk cId="1602397440" sldId="302"/>
        </pc:sldMkLst>
      </pc:sldChg>
      <pc:sldChg chg="add ord">
        <pc:chgData name="KACHOUR Maher" userId="09775c39-7739-40bf-ba04-c8ef3ab24a94" providerId="ADAL" clId="{7DC70FC7-6341-4B33-82E1-468D359D63C2}" dt="2021-10-14T08:00:22.682" v="55"/>
        <pc:sldMkLst>
          <pc:docMk/>
          <pc:sldMk cId="1888510774" sldId="303"/>
        </pc:sldMkLst>
      </pc:sldChg>
    </pc:docChg>
  </pc:docChgLst>
  <pc:docChgLst>
    <pc:chgData name="KACHOUR Maher" userId="09775c39-7739-40bf-ba04-c8ef3ab24a94" providerId="ADAL" clId="{6126A9E3-DB1D-41F5-A982-00B8D0EC1147}"/>
    <pc:docChg chg="custSel addSld modSld sldOrd">
      <pc:chgData name="KACHOUR Maher" userId="09775c39-7739-40bf-ba04-c8ef3ab24a94" providerId="ADAL" clId="{6126A9E3-DB1D-41F5-A982-00B8D0EC1147}" dt="2021-10-14T07:48:25.103" v="307" actId="1076"/>
      <pc:docMkLst>
        <pc:docMk/>
      </pc:docMkLst>
      <pc:sldChg chg="modSp mod">
        <pc:chgData name="KACHOUR Maher" userId="09775c39-7739-40bf-ba04-c8ef3ab24a94" providerId="ADAL" clId="{6126A9E3-DB1D-41F5-A982-00B8D0EC1147}" dt="2021-10-13T16:48:08.984" v="14" actId="790"/>
        <pc:sldMkLst>
          <pc:docMk/>
          <pc:sldMk cId="2217304767" sldId="261"/>
        </pc:sldMkLst>
        <pc:spChg chg="mod">
          <ac:chgData name="KACHOUR Maher" userId="09775c39-7739-40bf-ba04-c8ef3ab24a94" providerId="ADAL" clId="{6126A9E3-DB1D-41F5-A982-00B8D0EC1147}" dt="2021-10-13T16:47:56.039" v="13" actId="790"/>
          <ac:spMkLst>
            <pc:docMk/>
            <pc:sldMk cId="2217304767" sldId="261"/>
            <ac:spMk id="2" creationId="{00000000-0000-0000-0000-000000000000}"/>
          </ac:spMkLst>
        </pc:spChg>
        <pc:spChg chg="mod">
          <ac:chgData name="KACHOUR Maher" userId="09775c39-7739-40bf-ba04-c8ef3ab24a94" providerId="ADAL" clId="{6126A9E3-DB1D-41F5-A982-00B8D0EC1147}" dt="2021-10-13T16:48:08.984" v="14" actId="790"/>
          <ac:spMkLst>
            <pc:docMk/>
            <pc:sldMk cId="2217304767" sldId="261"/>
            <ac:spMk id="7" creationId="{00000000-0000-0000-0000-000000000000}"/>
          </ac:spMkLst>
        </pc:spChg>
      </pc:sldChg>
      <pc:sldChg chg="modSp mod">
        <pc:chgData name="KACHOUR Maher" userId="09775c39-7739-40bf-ba04-c8ef3ab24a94" providerId="ADAL" clId="{6126A9E3-DB1D-41F5-A982-00B8D0EC1147}" dt="2021-10-14T07:23:52.559" v="49" actId="207"/>
        <pc:sldMkLst>
          <pc:docMk/>
          <pc:sldMk cId="2131802041" sldId="264"/>
        </pc:sldMkLst>
        <pc:spChg chg="mod">
          <ac:chgData name="KACHOUR Maher" userId="09775c39-7739-40bf-ba04-c8ef3ab24a94" providerId="ADAL" clId="{6126A9E3-DB1D-41F5-A982-00B8D0EC1147}" dt="2021-10-14T07:19:11.365" v="42" actId="790"/>
          <ac:spMkLst>
            <pc:docMk/>
            <pc:sldMk cId="2131802041" sldId="264"/>
            <ac:spMk id="2" creationId="{0DD3DBAA-B753-4584-85E3-3991CCF40AA3}"/>
          </ac:spMkLst>
        </pc:spChg>
        <pc:spChg chg="mod">
          <ac:chgData name="KACHOUR Maher" userId="09775c39-7739-40bf-ba04-c8ef3ab24a94" providerId="ADAL" clId="{6126A9E3-DB1D-41F5-A982-00B8D0EC1147}" dt="2021-10-14T07:23:52.559" v="49" actId="207"/>
          <ac:spMkLst>
            <pc:docMk/>
            <pc:sldMk cId="2131802041" sldId="264"/>
            <ac:spMk id="3" creationId="{22942A69-CA5A-44ED-ABE0-A159469C5274}"/>
          </ac:spMkLst>
        </pc:spChg>
      </pc:sldChg>
      <pc:sldChg chg="modSp mod">
        <pc:chgData name="KACHOUR Maher" userId="09775c39-7739-40bf-ba04-c8ef3ab24a94" providerId="ADAL" clId="{6126A9E3-DB1D-41F5-A982-00B8D0EC1147}" dt="2021-10-14T07:29:21.024" v="110" actId="20577"/>
        <pc:sldMkLst>
          <pc:docMk/>
          <pc:sldMk cId="2470683761" sldId="265"/>
        </pc:sldMkLst>
        <pc:spChg chg="mod">
          <ac:chgData name="KACHOUR Maher" userId="09775c39-7739-40bf-ba04-c8ef3ab24a94" providerId="ADAL" clId="{6126A9E3-DB1D-41F5-A982-00B8D0EC1147}" dt="2021-10-14T07:22:04.767" v="48" actId="14100"/>
          <ac:spMkLst>
            <pc:docMk/>
            <pc:sldMk cId="2470683761" sldId="265"/>
            <ac:spMk id="5" creationId="{0EE741EE-5EF6-4D30-834A-ACB6DF131A1E}"/>
          </ac:spMkLst>
        </pc:spChg>
        <pc:graphicFrameChg chg="mod modGraphic">
          <ac:chgData name="KACHOUR Maher" userId="09775c39-7739-40bf-ba04-c8ef3ab24a94" providerId="ADAL" clId="{6126A9E3-DB1D-41F5-A982-00B8D0EC1147}" dt="2021-10-14T07:29:21.024" v="110" actId="20577"/>
          <ac:graphicFrameMkLst>
            <pc:docMk/>
            <pc:sldMk cId="2470683761" sldId="265"/>
            <ac:graphicFrameMk id="7" creationId="{49D4F1EC-90ED-4143-B2CB-3B7C6E8C43CB}"/>
          </ac:graphicFrameMkLst>
        </pc:graphicFrameChg>
      </pc:sldChg>
      <pc:sldChg chg="addSp delSp modSp mod">
        <pc:chgData name="KACHOUR Maher" userId="09775c39-7739-40bf-ba04-c8ef3ab24a94" providerId="ADAL" clId="{6126A9E3-DB1D-41F5-A982-00B8D0EC1147}" dt="2021-10-14T07:28:02.902" v="108" actId="1076"/>
        <pc:sldMkLst>
          <pc:docMk/>
          <pc:sldMk cId="4029125219" sldId="266"/>
        </pc:sldMkLst>
        <pc:spChg chg="del mod">
          <ac:chgData name="KACHOUR Maher" userId="09775c39-7739-40bf-ba04-c8ef3ab24a94" providerId="ADAL" clId="{6126A9E3-DB1D-41F5-A982-00B8D0EC1147}" dt="2021-10-14T07:27:50.872" v="105" actId="478"/>
          <ac:spMkLst>
            <pc:docMk/>
            <pc:sldMk cId="4029125219" sldId="266"/>
            <ac:spMk id="12" creationId="{FD04F170-1415-4063-8204-0B7DA7A0B4C4}"/>
          </ac:spMkLst>
        </pc:spChg>
        <pc:spChg chg="del mod">
          <ac:chgData name="KACHOUR Maher" userId="09775c39-7739-40bf-ba04-c8ef3ab24a94" providerId="ADAL" clId="{6126A9E3-DB1D-41F5-A982-00B8D0EC1147}" dt="2021-10-14T07:27:53.740" v="106" actId="478"/>
          <ac:spMkLst>
            <pc:docMk/>
            <pc:sldMk cId="4029125219" sldId="266"/>
            <ac:spMk id="13" creationId="{D228E0C4-2755-454A-9040-5B005A2F4BF6}"/>
          </ac:spMkLst>
        </pc:spChg>
        <pc:graphicFrameChg chg="add mod modGraphic">
          <ac:chgData name="KACHOUR Maher" userId="09775c39-7739-40bf-ba04-c8ef3ab24a94" providerId="ADAL" clId="{6126A9E3-DB1D-41F5-A982-00B8D0EC1147}" dt="2021-10-14T07:28:02.902" v="108" actId="1076"/>
          <ac:graphicFrameMkLst>
            <pc:docMk/>
            <pc:sldMk cId="4029125219" sldId="266"/>
            <ac:graphicFrameMk id="4" creationId="{0D62A07F-C272-419C-BE1A-33DCD4601154}"/>
          </ac:graphicFrameMkLst>
        </pc:graphicFrameChg>
        <pc:picChg chg="del mod">
          <ac:chgData name="KACHOUR Maher" userId="09775c39-7739-40bf-ba04-c8ef3ab24a94" providerId="ADAL" clId="{6126A9E3-DB1D-41F5-A982-00B8D0EC1147}" dt="2021-10-14T07:27:56.001" v="107" actId="478"/>
          <ac:picMkLst>
            <pc:docMk/>
            <pc:sldMk cId="4029125219" sldId="266"/>
            <ac:picMk id="8" creationId="{D313FDA7-D433-41D7-AA6D-40787F594C4E}"/>
          </ac:picMkLst>
        </pc:picChg>
      </pc:sldChg>
      <pc:sldChg chg="modSp mod">
        <pc:chgData name="KACHOUR Maher" userId="09775c39-7739-40bf-ba04-c8ef3ab24a94" providerId="ADAL" clId="{6126A9E3-DB1D-41F5-A982-00B8D0EC1147}" dt="2021-10-14T07:17:21.671" v="33" actId="20577"/>
        <pc:sldMkLst>
          <pc:docMk/>
          <pc:sldMk cId="727762592" sldId="267"/>
        </pc:sldMkLst>
        <pc:spChg chg="mod">
          <ac:chgData name="KACHOUR Maher" userId="09775c39-7739-40bf-ba04-c8ef3ab24a94" providerId="ADAL" clId="{6126A9E3-DB1D-41F5-A982-00B8D0EC1147}" dt="2021-10-14T07:17:21.671" v="33" actId="20577"/>
          <ac:spMkLst>
            <pc:docMk/>
            <pc:sldMk cId="727762592" sldId="267"/>
            <ac:spMk id="3" creationId="{922DB5E6-6035-4539-A1C7-11FB05D53725}"/>
          </ac:spMkLst>
        </pc:spChg>
      </pc:sldChg>
      <pc:sldChg chg="addSp delSp modSp mod">
        <pc:chgData name="KACHOUR Maher" userId="09775c39-7739-40bf-ba04-c8ef3ab24a94" providerId="ADAL" clId="{6126A9E3-DB1D-41F5-A982-00B8D0EC1147}" dt="2021-10-14T07:39:56.003" v="223" actId="113"/>
        <pc:sldMkLst>
          <pc:docMk/>
          <pc:sldMk cId="870743358" sldId="269"/>
        </pc:sldMkLst>
        <pc:spChg chg="del topLvl">
          <ac:chgData name="KACHOUR Maher" userId="09775c39-7739-40bf-ba04-c8ef3ab24a94" providerId="ADAL" clId="{6126A9E3-DB1D-41F5-A982-00B8D0EC1147}" dt="2021-10-14T07:39:12.611" v="179" actId="478"/>
          <ac:spMkLst>
            <pc:docMk/>
            <pc:sldMk cId="870743358" sldId="269"/>
            <ac:spMk id="7" creationId="{360401C9-621A-457D-8C3C-DDB97A9EC064}"/>
          </ac:spMkLst>
        </pc:spChg>
        <pc:spChg chg="del topLvl">
          <ac:chgData name="KACHOUR Maher" userId="09775c39-7739-40bf-ba04-c8ef3ab24a94" providerId="ADAL" clId="{6126A9E3-DB1D-41F5-A982-00B8D0EC1147}" dt="2021-10-14T07:39:08.117" v="178" actId="478"/>
          <ac:spMkLst>
            <pc:docMk/>
            <pc:sldMk cId="870743358" sldId="269"/>
            <ac:spMk id="9" creationId="{E2F38BAE-5EEA-42DA-BF98-A9A264605FE5}"/>
          </ac:spMkLst>
        </pc:spChg>
        <pc:grpChg chg="del">
          <ac:chgData name="KACHOUR Maher" userId="09775c39-7739-40bf-ba04-c8ef3ab24a94" providerId="ADAL" clId="{6126A9E3-DB1D-41F5-A982-00B8D0EC1147}" dt="2021-10-14T07:39:08.117" v="178" actId="478"/>
          <ac:grpSpMkLst>
            <pc:docMk/>
            <pc:sldMk cId="870743358" sldId="269"/>
            <ac:grpSpMk id="11" creationId="{39300D0B-A8B7-467B-94DB-ACA366BBDB2B}"/>
          </ac:grpSpMkLst>
        </pc:grpChg>
        <pc:graphicFrameChg chg="add mod modGraphic">
          <ac:chgData name="KACHOUR Maher" userId="09775c39-7739-40bf-ba04-c8ef3ab24a94" providerId="ADAL" clId="{6126A9E3-DB1D-41F5-A982-00B8D0EC1147}" dt="2021-10-14T07:39:56.003" v="223" actId="113"/>
          <ac:graphicFrameMkLst>
            <pc:docMk/>
            <pc:sldMk cId="870743358" sldId="269"/>
            <ac:graphicFrameMk id="3" creationId="{228BA124-D48D-493A-9CF4-DAD94ED15AD0}"/>
          </ac:graphicFrameMkLst>
        </pc:graphicFrameChg>
        <pc:picChg chg="del">
          <ac:chgData name="KACHOUR Maher" userId="09775c39-7739-40bf-ba04-c8ef3ab24a94" providerId="ADAL" clId="{6126A9E3-DB1D-41F5-A982-00B8D0EC1147}" dt="2021-10-14T07:39:03.235" v="177" actId="478"/>
          <ac:picMkLst>
            <pc:docMk/>
            <pc:sldMk cId="870743358" sldId="269"/>
            <ac:picMk id="8" creationId="{4548506E-2746-4256-9376-A72BA0077370}"/>
          </ac:picMkLst>
        </pc:picChg>
      </pc:sldChg>
      <pc:sldChg chg="addSp delSp modSp mod">
        <pc:chgData name="KACHOUR Maher" userId="09775c39-7739-40bf-ba04-c8ef3ab24a94" providerId="ADAL" clId="{6126A9E3-DB1D-41F5-A982-00B8D0EC1147}" dt="2021-10-14T07:41:26.355" v="271" actId="1076"/>
        <pc:sldMkLst>
          <pc:docMk/>
          <pc:sldMk cId="526900021" sldId="272"/>
        </pc:sldMkLst>
        <pc:spChg chg="mod">
          <ac:chgData name="KACHOUR Maher" userId="09775c39-7739-40bf-ba04-c8ef3ab24a94" providerId="ADAL" clId="{6126A9E3-DB1D-41F5-A982-00B8D0EC1147}" dt="2021-10-14T07:41:15.929" v="270" actId="1076"/>
          <ac:spMkLst>
            <pc:docMk/>
            <pc:sldMk cId="526900021" sldId="272"/>
            <ac:spMk id="10" creationId="{D00598FB-A56E-4973-8723-4EF8ECE9C57F}"/>
          </ac:spMkLst>
        </pc:spChg>
        <pc:spChg chg="mod">
          <ac:chgData name="KACHOUR Maher" userId="09775c39-7739-40bf-ba04-c8ef3ab24a94" providerId="ADAL" clId="{6126A9E3-DB1D-41F5-A982-00B8D0EC1147}" dt="2021-10-14T07:19:57.978" v="43" actId="790"/>
          <ac:spMkLst>
            <pc:docMk/>
            <pc:sldMk cId="526900021" sldId="272"/>
            <ac:spMk id="11" creationId="{38CED182-D357-4973-815C-FCCED4A61898}"/>
          </ac:spMkLst>
        </pc:spChg>
        <pc:graphicFrameChg chg="add mod modGraphic">
          <ac:chgData name="KACHOUR Maher" userId="09775c39-7739-40bf-ba04-c8ef3ab24a94" providerId="ADAL" clId="{6126A9E3-DB1D-41F5-A982-00B8D0EC1147}" dt="2021-10-14T07:41:26.355" v="271" actId="1076"/>
          <ac:graphicFrameMkLst>
            <pc:docMk/>
            <pc:sldMk cId="526900021" sldId="272"/>
            <ac:graphicFrameMk id="3" creationId="{CC04CAD9-D5F7-4932-9D7A-0805E4AB1817}"/>
          </ac:graphicFrameMkLst>
        </pc:graphicFrameChg>
        <pc:picChg chg="del">
          <ac:chgData name="KACHOUR Maher" userId="09775c39-7739-40bf-ba04-c8ef3ab24a94" providerId="ADAL" clId="{6126A9E3-DB1D-41F5-A982-00B8D0EC1147}" dt="2021-10-14T07:40:25.581" v="225" actId="478"/>
          <ac:picMkLst>
            <pc:docMk/>
            <pc:sldMk cId="526900021" sldId="272"/>
            <ac:picMk id="4" creationId="{904F2B5F-1B8F-4AFF-BA59-64BC51651D2D}"/>
          </ac:picMkLst>
        </pc:picChg>
      </pc:sldChg>
      <pc:sldChg chg="modSp mod">
        <pc:chgData name="KACHOUR Maher" userId="09775c39-7739-40bf-ba04-c8ef3ab24a94" providerId="ADAL" clId="{6126A9E3-DB1D-41F5-A982-00B8D0EC1147}" dt="2021-10-14T07:20:39.309" v="46" actId="2711"/>
        <pc:sldMkLst>
          <pc:docMk/>
          <pc:sldMk cId="4072213904" sldId="273"/>
        </pc:sldMkLst>
        <pc:spChg chg="mod">
          <ac:chgData name="KACHOUR Maher" userId="09775c39-7739-40bf-ba04-c8ef3ab24a94" providerId="ADAL" clId="{6126A9E3-DB1D-41F5-A982-00B8D0EC1147}" dt="2021-10-14T07:20:39.309" v="46" actId="2711"/>
          <ac:spMkLst>
            <pc:docMk/>
            <pc:sldMk cId="4072213904" sldId="273"/>
            <ac:spMk id="4" creationId="{9C8C3E54-7FE3-4F1A-AEBE-8BDF3C6B745B}"/>
          </ac:spMkLst>
        </pc:spChg>
      </pc:sldChg>
      <pc:sldChg chg="delSp modSp mod ord">
        <pc:chgData name="KACHOUR Maher" userId="09775c39-7739-40bf-ba04-c8ef3ab24a94" providerId="ADAL" clId="{6126A9E3-DB1D-41F5-A982-00B8D0EC1147}" dt="2021-10-14T07:47:11.857" v="288" actId="1076"/>
        <pc:sldMkLst>
          <pc:docMk/>
          <pc:sldMk cId="3981332052" sldId="275"/>
        </pc:sldMkLst>
        <pc:picChg chg="del">
          <ac:chgData name="KACHOUR Maher" userId="09775c39-7739-40bf-ba04-c8ef3ab24a94" providerId="ADAL" clId="{6126A9E3-DB1D-41F5-A982-00B8D0EC1147}" dt="2021-10-14T07:46:59.308" v="286" actId="478"/>
          <ac:picMkLst>
            <pc:docMk/>
            <pc:sldMk cId="3981332052" sldId="275"/>
            <ac:picMk id="4" creationId="{1E5ED45B-D319-4601-A37F-7589AE98F831}"/>
          </ac:picMkLst>
        </pc:picChg>
        <pc:picChg chg="mod">
          <ac:chgData name="KACHOUR Maher" userId="09775c39-7739-40bf-ba04-c8ef3ab24a94" providerId="ADAL" clId="{6126A9E3-DB1D-41F5-A982-00B8D0EC1147}" dt="2021-10-14T07:47:11.857" v="288" actId="1076"/>
          <ac:picMkLst>
            <pc:docMk/>
            <pc:sldMk cId="3981332052" sldId="275"/>
            <ac:picMk id="5" creationId="{205271FE-4FEC-4A7A-B0B5-4D0E2D0858A6}"/>
          </ac:picMkLst>
        </pc:picChg>
        <pc:picChg chg="del">
          <ac:chgData name="KACHOUR Maher" userId="09775c39-7739-40bf-ba04-c8ef3ab24a94" providerId="ADAL" clId="{6126A9E3-DB1D-41F5-A982-00B8D0EC1147}" dt="2021-10-14T07:47:01.344" v="287" actId="478"/>
          <ac:picMkLst>
            <pc:docMk/>
            <pc:sldMk cId="3981332052" sldId="275"/>
            <ac:picMk id="8" creationId="{2B953362-25F7-47D5-9758-6DE15CD96776}"/>
          </ac:picMkLst>
        </pc:picChg>
      </pc:sldChg>
      <pc:sldChg chg="addSp delSp modSp mod">
        <pc:chgData name="KACHOUR Maher" userId="09775c39-7739-40bf-ba04-c8ef3ab24a94" providerId="ADAL" clId="{6126A9E3-DB1D-41F5-A982-00B8D0EC1147}" dt="2021-10-13T16:47:43.071" v="12" actId="790"/>
        <pc:sldMkLst>
          <pc:docMk/>
          <pc:sldMk cId="4231536356" sldId="277"/>
        </pc:sldMkLst>
        <pc:spChg chg="mod">
          <ac:chgData name="KACHOUR Maher" userId="09775c39-7739-40bf-ba04-c8ef3ab24a94" providerId="ADAL" clId="{6126A9E3-DB1D-41F5-A982-00B8D0EC1147}" dt="2021-10-13T16:47:43.071" v="12" actId="790"/>
          <ac:spMkLst>
            <pc:docMk/>
            <pc:sldMk cId="4231536356" sldId="277"/>
            <ac:spMk id="2" creationId="{2C5B5ECA-7C18-49ED-B766-9DBA250DD5E1}"/>
          </ac:spMkLst>
        </pc:spChg>
        <pc:spChg chg="add mod">
          <ac:chgData name="KACHOUR Maher" userId="09775c39-7739-40bf-ba04-c8ef3ab24a94" providerId="ADAL" clId="{6126A9E3-DB1D-41F5-A982-00B8D0EC1147}" dt="2021-10-13T16:47:32.027" v="11" actId="2711"/>
          <ac:spMkLst>
            <pc:docMk/>
            <pc:sldMk cId="4231536356" sldId="277"/>
            <ac:spMk id="5" creationId="{892CDD47-C631-4981-AA67-4A280133F62C}"/>
          </ac:spMkLst>
        </pc:spChg>
        <pc:graphicFrameChg chg="del modGraphic">
          <ac:chgData name="KACHOUR Maher" userId="09775c39-7739-40bf-ba04-c8ef3ab24a94" providerId="ADAL" clId="{6126A9E3-DB1D-41F5-A982-00B8D0EC1147}" dt="2021-10-13T16:45:35.751" v="5" actId="478"/>
          <ac:graphicFrameMkLst>
            <pc:docMk/>
            <pc:sldMk cId="4231536356" sldId="277"/>
            <ac:graphicFrameMk id="4" creationId="{FF693F28-5001-45E2-A32B-66BDFA440517}"/>
          </ac:graphicFrameMkLst>
        </pc:graphicFrameChg>
      </pc:sldChg>
      <pc:sldChg chg="delSp modSp mod">
        <pc:chgData name="KACHOUR Maher" userId="09775c39-7739-40bf-ba04-c8ef3ab24a94" providerId="ADAL" clId="{6126A9E3-DB1D-41F5-A982-00B8D0EC1147}" dt="2021-10-14T07:46:56.427" v="285" actId="1076"/>
        <pc:sldMkLst>
          <pc:docMk/>
          <pc:sldMk cId="1979777204" sldId="278"/>
        </pc:sldMkLst>
        <pc:spChg chg="mod">
          <ac:chgData name="KACHOUR Maher" userId="09775c39-7739-40bf-ba04-c8ef3ab24a94" providerId="ADAL" clId="{6126A9E3-DB1D-41F5-A982-00B8D0EC1147}" dt="2021-10-14T07:46:48.001" v="282" actId="20577"/>
          <ac:spMkLst>
            <pc:docMk/>
            <pc:sldMk cId="1979777204" sldId="278"/>
            <ac:spMk id="3" creationId="{BCB1E9CE-2092-4731-8569-2AD3949CF473}"/>
          </ac:spMkLst>
        </pc:spChg>
        <pc:grpChg chg="mod">
          <ac:chgData name="KACHOUR Maher" userId="09775c39-7739-40bf-ba04-c8ef3ab24a94" providerId="ADAL" clId="{6126A9E3-DB1D-41F5-A982-00B8D0EC1147}" dt="2021-10-14T07:46:56.427" v="285" actId="1076"/>
          <ac:grpSpMkLst>
            <pc:docMk/>
            <pc:sldMk cId="1979777204" sldId="278"/>
            <ac:grpSpMk id="8" creationId="{EBEC6656-1FB6-4DA2-A09B-E229A94C738A}"/>
          </ac:grpSpMkLst>
        </pc:grpChg>
        <pc:picChg chg="del">
          <ac:chgData name="KACHOUR Maher" userId="09775c39-7739-40bf-ba04-c8ef3ab24a94" providerId="ADAL" clId="{6126A9E3-DB1D-41F5-A982-00B8D0EC1147}" dt="2021-10-14T07:46:51.090" v="283" actId="478"/>
          <ac:picMkLst>
            <pc:docMk/>
            <pc:sldMk cId="1979777204" sldId="278"/>
            <ac:picMk id="13" creationId="{C91156E5-F6DA-4B64-A1C7-73ED3CFE4FB7}"/>
          </ac:picMkLst>
        </pc:picChg>
        <pc:picChg chg="del">
          <ac:chgData name="KACHOUR Maher" userId="09775c39-7739-40bf-ba04-c8ef3ab24a94" providerId="ADAL" clId="{6126A9E3-DB1D-41F5-A982-00B8D0EC1147}" dt="2021-10-14T07:46:53.050" v="284" actId="478"/>
          <ac:picMkLst>
            <pc:docMk/>
            <pc:sldMk cId="1979777204" sldId="278"/>
            <ac:picMk id="14" creationId="{490E382A-1EDE-40AC-BC31-E99258CD869D}"/>
          </ac:picMkLst>
        </pc:picChg>
      </pc:sldChg>
      <pc:sldChg chg="add">
        <pc:chgData name="KACHOUR Maher" userId="09775c39-7739-40bf-ba04-c8ef3ab24a94" providerId="ADAL" clId="{6126A9E3-DB1D-41F5-A982-00B8D0EC1147}" dt="2021-10-13T16:45:02.112" v="0" actId="2890"/>
        <pc:sldMkLst>
          <pc:docMk/>
          <pc:sldMk cId="1304109704" sldId="279"/>
        </pc:sldMkLst>
      </pc:sldChg>
      <pc:sldChg chg="modSp add mod">
        <pc:chgData name="KACHOUR Maher" userId="09775c39-7739-40bf-ba04-c8ef3ab24a94" providerId="ADAL" clId="{6126A9E3-DB1D-41F5-A982-00B8D0EC1147}" dt="2021-10-13T16:47:15.606" v="10" actId="790"/>
        <pc:sldMkLst>
          <pc:docMk/>
          <pc:sldMk cId="1867429784" sldId="280"/>
        </pc:sldMkLst>
        <pc:spChg chg="mod">
          <ac:chgData name="KACHOUR Maher" userId="09775c39-7739-40bf-ba04-c8ef3ab24a94" providerId="ADAL" clId="{6126A9E3-DB1D-41F5-A982-00B8D0EC1147}" dt="2021-10-13T16:46:56.441" v="8" actId="790"/>
          <ac:spMkLst>
            <pc:docMk/>
            <pc:sldMk cId="1867429784" sldId="280"/>
            <ac:spMk id="2" creationId="{2C5B5ECA-7C18-49ED-B766-9DBA250DD5E1}"/>
          </ac:spMkLst>
        </pc:spChg>
        <pc:graphicFrameChg chg="modGraphic">
          <ac:chgData name="KACHOUR Maher" userId="09775c39-7739-40bf-ba04-c8ef3ab24a94" providerId="ADAL" clId="{6126A9E3-DB1D-41F5-A982-00B8D0EC1147}" dt="2021-10-13T16:47:15.606" v="10" actId="790"/>
          <ac:graphicFrameMkLst>
            <pc:docMk/>
            <pc:sldMk cId="1867429784" sldId="280"/>
            <ac:graphicFrameMk id="4" creationId="{FF693F28-5001-45E2-A32B-66BDFA440517}"/>
          </ac:graphicFrameMkLst>
        </pc:graphicFrameChg>
      </pc:sldChg>
      <pc:sldChg chg="modSp add mod">
        <pc:chgData name="KACHOUR Maher" userId="09775c39-7739-40bf-ba04-c8ef3ab24a94" providerId="ADAL" clId="{6126A9E3-DB1D-41F5-A982-00B8D0EC1147}" dt="2021-10-14T07:18:08.708" v="39" actId="33524"/>
        <pc:sldMkLst>
          <pc:docMk/>
          <pc:sldMk cId="39123846" sldId="281"/>
        </pc:sldMkLst>
        <pc:spChg chg="mod">
          <ac:chgData name="KACHOUR Maher" userId="09775c39-7739-40bf-ba04-c8ef3ab24a94" providerId="ADAL" clId="{6126A9E3-DB1D-41F5-A982-00B8D0EC1147}" dt="2021-10-14T07:18:08.708" v="39" actId="33524"/>
          <ac:spMkLst>
            <pc:docMk/>
            <pc:sldMk cId="39123846" sldId="281"/>
            <ac:spMk id="3" creationId="{922DB5E6-6035-4539-A1C7-11FB05D53725}"/>
          </ac:spMkLst>
        </pc:spChg>
      </pc:sldChg>
      <pc:sldChg chg="add">
        <pc:chgData name="KACHOUR Maher" userId="09775c39-7739-40bf-ba04-c8ef3ab24a94" providerId="ADAL" clId="{6126A9E3-DB1D-41F5-A982-00B8D0EC1147}" dt="2021-10-14T07:26:28.313" v="50" actId="2890"/>
        <pc:sldMkLst>
          <pc:docMk/>
          <pc:sldMk cId="368661801" sldId="282"/>
        </pc:sldMkLst>
      </pc:sldChg>
      <pc:sldChg chg="addSp delSp modSp add mod ord">
        <pc:chgData name="KACHOUR Maher" userId="09775c39-7739-40bf-ba04-c8ef3ab24a94" providerId="ADAL" clId="{6126A9E3-DB1D-41F5-A982-00B8D0EC1147}" dt="2021-10-14T07:38:25.767" v="175"/>
        <pc:sldMkLst>
          <pc:docMk/>
          <pc:sldMk cId="390872840" sldId="283"/>
        </pc:sldMkLst>
        <pc:grpChg chg="del mod">
          <ac:chgData name="KACHOUR Maher" userId="09775c39-7739-40bf-ba04-c8ef3ab24a94" providerId="ADAL" clId="{6126A9E3-DB1D-41F5-A982-00B8D0EC1147}" dt="2021-10-14T07:38:10.160" v="172" actId="478"/>
          <ac:grpSpMkLst>
            <pc:docMk/>
            <pc:sldMk cId="390872840" sldId="283"/>
            <ac:grpSpMk id="12" creationId="{F49B8B8D-BB0B-4669-88AE-8E5D41053ABE}"/>
          </ac:grpSpMkLst>
        </pc:grpChg>
        <pc:graphicFrameChg chg="add mod modGraphic">
          <ac:chgData name="KACHOUR Maher" userId="09775c39-7739-40bf-ba04-c8ef3ab24a94" providerId="ADAL" clId="{6126A9E3-DB1D-41F5-A982-00B8D0EC1147}" dt="2021-10-14T07:38:13.412" v="173" actId="1076"/>
          <ac:graphicFrameMkLst>
            <pc:docMk/>
            <pc:sldMk cId="390872840" sldId="283"/>
            <ac:graphicFrameMk id="3" creationId="{6F36D207-BF96-464A-B488-DFDAF94C913A}"/>
          </ac:graphicFrameMkLst>
        </pc:graphicFrameChg>
      </pc:sldChg>
      <pc:sldChg chg="add">
        <pc:chgData name="KACHOUR Maher" userId="09775c39-7739-40bf-ba04-c8ef3ab24a94" providerId="ADAL" clId="{6126A9E3-DB1D-41F5-A982-00B8D0EC1147}" dt="2021-10-14T07:38:39.201" v="176" actId="2890"/>
        <pc:sldMkLst>
          <pc:docMk/>
          <pc:sldMk cId="2566369134" sldId="284"/>
        </pc:sldMkLst>
      </pc:sldChg>
      <pc:sldChg chg="add">
        <pc:chgData name="KACHOUR Maher" userId="09775c39-7739-40bf-ba04-c8ef3ab24a94" providerId="ADAL" clId="{6126A9E3-DB1D-41F5-A982-00B8D0EC1147}" dt="2021-10-14T07:40:10.982" v="224" actId="2890"/>
        <pc:sldMkLst>
          <pc:docMk/>
          <pc:sldMk cId="3502793993" sldId="285"/>
        </pc:sldMkLst>
      </pc:sldChg>
      <pc:sldChg chg="delSp modSp add mod">
        <pc:chgData name="KACHOUR Maher" userId="09775c39-7739-40bf-ba04-c8ef3ab24a94" providerId="ADAL" clId="{6126A9E3-DB1D-41F5-A982-00B8D0EC1147}" dt="2021-10-14T07:47:26.237" v="292" actId="1076"/>
        <pc:sldMkLst>
          <pc:docMk/>
          <pc:sldMk cId="1592290791" sldId="286"/>
        </pc:sldMkLst>
        <pc:spChg chg="mod">
          <ac:chgData name="KACHOUR Maher" userId="09775c39-7739-40bf-ba04-c8ef3ab24a94" providerId="ADAL" clId="{6126A9E3-DB1D-41F5-A982-00B8D0EC1147}" dt="2021-10-14T07:47:19.396" v="289" actId="20577"/>
          <ac:spMkLst>
            <pc:docMk/>
            <pc:sldMk cId="1592290791" sldId="286"/>
            <ac:spMk id="3" creationId="{BCB1E9CE-2092-4731-8569-2AD3949CF473}"/>
          </ac:spMkLst>
        </pc:spChg>
        <pc:grpChg chg="del">
          <ac:chgData name="KACHOUR Maher" userId="09775c39-7739-40bf-ba04-c8ef3ab24a94" providerId="ADAL" clId="{6126A9E3-DB1D-41F5-A982-00B8D0EC1147}" dt="2021-10-14T07:47:21.171" v="290" actId="478"/>
          <ac:grpSpMkLst>
            <pc:docMk/>
            <pc:sldMk cId="1592290791" sldId="286"/>
            <ac:grpSpMk id="8" creationId="{EBEC6656-1FB6-4DA2-A09B-E229A94C738A}"/>
          </ac:grpSpMkLst>
        </pc:grpChg>
        <pc:picChg chg="mod">
          <ac:chgData name="KACHOUR Maher" userId="09775c39-7739-40bf-ba04-c8ef3ab24a94" providerId="ADAL" clId="{6126A9E3-DB1D-41F5-A982-00B8D0EC1147}" dt="2021-10-14T07:47:26.237" v="292" actId="1076"/>
          <ac:picMkLst>
            <pc:docMk/>
            <pc:sldMk cId="1592290791" sldId="286"/>
            <ac:picMk id="13" creationId="{C91156E5-F6DA-4B64-A1C7-73ED3CFE4FB7}"/>
          </ac:picMkLst>
        </pc:picChg>
        <pc:picChg chg="del">
          <ac:chgData name="KACHOUR Maher" userId="09775c39-7739-40bf-ba04-c8ef3ab24a94" providerId="ADAL" clId="{6126A9E3-DB1D-41F5-A982-00B8D0EC1147}" dt="2021-10-14T07:47:23.443" v="291" actId="478"/>
          <ac:picMkLst>
            <pc:docMk/>
            <pc:sldMk cId="1592290791" sldId="286"/>
            <ac:picMk id="14" creationId="{490E382A-1EDE-40AC-BC31-E99258CD869D}"/>
          </ac:picMkLst>
        </pc:picChg>
      </pc:sldChg>
      <pc:sldChg chg="delSp modSp add mod">
        <pc:chgData name="KACHOUR Maher" userId="09775c39-7739-40bf-ba04-c8ef3ab24a94" providerId="ADAL" clId="{6126A9E3-DB1D-41F5-A982-00B8D0EC1147}" dt="2021-10-14T07:48:02.903" v="301" actId="1076"/>
        <pc:sldMkLst>
          <pc:docMk/>
          <pc:sldMk cId="2553761799" sldId="287"/>
        </pc:sldMkLst>
        <pc:spChg chg="mod">
          <ac:chgData name="KACHOUR Maher" userId="09775c39-7739-40bf-ba04-c8ef3ab24a94" providerId="ADAL" clId="{6126A9E3-DB1D-41F5-A982-00B8D0EC1147}" dt="2021-10-14T07:47:54.328" v="298" actId="20577"/>
          <ac:spMkLst>
            <pc:docMk/>
            <pc:sldMk cId="2553761799" sldId="287"/>
            <ac:spMk id="3" creationId="{BCB1E9CE-2092-4731-8569-2AD3949CF473}"/>
          </ac:spMkLst>
        </pc:spChg>
        <pc:grpChg chg="del">
          <ac:chgData name="KACHOUR Maher" userId="09775c39-7739-40bf-ba04-c8ef3ab24a94" providerId="ADAL" clId="{6126A9E3-DB1D-41F5-A982-00B8D0EC1147}" dt="2021-10-14T07:47:56.651" v="299" actId="478"/>
          <ac:grpSpMkLst>
            <pc:docMk/>
            <pc:sldMk cId="2553761799" sldId="287"/>
            <ac:grpSpMk id="8" creationId="{EBEC6656-1FB6-4DA2-A09B-E229A94C738A}"/>
          </ac:grpSpMkLst>
        </pc:grpChg>
        <pc:picChg chg="del">
          <ac:chgData name="KACHOUR Maher" userId="09775c39-7739-40bf-ba04-c8ef3ab24a94" providerId="ADAL" clId="{6126A9E3-DB1D-41F5-A982-00B8D0EC1147}" dt="2021-10-14T07:47:58.745" v="300" actId="478"/>
          <ac:picMkLst>
            <pc:docMk/>
            <pc:sldMk cId="2553761799" sldId="287"/>
            <ac:picMk id="13" creationId="{C91156E5-F6DA-4B64-A1C7-73ED3CFE4FB7}"/>
          </ac:picMkLst>
        </pc:picChg>
        <pc:picChg chg="mod">
          <ac:chgData name="KACHOUR Maher" userId="09775c39-7739-40bf-ba04-c8ef3ab24a94" providerId="ADAL" clId="{6126A9E3-DB1D-41F5-A982-00B8D0EC1147}" dt="2021-10-14T07:48:02.903" v="301" actId="1076"/>
          <ac:picMkLst>
            <pc:docMk/>
            <pc:sldMk cId="2553761799" sldId="287"/>
            <ac:picMk id="14" creationId="{490E382A-1EDE-40AC-BC31-E99258CD869D}"/>
          </ac:picMkLst>
        </pc:picChg>
      </pc:sldChg>
      <pc:sldChg chg="addSp delSp modSp add mod ord">
        <pc:chgData name="KACHOUR Maher" userId="09775c39-7739-40bf-ba04-c8ef3ab24a94" providerId="ADAL" clId="{6126A9E3-DB1D-41F5-A982-00B8D0EC1147}" dt="2021-10-14T07:47:44.879" v="297" actId="478"/>
        <pc:sldMkLst>
          <pc:docMk/>
          <pc:sldMk cId="3149534508" sldId="288"/>
        </pc:sldMkLst>
        <pc:spChg chg="add del mod">
          <ac:chgData name="KACHOUR Maher" userId="09775c39-7739-40bf-ba04-c8ef3ab24a94" providerId="ADAL" clId="{6126A9E3-DB1D-41F5-A982-00B8D0EC1147}" dt="2021-10-14T07:47:35.442" v="294" actId="478"/>
          <ac:spMkLst>
            <pc:docMk/>
            <pc:sldMk cId="3149534508" sldId="288"/>
            <ac:spMk id="6" creationId="{9CEC7AD0-F051-4857-B7B5-C0F91715FDC5}"/>
          </ac:spMkLst>
        </pc:spChg>
        <pc:spChg chg="del">
          <ac:chgData name="KACHOUR Maher" userId="09775c39-7739-40bf-ba04-c8ef3ab24a94" providerId="ADAL" clId="{6126A9E3-DB1D-41F5-A982-00B8D0EC1147}" dt="2021-10-14T07:47:40.075" v="295" actId="478"/>
          <ac:spMkLst>
            <pc:docMk/>
            <pc:sldMk cId="3149534508" sldId="288"/>
            <ac:spMk id="11" creationId="{5B6203AB-F925-453A-A8EE-D2EA8A7B001A}"/>
          </ac:spMkLst>
        </pc:spChg>
        <pc:spChg chg="del">
          <ac:chgData name="KACHOUR Maher" userId="09775c39-7739-40bf-ba04-c8ef3ab24a94" providerId="ADAL" clId="{6126A9E3-DB1D-41F5-A982-00B8D0EC1147}" dt="2021-10-14T07:47:42.725" v="296" actId="478"/>
          <ac:spMkLst>
            <pc:docMk/>
            <pc:sldMk cId="3149534508" sldId="288"/>
            <ac:spMk id="12" creationId="{0579E1E1-9805-4D2F-82D8-B76F69556BD9}"/>
          </ac:spMkLst>
        </pc:spChg>
        <pc:picChg chg="del">
          <ac:chgData name="KACHOUR Maher" userId="09775c39-7739-40bf-ba04-c8ef3ab24a94" providerId="ADAL" clId="{6126A9E3-DB1D-41F5-A982-00B8D0EC1147}" dt="2021-10-14T07:47:32.894" v="293" actId="478"/>
          <ac:picMkLst>
            <pc:docMk/>
            <pc:sldMk cId="3149534508" sldId="288"/>
            <ac:picMk id="5" creationId="{205271FE-4FEC-4A7A-B0B5-4D0E2D0858A6}"/>
          </ac:picMkLst>
        </pc:picChg>
        <pc:picChg chg="del">
          <ac:chgData name="KACHOUR Maher" userId="09775c39-7739-40bf-ba04-c8ef3ab24a94" providerId="ADAL" clId="{6126A9E3-DB1D-41F5-A982-00B8D0EC1147}" dt="2021-10-14T07:47:44.879" v="297" actId="478"/>
          <ac:picMkLst>
            <pc:docMk/>
            <pc:sldMk cId="3149534508" sldId="288"/>
            <ac:picMk id="8" creationId="{2B953362-25F7-47D5-9758-6DE15CD96776}"/>
          </ac:picMkLst>
        </pc:picChg>
      </pc:sldChg>
      <pc:sldChg chg="addSp delSp modSp add mod ord">
        <pc:chgData name="KACHOUR Maher" userId="09775c39-7739-40bf-ba04-c8ef3ab24a94" providerId="ADAL" clId="{6126A9E3-DB1D-41F5-A982-00B8D0EC1147}" dt="2021-10-14T07:48:25.103" v="307" actId="1076"/>
        <pc:sldMkLst>
          <pc:docMk/>
          <pc:sldMk cId="3312963330" sldId="289"/>
        </pc:sldMkLst>
        <pc:spChg chg="add del mod">
          <ac:chgData name="KACHOUR Maher" userId="09775c39-7739-40bf-ba04-c8ef3ab24a94" providerId="ADAL" clId="{6126A9E3-DB1D-41F5-A982-00B8D0EC1147}" dt="2021-10-14T07:48:12.003" v="303" actId="478"/>
          <ac:spMkLst>
            <pc:docMk/>
            <pc:sldMk cId="3312963330" sldId="289"/>
            <ac:spMk id="6" creationId="{4C001F42-BFAF-454D-8556-040FBBA0857D}"/>
          </ac:spMkLst>
        </pc:spChg>
        <pc:spChg chg="del">
          <ac:chgData name="KACHOUR Maher" userId="09775c39-7739-40bf-ba04-c8ef3ab24a94" providerId="ADAL" clId="{6126A9E3-DB1D-41F5-A982-00B8D0EC1147}" dt="2021-10-14T07:48:16.436" v="304" actId="478"/>
          <ac:spMkLst>
            <pc:docMk/>
            <pc:sldMk cId="3312963330" sldId="289"/>
            <ac:spMk id="11" creationId="{5B6203AB-F925-453A-A8EE-D2EA8A7B001A}"/>
          </ac:spMkLst>
        </pc:spChg>
        <pc:spChg chg="del">
          <ac:chgData name="KACHOUR Maher" userId="09775c39-7739-40bf-ba04-c8ef3ab24a94" providerId="ADAL" clId="{6126A9E3-DB1D-41F5-A982-00B8D0EC1147}" dt="2021-10-14T07:48:19.462" v="305" actId="478"/>
          <ac:spMkLst>
            <pc:docMk/>
            <pc:sldMk cId="3312963330" sldId="289"/>
            <ac:spMk id="12" creationId="{0579E1E1-9805-4D2F-82D8-B76F69556BD9}"/>
          </ac:spMkLst>
        </pc:spChg>
        <pc:picChg chg="del">
          <ac:chgData name="KACHOUR Maher" userId="09775c39-7739-40bf-ba04-c8ef3ab24a94" providerId="ADAL" clId="{6126A9E3-DB1D-41F5-A982-00B8D0EC1147}" dt="2021-10-14T07:48:22.027" v="306" actId="478"/>
          <ac:picMkLst>
            <pc:docMk/>
            <pc:sldMk cId="3312963330" sldId="289"/>
            <ac:picMk id="4" creationId="{1E5ED45B-D319-4601-A37F-7589AE98F831}"/>
          </ac:picMkLst>
        </pc:picChg>
        <pc:picChg chg="del">
          <ac:chgData name="KACHOUR Maher" userId="09775c39-7739-40bf-ba04-c8ef3ab24a94" providerId="ADAL" clId="{6126A9E3-DB1D-41F5-A982-00B8D0EC1147}" dt="2021-10-14T07:48:08.306" v="302" actId="478"/>
          <ac:picMkLst>
            <pc:docMk/>
            <pc:sldMk cId="3312963330" sldId="289"/>
            <ac:picMk id="5" creationId="{205271FE-4FEC-4A7A-B0B5-4D0E2D0858A6}"/>
          </ac:picMkLst>
        </pc:picChg>
        <pc:picChg chg="mod">
          <ac:chgData name="KACHOUR Maher" userId="09775c39-7739-40bf-ba04-c8ef3ab24a94" providerId="ADAL" clId="{6126A9E3-DB1D-41F5-A982-00B8D0EC1147}" dt="2021-10-14T07:48:25.103" v="307" actId="1076"/>
          <ac:picMkLst>
            <pc:docMk/>
            <pc:sldMk cId="3312963330" sldId="289"/>
            <ac:picMk id="8" creationId="{2B953362-25F7-47D5-9758-6DE15CD9677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C16FC-B4D8-194F-91F2-155BA78D945F}" type="datetimeFigureOut">
              <a:rPr lang="en-NL" smtClean="0"/>
              <a:t>18/07/2026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47559-ACB1-A54F-A774-950FB6554FA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993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284A-18C4-799D-45D9-D2D4B4586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CF7BA-1031-6890-D1B2-FFB783504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30F9FC-4069-449C-4283-B78DD51A4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3AA68-7A7B-2861-397B-FFCE9CE85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179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336C-3F36-771B-4021-2830AA74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51A89-A290-D55E-CB35-20B178297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46B86-C281-219C-E23A-D5DBF94C3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65F4C-ADAC-839D-DEBA-0428A7103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608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7D79D-9792-77B5-7A8C-77DA33A39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F71B4-1153-8A0F-0311-29A14BC76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F8B08-691C-52B9-AAD1-ED0824E1D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8089B-AF1D-6E4E-FF3F-15876E2AA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469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6F02-C164-D339-AD31-7CC903180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5936F-4351-D472-56C5-70E924B09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B1A3D-5041-7585-15D3-AA8F1E54F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85F37-5350-5B35-F6DC-46A287BE2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558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065D-A80F-2565-D24B-E9F0386C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74347-4761-E8F1-AE08-2F09D7A25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D4D2C-8689-2786-EFC0-B1ED79E3D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619BD-698D-D462-4A15-FB9F77FF8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876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5D95-C36F-2CFE-BDDC-AF814641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724F0-1426-3F79-AAF7-0D3BAE7C1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A2656-9D00-E8A2-5903-6FDAD2DB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324CC-9034-84CF-F64F-F96192C2B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690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380A-DB5D-88BF-CF43-B55F9FBF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DD316-36BC-904A-DA84-8345011C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F5FB2-20E2-61B8-04F5-8EAF5BBD8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682C4-8646-E04F-426A-6F6C90E74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221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1A675-9041-A66F-4C6C-5705B7D0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718ED-86A7-DBEE-410E-932F10FED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C8554-5DD4-921E-6011-F080C6D63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AE14A-305C-D377-2EB6-0DC224BA3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032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F8528-DF4D-E55A-D08E-DEA91AD9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432C3-27F9-7830-3EB0-37B903A51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2ADAC-21A4-0E2C-70A4-0771F351C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64D80-245A-6E58-372C-94F91164F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181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BA30-D6C3-775A-E03F-DF333657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CC2FA-A910-B67E-E3CB-684B7A8DF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B7383-97D4-3B41-E897-4E401CDFA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4600D-C728-C1BC-3FFD-9CE1D18CE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481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7922D-EF4F-A0CD-EF49-BDC9C0C1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61CA-79C7-EB9D-745A-1A55D46ED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4E2F6-EDDF-4652-0027-2927456D4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F8A04-CA91-A104-D6C0-5550F5434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C39-82DC-47DC-B7C3-D18CC4574CF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89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b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27BFDD-71D5-FC11-B1B9-A4A97500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B2DC10-8E76-1FE0-10D8-DB6EF84E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E4C6391-8877-4EEF-9AB4-4904965AACB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DA9D11-7522-6318-5DF9-4314357264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2890" y="681039"/>
            <a:ext cx="8617982" cy="4912366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E224024-B68F-20B7-2A94-E33722FAF3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722" r="78041"/>
          <a:stretch/>
        </p:blipFill>
        <p:spPr>
          <a:xfrm>
            <a:off x="262890" y="6237968"/>
            <a:ext cx="251812" cy="48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18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18/07/2026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82" name="Rectangle 1481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7313" y="1398717"/>
            <a:ext cx="6148137" cy="3072015"/>
          </a:xfrm>
        </p:spPr>
        <p:txBody>
          <a:bodyPr anchor="b">
            <a:noAutofit/>
          </a:bodyPr>
          <a:lstStyle/>
          <a:p>
            <a:r>
              <a:rPr lang="en-AU" sz="8000" b="1" dirty="0">
                <a:latin typeface="Arial" panose="020B0604020202020204" pitchFamily="34" charset="0"/>
                <a:cs typeface="Arial" panose="020B0604020202020204" pitchFamily="34" charset="0"/>
              </a:rPr>
              <a:t>Description des données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56111" y="4651018"/>
            <a:ext cx="7879829" cy="210210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Séance 1 </a:t>
            </a:r>
          </a:p>
          <a:p>
            <a:pPr>
              <a:lnSpc>
                <a:spcPct val="90000"/>
              </a:lnSpc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Mercedeh ERFANIANGHASAB &amp; Jérémy CELSE</a:t>
            </a:r>
          </a:p>
        </p:txBody>
      </p:sp>
      <p:sp>
        <p:nvSpPr>
          <p:cNvPr id="1484" name="Freeform: Shape 147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3044" y="0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86" name="Freeform: Shape 147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502" y="1"/>
            <a:ext cx="866356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95C25-8726-4407-EDE0-7CB69814E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566" y="1069932"/>
            <a:ext cx="3704628" cy="657571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481" name="Freeform: Shape 148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4194" y="2916245"/>
            <a:ext cx="119806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3" name="Freeform: Shape 148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1330" y="5717906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85" name="Freeform: Shape 148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5633" y="6258756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87" name="Freeform: Shape 148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2865" y="5835650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0" name="TextBox 1439"/>
          <p:cNvSpPr txBox="1"/>
          <p:nvPr/>
        </p:nvSpPr>
        <p:spPr>
          <a:xfrm>
            <a:off x="411480" y="6291072"/>
            <a:ext cx="28520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800">
                <a:solidFill>
                  <a:srgbClr val="595959"/>
                </a:solidFill>
              </a:defRPr>
            </a:pPr>
            <a:r>
              <a:rPr lang="en-GB" sz="800"/>
              <a:t>Mercedeh.ERFANIANGHASAB@essca.fr | jeremy.celse@essca.fr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7A907-7847-5D53-F262-06EC6038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BE947C-774A-DE78-6765-1E8658586E30}"/>
              </a:ext>
            </a:extLst>
          </p:cNvPr>
          <p:cNvCxnSpPr>
            <a:cxnSpLocks/>
          </p:cNvCxnSpPr>
          <p:nvPr/>
        </p:nvCxnSpPr>
        <p:spPr>
          <a:xfrm>
            <a:off x="3756992" y="1780032"/>
            <a:ext cx="1078396" cy="189993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5CBACB-FB0C-B529-0EA8-839529980F14}"/>
              </a:ext>
            </a:extLst>
          </p:cNvPr>
          <p:cNvCxnSpPr>
            <a:cxnSpLocks/>
          </p:cNvCxnSpPr>
          <p:nvPr/>
        </p:nvCxnSpPr>
        <p:spPr>
          <a:xfrm>
            <a:off x="3811657" y="1939059"/>
            <a:ext cx="1078396" cy="189993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0B8D6-1AC6-6477-1E71-F6E6D1B6D479}"/>
              </a:ext>
            </a:extLst>
          </p:cNvPr>
          <p:cNvSpPr/>
          <p:nvPr/>
        </p:nvSpPr>
        <p:spPr>
          <a:xfrm>
            <a:off x="4515055" y="1231403"/>
            <a:ext cx="407505" cy="4124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C7A583-718E-7D98-13E0-789DE496C400}"/>
              </a:ext>
            </a:extLst>
          </p:cNvPr>
          <p:cNvSpPr/>
          <p:nvPr/>
        </p:nvSpPr>
        <p:spPr>
          <a:xfrm>
            <a:off x="5312670" y="2821664"/>
            <a:ext cx="407505" cy="412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0013C0-38FD-5DA7-389C-5810B898431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Terminologie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Ellipse 3">
            <a:extLst>
              <a:ext uri="{FF2B5EF4-FFF2-40B4-BE49-F238E27FC236}">
                <a16:creationId xmlns:a16="http://schemas.microsoft.com/office/drawing/2014/main" id="{5BEDC759-6B3C-E533-CE0A-039CC5223012}"/>
              </a:ext>
            </a:extLst>
          </p:cNvPr>
          <p:cNvSpPr/>
          <p:nvPr/>
        </p:nvSpPr>
        <p:spPr>
          <a:xfrm>
            <a:off x="1132707" y="1780032"/>
            <a:ext cx="4500500" cy="28083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ultiplication 5">
            <a:extLst>
              <a:ext uri="{FF2B5EF4-FFF2-40B4-BE49-F238E27FC236}">
                <a16:creationId xmlns:a16="http://schemas.microsoft.com/office/drawing/2014/main" id="{DDC6F4DE-01EE-69F0-345A-2CBCFD9844E9}"/>
              </a:ext>
            </a:extLst>
          </p:cNvPr>
          <p:cNvSpPr/>
          <p:nvPr/>
        </p:nvSpPr>
        <p:spPr>
          <a:xfrm>
            <a:off x="1744775" y="3184188"/>
            <a:ext cx="288032" cy="36004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6">
            <a:extLst>
              <a:ext uri="{FF2B5EF4-FFF2-40B4-BE49-F238E27FC236}">
                <a16:creationId xmlns:a16="http://schemas.microsoft.com/office/drawing/2014/main" id="{D4129F9E-98FF-B59B-2803-7AA15DED4937}"/>
              </a:ext>
            </a:extLst>
          </p:cNvPr>
          <p:cNvSpPr txBox="1"/>
          <p:nvPr/>
        </p:nvSpPr>
        <p:spPr>
          <a:xfrm>
            <a:off x="2007493" y="2814856"/>
            <a:ext cx="45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Individu</a:t>
            </a:r>
            <a:r>
              <a:rPr lang="fr-FR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fr-FR" sz="11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sz="11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 élément de la population</a:t>
            </a:r>
            <a:r>
              <a:rPr lang="fr-FR" sz="11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ZoneTexte 2">
            <a:extLst>
              <a:ext uri="{FF2B5EF4-FFF2-40B4-BE49-F238E27FC236}">
                <a16:creationId xmlns:a16="http://schemas.microsoft.com/office/drawing/2014/main" id="{C91CCBD9-5819-50B4-80E7-3E44503AF21C}"/>
              </a:ext>
            </a:extLst>
          </p:cNvPr>
          <p:cNvSpPr txBox="1"/>
          <p:nvPr/>
        </p:nvSpPr>
        <p:spPr>
          <a:xfrm>
            <a:off x="2771800" y="5350291"/>
            <a:ext cx="3924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Population : ensemble d’éléments partageant une ou plusieurs caractéristiques permettant de les regrouper
</a:t>
            </a:r>
            <a:endParaRPr lang="fr-FR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8" name="Phylactère : pensées 8">
            <a:extLst>
              <a:ext uri="{FF2B5EF4-FFF2-40B4-BE49-F238E27FC236}">
                <a16:creationId xmlns:a16="http://schemas.microsoft.com/office/drawing/2014/main" id="{3B6A06EC-7DC1-DCA3-4924-4F4D1EAD7AD9}"/>
              </a:ext>
            </a:extLst>
          </p:cNvPr>
          <p:cNvSpPr/>
          <p:nvPr/>
        </p:nvSpPr>
        <p:spPr>
          <a:xfrm>
            <a:off x="6516216" y="609428"/>
            <a:ext cx="2325636" cy="2690589"/>
          </a:xfrm>
          <a:prstGeom prst="cloudCallout">
            <a:avLst>
              <a:gd name="adj1" fmla="val -83859"/>
              <a:gd name="adj2" fmla="val 1180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BA281AD-3E92-B9BC-CC71-92E8E322C787}"/>
              </a:ext>
            </a:extLst>
          </p:cNvPr>
          <p:cNvSpPr txBox="1"/>
          <p:nvPr/>
        </p:nvSpPr>
        <p:spPr>
          <a:xfrm>
            <a:off x="7020272" y="1446890"/>
            <a:ext cx="1440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Une population est dite finie si l’on peut déterminer le nombre exact de ses individus (sinon, elle est dite infinie)
</a:t>
            </a:r>
            <a:endParaRPr lang="fr-FR" sz="10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090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69E81-8870-7FE3-3A93-C003D7CC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013641-38ED-E4DC-117C-9D6F41C57EF7}"/>
              </a:ext>
            </a:extLst>
          </p:cNvPr>
          <p:cNvCxnSpPr>
            <a:cxnSpLocks/>
          </p:cNvCxnSpPr>
          <p:nvPr/>
        </p:nvCxnSpPr>
        <p:spPr>
          <a:xfrm>
            <a:off x="3756992" y="1780032"/>
            <a:ext cx="1078396" cy="189993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B7AC73-A1FE-9C66-F47A-386C15A2C7F4}"/>
              </a:ext>
            </a:extLst>
          </p:cNvPr>
          <p:cNvCxnSpPr>
            <a:cxnSpLocks/>
          </p:cNvCxnSpPr>
          <p:nvPr/>
        </p:nvCxnSpPr>
        <p:spPr>
          <a:xfrm>
            <a:off x="3811657" y="1939059"/>
            <a:ext cx="1078396" cy="189993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4C51AD6-20CF-9F4A-42CC-673CB148BA74}"/>
              </a:ext>
            </a:extLst>
          </p:cNvPr>
          <p:cNvSpPr/>
          <p:nvPr/>
        </p:nvSpPr>
        <p:spPr>
          <a:xfrm>
            <a:off x="3453848" y="1836255"/>
            <a:ext cx="407505" cy="4124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41FF1-1E50-FF85-F889-D41C427917C4}"/>
              </a:ext>
            </a:extLst>
          </p:cNvPr>
          <p:cNvSpPr/>
          <p:nvPr/>
        </p:nvSpPr>
        <p:spPr>
          <a:xfrm>
            <a:off x="3712265" y="2407755"/>
            <a:ext cx="407505" cy="4124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7D023D-E640-308A-8F0F-6F9D4B689846}"/>
              </a:ext>
            </a:extLst>
          </p:cNvPr>
          <p:cNvSpPr/>
          <p:nvPr/>
        </p:nvSpPr>
        <p:spPr>
          <a:xfrm>
            <a:off x="4251463" y="3426516"/>
            <a:ext cx="407505" cy="412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020D7D1-99AC-4CBE-D348-383FDC742B4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Terminologie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4">
            <a:extLst>
              <a:ext uri="{FF2B5EF4-FFF2-40B4-BE49-F238E27FC236}">
                <a16:creationId xmlns:a16="http://schemas.microsoft.com/office/drawing/2014/main" id="{B70D3929-4FE2-6081-3513-ED8FA5285E5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Une population est finie si le nombre de ses individus est fini </a:t>
            </a:r>
          </a:p>
          <a:p>
            <a:r>
              <a:rPr 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Une population est infinie si l’on ne peut pas déterminer le nombre « exact » de ses individus. </a:t>
            </a:r>
            <a:endParaRPr lang="fr-FR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77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3799C-D4D7-DE71-697C-FF237A6D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C988BB-39A0-596F-C3E0-666415C39E86}"/>
              </a:ext>
            </a:extLst>
          </p:cNvPr>
          <p:cNvCxnSpPr>
            <a:cxnSpLocks/>
          </p:cNvCxnSpPr>
          <p:nvPr/>
        </p:nvCxnSpPr>
        <p:spPr>
          <a:xfrm>
            <a:off x="3756992" y="1780032"/>
            <a:ext cx="1078396" cy="189993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0DA5F9-4B9F-740A-D8BA-050C7ECACF7B}"/>
              </a:ext>
            </a:extLst>
          </p:cNvPr>
          <p:cNvCxnSpPr>
            <a:cxnSpLocks/>
          </p:cNvCxnSpPr>
          <p:nvPr/>
        </p:nvCxnSpPr>
        <p:spPr>
          <a:xfrm>
            <a:off x="3811657" y="1939059"/>
            <a:ext cx="1078396" cy="189993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EB8EF9B-F636-AFED-C176-ED5BEE259B8A}"/>
              </a:ext>
            </a:extLst>
          </p:cNvPr>
          <p:cNvSpPr/>
          <p:nvPr/>
        </p:nvSpPr>
        <p:spPr>
          <a:xfrm>
            <a:off x="3453848" y="1836255"/>
            <a:ext cx="407505" cy="4124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C2D43C-9DFC-07E7-BE3A-11F540BDEB4F}"/>
              </a:ext>
            </a:extLst>
          </p:cNvPr>
          <p:cNvSpPr/>
          <p:nvPr/>
        </p:nvSpPr>
        <p:spPr>
          <a:xfrm>
            <a:off x="3712265" y="2407755"/>
            <a:ext cx="407505" cy="4124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76EB38-453B-3E8B-D554-A412D1978839}"/>
              </a:ext>
            </a:extLst>
          </p:cNvPr>
          <p:cNvSpPr/>
          <p:nvPr/>
        </p:nvSpPr>
        <p:spPr>
          <a:xfrm>
            <a:off x="4251463" y="3426516"/>
            <a:ext cx="407505" cy="412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9174B15-4374-CF44-98E6-2400CA2EE72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Terminologie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901F7D6F-DE5D-932D-3A60-1C7EE76AA6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4327913"/>
              </p:ext>
            </p:extLst>
          </p:nvPr>
        </p:nvGraphicFramePr>
        <p:xfrm>
          <a:off x="1749288" y="1939059"/>
          <a:ext cx="6172200" cy="28092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47472297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85036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3629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Population </a:t>
                      </a:r>
                      <a:endParaRPr lang="fr-FR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Finie </a:t>
                      </a:r>
                      <a:endParaRPr lang="en-US" noProof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Infinie </a:t>
                      </a:r>
                      <a:endParaRPr lang="en-US" noProof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87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Étudiants de première année de l’ESSCA, promotion 2020
</a:t>
                      </a:r>
                      <a:endParaRPr lang="fr-FR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endParaRPr lang="fr-FR" sz="40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33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Voitures passant à un carrefour entre 10 h et 15 h
</a:t>
                      </a:r>
                      <a:endParaRPr lang="fr-FR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sz="40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3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46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0621-ACD7-6372-B812-A11D0076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1C9A9E9-259A-7B7D-AF35-4B3DEB14544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Terminologie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Image 13">
            <a:extLst>
              <a:ext uri="{FF2B5EF4-FFF2-40B4-BE49-F238E27FC236}">
                <a16:creationId xmlns:a16="http://schemas.microsoft.com/office/drawing/2014/main" id="{104011FD-988B-3CC8-0A85-E405C29B27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338" t="44750" r="25587" b="23050"/>
          <a:stretch/>
        </p:blipFill>
        <p:spPr>
          <a:xfrm>
            <a:off x="1547664" y="2204864"/>
            <a:ext cx="6048672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99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8D70-0FF6-E884-3D3C-D0E8CECA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29432-70DC-A1F3-2558-7FD53C3F2E1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Exemples</a:t>
            </a:r>
            <a:endParaRPr lang="fr-FR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2CEC7-3218-D31A-F617-48B99E4163F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Déterminez le type / la nature des variables ci-dessous : </a:t>
            </a:r>
          </a:p>
          <a:p>
            <a:pPr marL="0" indent="0">
              <a:buFont typeface="Arial" pitchFamily="34" charset="0"/>
              <a:buNone/>
            </a:pPr>
            <a:endParaRPr lang="en-US" sz="18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Couleur des cheveux des clients d’un salon de coiffure </a:t>
            </a:r>
            <a:r>
              <a:rPr lang="fr-F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 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Niveau de satisfaction des clients d’un opérateur téléphonique </a:t>
            </a:r>
            <a:r>
              <a:rPr lang="fr-F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Nombre de personnes dans les ménages parisiens </a:t>
            </a:r>
            <a:r>
              <a:rPr lang="fr-F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Temps d’attente « exact » au téléphone avant qu’un client ne soit pris en charge par le service technique d’un fournisseur d’accès à Internet </a:t>
            </a:r>
            <a:r>
              <a:rPr lang="fr-F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endParaRPr lang="fr-FR" sz="18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982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03CC-FD05-8CEE-BA2E-D163EEBD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16DB5F-72CE-C54D-41F1-EC434FD8537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Représentation des données </a:t>
            </a:r>
            <a:endParaRPr lang="fr-FR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 xmlns:a14="http://schemas.microsoft.com/office/drawing/2010/main"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1CA7EC-C556-4EFD-F9AF-214FECDA5223}"/>
              </a:ext>
            </a:extLst>
          </p:cNvPr>
          <p:cNvSpPr txBox="1">
            <a:spLocks/>
          </p:cNvSpPr>
          <p:nvPr/>
        </p:nvSpPr>
        <p:spPr>
          <a:xfrm>
            <a:off x="611560" y="1417638"/>
            <a:ext cx="8229600" cy="452596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Données univariées = série statistique 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Suite d’observations d’une variable étudiée pour tous les individus d’une population </a:t>
            </a:r>
            <a:r>
              <a:rPr lang="fr-FR" sz="20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ou pour une partie de la population</a:t>
            </a:r>
            <a:r>
              <a:rPr lang="en-US" sz="20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
</a:t>
            </a:r>
            <a:endParaRPr lang="fr-FR" sz="20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ZA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Nombre total </a:t>
            </a:r>
            <a:r>
              <a:rPr lang="fr-FR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d’observations = n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Nombre d’individus concernés par l’étude 
</a:t>
            </a:r>
            <a:endParaRPr lang="fr-FR" sz="20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Les données sont généralement recueillies à l’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état brut 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(sans organisation particulière / sous forme d’une colonne dans un fichier Excel), c’est-à-dire sous la forme suivante </a:t>
            </a:r>
            <a:r>
              <a:rPr lang="fr-FR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</a:t>
            </a:r>
          </a:p>
          <a:p>
            <a:pPr marL="0" indent="0" algn="ctr">
              <a:buFont typeface="Arial" pitchFamily="34" charset="0"/>
              <a:buNone/>
            </a:pPr>
            <a14:m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sSubPr>
                      <m:ctrlP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</m:ctrlPr>
                    </m:sSubPr>
                    <m:e>
                      <m: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1</m:t>
                      </m:r>
                    </m:sub>
                  </m:sSub>
                  <m:r>
                    <a:rPr lang="fr-FR" sz="2800" i="1" smtClean="0">
                      <a:latin typeface="Cambria Math" panose="02040503050406030204" pitchFamily="18" charset="0"/>
                      <a:ea typeface="Cambria" panose="02040503050406030204" pitchFamily="18" charset="0"/>
                    </a:rPr>
                    <m:t>, </m:t>
                  </m:r>
                  <m:sSub>
                    <m:sSubPr>
                      <m:ctrlP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</m:ctrlPr>
                    </m:sSubPr>
                    <m:e>
                      <m: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2</m:t>
                      </m:r>
                    </m:sub>
                  </m:sSub>
                  <m:r>
                    <a:rPr lang="fr-FR" sz="2800" i="1" smtClean="0">
                      <a:latin typeface="Cambria Math" panose="02040503050406030204" pitchFamily="18" charset="0"/>
                      <a:ea typeface="Cambria" panose="02040503050406030204" pitchFamily="18" charset="0"/>
                    </a:rPr>
                    <m:t>, …, </m:t>
                  </m:r>
                  <m:sSub>
                    <m:sSubPr>
                      <m:ctrlP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</m:ctrlPr>
                    </m:sSubPr>
                    <m:e>
                      <m: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fr-FR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𝑛</m:t>
                      </m:r>
                    </m:sub>
                  </m:sSub>
                </m:oMath>
              </m:oMathPara>
            </a14:m>
            <a:endParaRPr lang="fr-FR" sz="28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ZA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Où</a:t>
            </a:r>
            <a:r>
              <a:rPr lang="fr-FR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14:m>
              <m:oMath xmlns:m="http://schemas.openxmlformats.org/officeDocument/2006/math">
                <m:sSub>
                  <m:sSubPr>
                    <m:ctrlPr>
                      <a:rPr lang="fr-FR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</m:ctrlPr>
                  </m:sSubPr>
                  <m:e>
                    <m:r>
                      <a:rPr lang="fr-FR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e>
                  <m:sub>
                    <m:r>
                      <a:rPr lang="fr-FR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rPr lang="fr-FR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est la « réponse » du iᵉ individu </a:t>
            </a:r>
            <a:endParaRPr lang="fr-FR" sz="28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584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E436-EFE9-D246-96B8-B28AFE47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1D452E-0BD9-5BFB-90C4-21E3F731AB4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Synthèse </a:t>
            </a:r>
            <a:r>
              <a:rPr lang="fr-FR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tabulaire</a:t>
            </a:r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4D4F3A-A820-C204-3BBE-36E8B4485815}"/>
              </a:ext>
            </a:extLst>
          </p:cNvPr>
          <p:cNvSpPr txBox="1">
            <a:spLocks/>
          </p:cNvSpPr>
          <p:nvPr/>
        </p:nvSpPr>
        <p:spPr>
          <a:xfrm>
            <a:off x="593164" y="1417638"/>
            <a:ext cx="894738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Une modalité est une catégorie de réponses obtenues/observées
</a:t>
            </a:r>
            <a:r>
              <a:rPr lang="fr-FR" sz="24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Flèche : angle droit 3">
            <a:extLst>
              <a:ext uri="{FF2B5EF4-FFF2-40B4-BE49-F238E27FC236}">
                <a16:creationId xmlns:a16="http://schemas.microsoft.com/office/drawing/2014/main" id="{68534161-75E5-3A60-F124-F277D09DA827}"/>
              </a:ext>
            </a:extLst>
          </p:cNvPr>
          <p:cNvSpPr/>
          <p:nvPr/>
        </p:nvSpPr>
        <p:spPr>
          <a:xfrm rot="5400000">
            <a:off x="397764" y="2120284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2EBC9C9-D8D9-B2BC-871F-A9E904994BA3}"/>
              </a:ext>
            </a:extLst>
          </p:cNvPr>
          <p:cNvSpPr txBox="1"/>
          <p:nvPr/>
        </p:nvSpPr>
        <p:spPr>
          <a:xfrm>
            <a:off x="1979711" y="2636912"/>
            <a:ext cx="6716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Il existe k modalités, où k est un entier compris entre 1 et n
</a:t>
            </a:r>
            <a:endParaRPr lang="fr-FR" dirty="0">
              <a:highlight>
                <a:srgbClr val="FFFF00"/>
              </a:highlight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graphicFrame xmlns:a14="http://schemas.microsoft.com/office/drawing/2010/main">
        <p:nvGraphicFramePr>
          <p:cNvPr id="6" name="Tableau 7">
            <a:extLst>
              <a:ext uri="{FF2B5EF4-FFF2-40B4-BE49-F238E27FC236}">
                <a16:creationId xmlns:a16="http://schemas.microsoft.com/office/drawing/2014/main" id="{77A2EDCD-CAD9-EF4D-1B67-7E123FE2C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982501"/>
              </p:ext>
            </p:extLst>
          </p:nvPr>
        </p:nvGraphicFramePr>
        <p:xfrm>
          <a:off x="2555776" y="3657377"/>
          <a:ext cx="4572000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1711106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71014408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591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noProof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Modalités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oMath>
                      </a14:m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ZA" noProof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effectifs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oMath>
                      </a14:m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ZA" noProof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fréquences relatives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0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996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80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fr-FR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fr-FR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fr-FR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779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a14:m>
                      <a:r>
                        <a:rPr lang="fr-FR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4089"/>
                  </a:ext>
                </a:extLst>
              </a:tr>
              <a:tr h="149671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986627"/>
                  </a:ext>
                </a:extLst>
              </a:tr>
            </a:tbl>
          </a:graphicData>
        </a:graphic>
      </p:graphicFrame>
      <p:sp>
        <p:nvSpPr>
          <p:cNvPr id="7" name="Bulle narrative : ronde 7">
            <a:extLst>
              <a:ext uri="{FF2B5EF4-FFF2-40B4-BE49-F238E27FC236}">
                <a16:creationId xmlns:a16="http://schemas.microsoft.com/office/drawing/2014/main" id="{A7A67058-9796-EF39-33B7-A12F3D75875A}"/>
              </a:ext>
            </a:extLst>
          </p:cNvPr>
          <p:cNvSpPr/>
          <p:nvPr/>
        </p:nvSpPr>
        <p:spPr>
          <a:xfrm>
            <a:off x="447369" y="3420416"/>
            <a:ext cx="1944216" cy="1800200"/>
          </a:xfrm>
          <a:prstGeom prst="wedgeEllipseCallout">
            <a:avLst>
              <a:gd name="adj1" fmla="val 69610"/>
              <a:gd name="adj2" fmla="val 3443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8">
            <a:extLst>
              <a:ext uri="{FF2B5EF4-FFF2-40B4-BE49-F238E27FC236}">
                <a16:creationId xmlns:a16="http://schemas.microsoft.com/office/drawing/2014/main" id="{18B11A07-87C0-899E-087C-025E1DD9B72F}"/>
              </a:ext>
            </a:extLst>
          </p:cNvPr>
          <p:cNvSpPr txBox="1"/>
          <p:nvPr/>
        </p:nvSpPr>
        <p:spPr>
          <a:xfrm>
            <a:off x="656622" y="3720351"/>
            <a:ext cx="1835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Les modalités sont classées par ordre croissant, sauf pour les variables qualitatives nominales (aucun ordre entre les modalités</a:t>
            </a:r>
            <a:r>
              <a:rPr lang="fr-FR" sz="1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2031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CBAA-EC4F-2A80-073C-6C4D2C7C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971EE6-5D25-DAD4-3E62-8078517B123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Exemple 1 </a:t>
            </a:r>
            <a:b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Variable qualitative nominale</a:t>
            </a:r>
          </a:p>
        </p:txBody>
      </p:sp>
      <p:sp>
        <p:nvSpPr>
          <p:cNvPr id="3" name="Flèche : angle droit 5">
            <a:extLst>
              <a:ext uri="{FF2B5EF4-FFF2-40B4-BE49-F238E27FC236}">
                <a16:creationId xmlns:a16="http://schemas.microsoft.com/office/drawing/2014/main" id="{9FB5ACDE-E521-A05E-033C-B353E83F9B9C}"/>
              </a:ext>
            </a:extLst>
          </p:cNvPr>
          <p:cNvSpPr/>
          <p:nvPr/>
        </p:nvSpPr>
        <p:spPr>
          <a:xfrm rot="5400000">
            <a:off x="1776260" y="3520052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782BF968-48AA-198D-DE7F-5F446359C872}"/>
              </a:ext>
            </a:extLst>
          </p:cNvPr>
          <p:cNvSpPr txBox="1"/>
          <p:nvPr/>
        </p:nvSpPr>
        <p:spPr>
          <a:xfrm>
            <a:off x="323528" y="1862155"/>
            <a:ext cx="8472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données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suivantes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représentent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sexe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de 24 candidats à un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concours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H, H, F, H, F, H, H, F, H, F</a:t>
            </a:r>
          </a:p>
          <a:p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H, F, H, F, H, F, H, H, H</a:t>
            </a:r>
          </a:p>
          <a:p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F, H, F, H, H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A569E3BA-30E9-7125-91DA-BB8237355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891840"/>
              </p:ext>
            </p:extLst>
          </p:nvPr>
        </p:nvGraphicFramePr>
        <p:xfrm>
          <a:off x="2699792" y="4005064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93690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72320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8131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Sexe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Nombre</a:t>
                      </a:r>
                      <a:r>
                        <a:rPr lang="fr-FR" dirty="0"/>
                        <a:t> de candidats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Fréquences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44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784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7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1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542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C7189-322F-358D-D471-F896644F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1D6BE-7E4F-B593-247F-AEE2E7F616F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Exemple 2 </a:t>
            </a:r>
            <a:b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Variable qualitative ordinale</a:t>
            </a:r>
            <a:endParaRPr lang="fr-F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èche : angle droit 5">
            <a:extLst>
              <a:ext uri="{FF2B5EF4-FFF2-40B4-BE49-F238E27FC236}">
                <a16:creationId xmlns:a16="http://schemas.microsoft.com/office/drawing/2014/main" id="{8C6823EB-46A6-A7E9-080B-62F584D5EFC9}"/>
              </a:ext>
            </a:extLst>
          </p:cNvPr>
          <p:cNvSpPr/>
          <p:nvPr/>
        </p:nvSpPr>
        <p:spPr>
          <a:xfrm rot="5400000">
            <a:off x="1255284" y="3298196"/>
            <a:ext cx="720080" cy="72008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6">
            <a:extLst>
              <a:ext uri="{FF2B5EF4-FFF2-40B4-BE49-F238E27FC236}">
                <a16:creationId xmlns:a16="http://schemas.microsoft.com/office/drawing/2014/main" id="{F54F016F-480A-3513-DC31-E16A345127DC}"/>
              </a:ext>
            </a:extLst>
          </p:cNvPr>
          <p:cNvSpPr txBox="1"/>
          <p:nvPr/>
        </p:nvSpPr>
        <p:spPr>
          <a:xfrm>
            <a:off x="539552" y="1735648"/>
            <a:ext cx="8424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données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suivantes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représentent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niveau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d’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études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de 24 candidats à un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concours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L, L, M, M, L, L, L, L, M, D</a:t>
            </a:r>
          </a:p>
          <a:p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L, L, L, L, L, M, L, L, L</a:t>
            </a:r>
          </a:p>
          <a:p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L, L, L, L, D</a:t>
            </a:r>
          </a:p>
        </p:txBody>
      </p:sp>
      <p:graphicFrame>
        <p:nvGraphicFramePr>
          <p:cNvPr id="5" name="Tableau 3">
            <a:extLst>
              <a:ext uri="{FF2B5EF4-FFF2-40B4-BE49-F238E27FC236}">
                <a16:creationId xmlns:a16="http://schemas.microsoft.com/office/drawing/2014/main" id="{659CE064-E739-7035-6906-A5E60C663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398408"/>
              </p:ext>
            </p:extLst>
          </p:nvPr>
        </p:nvGraphicFramePr>
        <p:xfrm>
          <a:off x="2460104" y="3429000"/>
          <a:ext cx="6096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573986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538978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0847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Niveau</a:t>
                      </a:r>
                      <a:r>
                        <a:rPr lang="fr-FR" dirty="0"/>
                        <a:t> d’</a:t>
                      </a:r>
                      <a:r>
                        <a:rPr lang="fr-FR" dirty="0" err="1"/>
                        <a:t>études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Nombre</a:t>
                      </a:r>
                      <a:r>
                        <a:rPr lang="fr-FR" dirty="0"/>
                        <a:t> de candidats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Fréquence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58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52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695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53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97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836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7A9F-53FE-6CE1-5E82-5D3700779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236307-2C30-90BF-70B1-2884529D815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Exemple 3</a:t>
            </a:r>
            <a:b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Variable quantitative </a:t>
            </a:r>
            <a:r>
              <a:rPr lang="fr-FR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discrète</a:t>
            </a:r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/>
            </a:r>
            <a:endParaRPr lang="fr-F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èche : angle droit 5">
            <a:extLst>
              <a:ext uri="{FF2B5EF4-FFF2-40B4-BE49-F238E27FC236}">
                <a16:creationId xmlns:a16="http://schemas.microsoft.com/office/drawing/2014/main" id="{4523128A-7401-9DB0-191D-8315BC9830E0}"/>
              </a:ext>
            </a:extLst>
          </p:cNvPr>
          <p:cNvSpPr/>
          <p:nvPr/>
        </p:nvSpPr>
        <p:spPr>
          <a:xfrm rot="5400000">
            <a:off x="2424332" y="3762864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9">
            <a:extLst>
              <a:ext uri="{FF2B5EF4-FFF2-40B4-BE49-F238E27FC236}">
                <a16:creationId xmlns:a16="http://schemas.microsoft.com/office/drawing/2014/main" id="{2CD8FC18-A93C-3EC2-D17A-2AF1D7CE17AD}"/>
              </a:ext>
            </a:extLst>
          </p:cNvPr>
          <p:cNvSpPr txBox="1"/>
          <p:nvPr/>
        </p:nvSpPr>
        <p:spPr>
          <a:xfrm>
            <a:off x="435774" y="1824605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Nous considérons la note (sur 20) de 24 candidats à un </a:t>
            </a:r>
            <a:r>
              <a:rPr lang="fr-FR" sz="18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concours</a:t>
            </a:r>
            <a:r>
              <a:rPr lang="fr-FR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r>
              <a:rPr lang="fr-FR" sz="1800" b="0" i="0" u="none" strike="noStrike" baseline="0" dirty="0">
                <a:solidFill>
                  <a:srgbClr val="E600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; 13 ; 8 ; 16</a:t>
            </a:r>
            <a:r>
              <a:rPr lang="fr-FR" dirty="0">
                <a:solidFill>
                  <a:srgbClr val="E600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b="0" i="0" u="none" strike="noStrike" baseline="0" dirty="0">
                <a:solidFill>
                  <a:srgbClr val="E600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; 11 ; 7 ; 13 ; 12 ; 11 ; 12 ; 12 ; 8 ; 11 ; 8 ; 12 ; 11 ; 7 ; 16</a:t>
            </a:r>
            <a:r>
              <a:rPr lang="fr-FR" dirty="0">
                <a:solidFill>
                  <a:srgbClr val="E600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b="0" i="0" u="none" strike="noStrike" baseline="0" dirty="0">
                <a:solidFill>
                  <a:srgbClr val="E600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; 8 ;</a:t>
            </a:r>
          </a:p>
          <a:p>
            <a:pPr algn="l"/>
            <a:r>
              <a:rPr lang="fr-FR" sz="1800" b="0" i="0" u="none" strike="noStrike" baseline="0" dirty="0">
                <a:solidFill>
                  <a:srgbClr val="E600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; 8 ; 12 ; 8 ; 16</a:t>
            </a:r>
            <a:r>
              <a:rPr lang="fr-FR" dirty="0">
                <a:solidFill>
                  <a:srgbClr val="E600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b="0" i="0" u="none" strike="noStrike" baseline="0" dirty="0">
                <a:solidFill>
                  <a:srgbClr val="E600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fr-F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au 3">
            <a:extLst>
              <a:ext uri="{FF2B5EF4-FFF2-40B4-BE49-F238E27FC236}">
                <a16:creationId xmlns:a16="http://schemas.microsoft.com/office/drawing/2014/main" id="{687FE2CB-E518-27AC-1698-6E0275528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409076"/>
              </p:ext>
            </p:extLst>
          </p:nvPr>
        </p:nvGraphicFramePr>
        <p:xfrm>
          <a:off x="3419872" y="3162511"/>
          <a:ext cx="518457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75117516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625873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Nombre</a:t>
                      </a:r>
                      <a:r>
                        <a:rPr lang="fr-FR" dirty="0"/>
                        <a:t> de candidats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634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19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45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83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97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09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77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78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266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B27C-8613-2522-C1AA-87A35A93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88F04F-A44C-4EF9-2592-AC5C72E8261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Synthèse des données d’une variable continue</a:t>
            </a:r>
            <a:endParaRPr lang="fr-FR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F24318-7E06-6BE6-649F-BD3E4CCE160A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La synthèse tabulaire des données (observées à l’état brut) d’une variable continue montre que le nombre de modalités est presque égal au nombre total d’observations, c’est-à-dire k ≈ n
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lèche : angle droit 3">
            <a:extLst>
              <a:ext uri="{FF2B5EF4-FFF2-40B4-BE49-F238E27FC236}">
                <a16:creationId xmlns:a16="http://schemas.microsoft.com/office/drawing/2014/main" id="{38BB51BE-E88C-2457-56FA-F5E4098651FF}"/>
              </a:ext>
            </a:extLst>
          </p:cNvPr>
          <p:cNvSpPr/>
          <p:nvPr/>
        </p:nvSpPr>
        <p:spPr>
          <a:xfrm rot="5400000">
            <a:off x="1200196" y="2912372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62EE89-978F-0EDC-1B72-B549AA927B29}"/>
              </a:ext>
            </a:extLst>
          </p:cNvPr>
          <p:cNvSpPr txBox="1"/>
          <p:nvPr/>
        </p:nvSpPr>
        <p:spPr>
          <a:xfrm>
            <a:off x="2411760" y="3325336"/>
            <a:ext cx="5472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Les observations sont presque toutes différentes 
</a:t>
            </a:r>
            <a:endParaRPr lang="fr-FR" sz="20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A5C965E-5C58-194B-C4A8-6D6BB7D2309E}"/>
              </a:ext>
            </a:extLst>
          </p:cNvPr>
          <p:cNvSpPr txBox="1"/>
          <p:nvPr/>
        </p:nvSpPr>
        <p:spPr>
          <a:xfrm>
            <a:off x="755576" y="443711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À ce stade, la synthèse tabulaire n’apporte aucune valeur ajoutée !!!
</a:t>
            </a:r>
            <a:endParaRPr lang="fr-FR" sz="24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13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491FFE-793D-4505-BFC7-DBA45AF8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Synthèse des données d’une variable continue</a:t>
            </a:r>
            <a:endParaRPr lang="fr-F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279462-E8AB-4BF2-B003-1ACB5DA94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000">
                <a:highlight>
                  <a:srgbClr val="FFFF00"/>
                </a:highlight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Solution</a:t>
            </a:r>
            <a:r>
              <a:rPr lang="fr-FR" sz="30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fr-FR" sz="30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</a:p>
          <a:p>
            <a:pPr marL="0" indent="0">
              <a:buNone/>
            </a:pPr>
            <a:r>
              <a:rPr lang="en-US" sz="30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Découpage / regroupement des données en classes / intervalles</a:t>
            </a:r>
            <a:endParaRPr lang="fr-FR" sz="300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sz="300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sz="30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30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Découpage à l’aide de méthodes / outils mathématiques
</a:t>
            </a:r>
            <a:r>
              <a:rPr lang="fr-FR" sz="30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30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Découpage selon des classes prédéfinies / imposées (par le problème étudié et / ou par des informations préalables concernant ce problème)</a:t>
            </a:r>
            <a:endParaRPr lang="fr-FR" sz="300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05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932B-997C-455F-AD24-DA43134E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Exemple </a:t>
            </a:r>
            <a:br>
              <a:rPr lang="fr-FR" sz="32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32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Synthèse des données d’une variable continue</a:t>
            </a:r>
            <a:endParaRPr lang="fr-F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59CCB7-5563-48E2-A39B-48FE32078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9662"/>
          <a:stretch/>
        </p:blipFill>
        <p:spPr>
          <a:xfrm>
            <a:off x="1915609" y="2416262"/>
            <a:ext cx="6336704" cy="724942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7A2773-7692-48EF-9748-0D64B499D964}"/>
              </a:ext>
            </a:extLst>
          </p:cNvPr>
          <p:cNvSpPr/>
          <p:nvPr/>
        </p:nvSpPr>
        <p:spPr>
          <a:xfrm rot="5400000">
            <a:off x="900160" y="2915182"/>
            <a:ext cx="648072" cy="648073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E65314-720B-478D-A858-5D356B100020}"/>
              </a:ext>
            </a:extLst>
          </p:cNvPr>
          <p:cNvSpPr txBox="1"/>
          <p:nvPr/>
        </p:nvSpPr>
        <p:spPr>
          <a:xfrm>
            <a:off x="667591" y="3572780"/>
            <a:ext cx="352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Nous avons décidé de synthétiser les données selon les modalités ci-dessous :
</a:t>
            </a:r>
            <a:endParaRPr lang="fr-FR" sz="16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B937C7-8932-4283-B68D-80D408B24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416789"/>
            <a:ext cx="1873346" cy="1790792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D00598FB-A56E-4973-8723-4EF8ECE9C57F}"/>
              </a:ext>
            </a:extLst>
          </p:cNvPr>
          <p:cNvSpPr/>
          <p:nvPr/>
        </p:nvSpPr>
        <p:spPr>
          <a:xfrm>
            <a:off x="3414363" y="4691573"/>
            <a:ext cx="576064" cy="36004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8CED182-D357-4973-815C-FCCED4A61898}"/>
              </a:ext>
            </a:extLst>
          </p:cNvPr>
          <p:cNvSpPr txBox="1"/>
          <p:nvPr/>
        </p:nvSpPr>
        <p:spPr>
          <a:xfrm>
            <a:off x="457200" y="1598442"/>
            <a:ext cx="7427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données ci-dessous représentent le salaire mensuel net actuel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(arrondi au centième) de 24 candidats à un </a:t>
            </a:r>
            <a:r>
              <a:rPr lang="en-ZA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concours</a:t>
            </a:r>
            <a:r>
              <a:rPr lang="fr-FR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</p:txBody>
      </p:sp>
      <p:graphicFrame>
        <p:nvGraphicFramePr>
          <p:cNvPr id="3" name="Tableau 7">
            <a:extLst>
              <a:ext uri="{FF2B5EF4-FFF2-40B4-BE49-F238E27FC236}">
                <a16:creationId xmlns:a16="http://schemas.microsoft.com/office/drawing/2014/main" id="{CC04CAD9-D5F7-4932-9D7A-0805E4AB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755503"/>
              </p:ext>
            </p:extLst>
          </p:nvPr>
        </p:nvGraphicFramePr>
        <p:xfrm>
          <a:off x="4539977" y="3429000"/>
          <a:ext cx="4488160" cy="3237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080">
                  <a:extLst>
                    <a:ext uri="{9D8B030D-6E8A-4147-A177-3AD203B41FA5}">
                      <a16:colId xmlns:a16="http://schemas.microsoft.com/office/drawing/2014/main" val="1356652941"/>
                    </a:ext>
                  </a:extLst>
                </a:gridCol>
                <a:gridCol w="2244080">
                  <a:extLst>
                    <a:ext uri="{9D8B030D-6E8A-4147-A177-3AD203B41FA5}">
                      <a16:colId xmlns:a16="http://schemas.microsoft.com/office/drawing/2014/main" val="2048177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Salaire </a:t>
                      </a:r>
                      <a:r>
                        <a:rPr lang="fr-FR" dirty="0" err="1"/>
                        <a:t>net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Nombre</a:t>
                      </a:r>
                      <a:r>
                        <a:rPr lang="fr-FR" dirty="0"/>
                        <a:t> de candidats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6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15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03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12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521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99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775362"/>
                  </a:ext>
                </a:extLst>
              </a:tr>
              <a:tr h="372224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825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900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6EAA5E-6BF7-4EBE-B95A-25E1F8FF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Données d’une variable continue « discrétisée » en amont </a:t>
            </a:r>
            <a:r>
              <a:rPr lang="fr-FR" sz="2800" b="1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br>
              <a:rPr lang="fr-FR" sz="280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fr-FR" sz="280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8C3E54-7FE3-4F1A-AEBE-8BDF3C6B7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CA" sz="22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Remarque :</a:t>
            </a:r>
          </a:p>
          <a:p>
            <a:pPr marL="0" indent="0">
              <a:lnSpc>
                <a:spcPct val="90000"/>
              </a:lnSpc>
              <a:buNone/>
            </a:pPr>
            <a:endParaRPr lang="fr-FR" sz="22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En pratique (dans le cadre d’une enquête, par exemple), les variables continues sont discrétisées au préalable. Concrètement, le « data scientist » divise à l’avance l’ensemble des valeurs possibles de la variable continue en intervalles (modalités).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Il (elle) demande aux participants de se situer par rapport à ces intervalles. Ce découpage repose souvent, d’une part, sur les besoins de l’étude et, d’autre part, sur les connaissances préalables de la variable et de la population étudiée.</a:t>
            </a:r>
            <a:endParaRPr lang="fr-FR" sz="22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213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23CAB-B80F-4B96-A356-44164A8C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Opérations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2CBE940-A926-4DF5-88A2-86D68A767C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22" t="61200" r="30313" b="23400"/>
          <a:stretch/>
        </p:blipFill>
        <p:spPr>
          <a:xfrm>
            <a:off x="1283950" y="1556792"/>
            <a:ext cx="7123354" cy="15635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A7B47D5-65EE-437C-A9A0-72147CAFC8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312" t="30400" r="29526" b="54295"/>
          <a:stretch/>
        </p:blipFill>
        <p:spPr>
          <a:xfrm>
            <a:off x="1283949" y="3344036"/>
            <a:ext cx="7032467" cy="150749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7B7E1CB-9173-4C27-B723-65D4DE6635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313" t="56002" r="32676" b="36000"/>
          <a:stretch/>
        </p:blipFill>
        <p:spPr>
          <a:xfrm>
            <a:off x="1283949" y="5075268"/>
            <a:ext cx="6573127" cy="65798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3F14A7A-C028-4BBF-96F8-4708FFDC41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313" t="75007" r="34250" b="16087"/>
          <a:stretch/>
        </p:blipFill>
        <p:spPr>
          <a:xfrm>
            <a:off x="1283949" y="5733256"/>
            <a:ext cx="6357296" cy="65798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F1E5E0E-080C-45F6-9782-9651FE61B4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276" t="40200" r="73625" b="17993"/>
          <a:stretch/>
        </p:blipFill>
        <p:spPr>
          <a:xfrm>
            <a:off x="736696" y="1412776"/>
            <a:ext cx="411446" cy="460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31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6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Application – Retour aux </a:t>
            </a:r>
            <a:r>
              <a:rPr lang="fr-FR" sz="2600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exemples</a:t>
            </a:r>
            <a:r>
              <a:rPr lang="fr-FR" sz="2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
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3799" y="2031101"/>
                <a:ext cx="3664758" cy="1640155"/>
              </a:xfrm>
            </p:spPr>
            <p:txBody>
              <a:bodyPr anchor="ctr">
                <a:normAutofit/>
              </a:bodyPr>
              <a:lstStyle/>
              <a:p>
                <a:pPr>
                  <a:buFont typeface="Wingdings" pitchFamily="2" charset="2"/>
                  <a:buChar char="§"/>
                </a:pPr>
                <a:r>
                  <a:rPr lang="fr-FR" sz="1600" dirty="0" err="1"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</a:rPr>
                  <a:t>Calculez</a:t>
                </a:r>
                <a:r>
                  <a:rPr lang="fr-FR" sz="1600" dirty="0"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16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1600" b="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1600" dirty="0"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1600" dirty="0"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1600" b="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1600" dirty="0"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1600" b="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d’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études</a:t>
                </a:r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3799" y="2031101"/>
                <a:ext cx="3664758" cy="1640155"/>
              </a:xfrm>
              <a:blipFill>
                <a:blip r:embed="rId2"/>
                <a:stretch>
                  <a:fillRect l="-34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BEC6656-1FB6-4DA2-A09B-E229A94C738A}"/>
              </a:ext>
            </a:extLst>
          </p:cNvPr>
          <p:cNvGrpSpPr/>
          <p:nvPr/>
        </p:nvGrpSpPr>
        <p:grpSpPr>
          <a:xfrm>
            <a:off x="4490803" y="2422414"/>
            <a:ext cx="4221014" cy="1780301"/>
            <a:chOff x="2555776" y="3573016"/>
            <a:chExt cx="5328592" cy="2520744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82AE9471-55C1-4A3B-BB7A-425723903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5776" y="3573016"/>
              <a:ext cx="5328592" cy="2520744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E980A7ED-C9C9-4B5B-A0E7-CD1A2EDD5F37}"/>
                </a:ext>
              </a:extLst>
            </p:cNvPr>
            <p:cNvSpPr txBox="1"/>
            <p:nvPr/>
          </p:nvSpPr>
          <p:spPr>
            <a:xfrm>
              <a:off x="2915815" y="3940474"/>
              <a:ext cx="2009016" cy="3281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defTabSz="804672">
                <a:spcAft>
                  <a:spcPts val="600"/>
                </a:spcAft>
              </a:pPr>
              <a:r>
                <a:rPr lang="fr-FR" sz="968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Le </a:t>
              </a:r>
              <a:r>
                <a:rPr lang="fr-FR" sz="968" b="1" kern="1200" err="1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Niveau</a:t>
              </a:r>
              <a:r>
                <a:rPr lang="fr-FR" sz="968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of </a:t>
              </a:r>
              <a:r>
                <a:rPr lang="fr-FR" sz="968" b="1" kern="1200" err="1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Études</a:t>
              </a:r>
              <a:endParaRPr lang="fr-FR" sz="11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9AE4FF80-C07C-4724-912A-17A65DF35A70}"/>
                </a:ext>
              </a:extLst>
            </p:cNvPr>
            <p:cNvSpPr txBox="1"/>
            <p:nvPr/>
          </p:nvSpPr>
          <p:spPr>
            <a:xfrm>
              <a:off x="5436097" y="4002746"/>
              <a:ext cx="1656182" cy="5405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defTabSz="804672">
                <a:spcAft>
                  <a:spcPts val="600"/>
                </a:spcAft>
              </a:pPr>
              <a:r>
                <a:rPr lang="fr-FR" sz="968" b="1" kern="1200" err="1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Nombre</a:t>
              </a:r>
              <a:r>
                <a:rPr lang="fr-FR" sz="968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 candidats</a:t>
              </a:r>
              <a:endParaRPr lang="fr-FR" sz="11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9777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86" y="875763"/>
            <a:ext cx="7068950" cy="1325563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Application  </a:t>
            </a:r>
            <a:b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fr-FR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Retour aux </a:t>
            </a:r>
            <a:r>
              <a:rPr lang="fr-FR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exemples</a:t>
            </a:r>
            <a:r>
              <a:rPr lang="fr-FR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
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88262" y="2433403"/>
                <a:ext cx="4094129" cy="4192520"/>
              </a:xfrm>
            </p:spPr>
            <p:txBody>
              <a:bodyPr>
                <a:normAutofit/>
              </a:bodyPr>
              <a:lstStyle/>
              <a:p>
                <a:r>
                  <a:rPr lang="fr-FR" sz="1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Calculez</a:t>
                </a:r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à partir des données présentées dans le tableau ci-dessous :</a:t>
                </a:r>
                <a:endParaRPr lang="fr-FR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88262" y="2433403"/>
                <a:ext cx="4094129" cy="4192520"/>
              </a:xfrm>
              <a:blipFill>
                <a:blip r:embed="rId3"/>
                <a:stretch>
                  <a:fillRect l="-929" t="-60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12">
            <a:extLst>
              <a:ext uri="{FF2B5EF4-FFF2-40B4-BE49-F238E27FC236}">
                <a16:creationId xmlns:a16="http://schemas.microsoft.com/office/drawing/2014/main" id="{6976DC61-A863-2239-32FF-524C1D47BE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163" t="50000" r="55512" b="34600"/>
          <a:stretch/>
        </p:blipFill>
        <p:spPr>
          <a:xfrm>
            <a:off x="527386" y="2690755"/>
            <a:ext cx="3677814" cy="183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90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800" b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Application – Retour aux </a:t>
            </a:r>
            <a:r>
              <a:rPr lang="fr-FR" sz="2800" b="1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exemples</a:t>
            </a:r>
            <a:r>
              <a:rPr lang="fr-FR" sz="28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
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4092489" cy="4351338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§"/>
                </a:pPr>
                <a:r>
                  <a:rPr lang="fr-FR" sz="1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Calculez</a:t>
                </a:r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fr-FR" sz="18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à partir des données présentées dans le tableau ci-dessous :</a:t>
                </a:r>
                <a:endParaRPr lang="fr-FR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4092489" cy="4351338"/>
              </a:xfrm>
              <a:blipFill>
                <a:blip r:embed="rId2"/>
                <a:stretch>
                  <a:fillRect l="-929" t="-5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Image 13">
            <a:extLst>
              <a:ext uri="{FF2B5EF4-FFF2-40B4-BE49-F238E27FC236}">
                <a16:creationId xmlns:a16="http://schemas.microsoft.com/office/drawing/2014/main" id="{42FF8E4C-3A08-04C4-771D-19C32154D5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870" t="50000" r="53214" b="33201"/>
          <a:stretch>
            <a:fillRect/>
          </a:stretch>
        </p:blipFill>
        <p:spPr>
          <a:xfrm>
            <a:off x="4860031" y="2717390"/>
            <a:ext cx="3781355" cy="188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61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24D736-25C8-4448-9B9B-5AB89E99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Remarque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xmlns:a14="http://schemas.microsoft.com/office/drawing/2010/main"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B92E4-1448-4C9B-A446-0D455F668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37539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Pour les variables qualitatives nominales, le </a:t>
            </a:r>
            <a:r>
              <a:rPr lang="fr-FR" sz="27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calcul</a:t>
            </a:r>
            <a:r>
              <a:rPr lang="fr-FR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14:m>
              <m:oMath xmlns:m="http://schemas.openxmlformats.org/officeDocument/2006/math">
                <m:sSubSup>
                  <m:sSubSupPr>
                    <m:ctrlPr>
                      <a:rPr lang="fr-FR" sz="2700" i="1" smtClean="0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fr-FR" sz="2700" b="0" i="1" smtClean="0">
                        <a:latin typeface="Cambria Math" panose="02040503050406030204" pitchFamily="18" charset="0"/>
                      </a:rPr>
                      <m:t>𝑛</m:t>
                    </m:r>
                  </m:e>
                  <m:sub>
                    <m:r>
                      <a:rPr lang="fr-FR" sz="2700" b="0" i="1" smtClean="0">
                        <a:latin typeface="Cambria Math" panose="02040503050406030204" pitchFamily="18" charset="0"/>
                      </a:rPr>
                      <m:t>𝑖</m:t>
                    </m:r>
                  </m:sub>
                  <m:sup>
                    <m:r>
                      <a:rPr lang="fr-FR" sz="2700" b="0" i="1" smtClean="0">
                        <a:latin typeface="Cambria Math" panose="02040503050406030204" pitchFamily="18" charset="0"/>
                      </a:rPr>
                      <m:t>+</m:t>
                    </m:r>
                  </m:sup>
                </m:sSubSup>
              </m:oMath>
            </a14:m>
            <a:r>
              <a:rPr lang="fr-FR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14:m>
              <m:oMath xmlns:m="http://schemas.openxmlformats.org/officeDocument/2006/math">
                <m:sSubSup>
                  <m:sSubSupPr>
                    <m:ctrlPr>
                      <a:rPr lang="fr-FR" sz="2700" i="1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fr-FR" sz="2700" b="0" i="1" smtClean="0">
                        <a:latin typeface="Cambria Math" panose="02040503050406030204" pitchFamily="18" charset="0"/>
                      </a:rPr>
                      <m:t>𝑓</m:t>
                    </m:r>
                  </m:e>
                  <m:sub>
                    <m:r>
                      <a:rPr lang="fr-FR" sz="2700" i="1">
                        <a:latin typeface="Cambria Math" panose="02040503050406030204" pitchFamily="18" charset="0"/>
                      </a:rPr>
                      <m:t>𝑖</m:t>
                    </m:r>
                  </m:sub>
                  <m:sup>
                    <m:r>
                      <a:rPr lang="fr-FR" sz="2700" i="1">
                        <a:latin typeface="Cambria Math" panose="02040503050406030204" pitchFamily="18" charset="0"/>
                      </a:rPr>
                      <m:t>+</m:t>
                    </m:r>
                  </m:sup>
                </m:sSubSup>
              </m:oMath>
            </a14:m>
            <a:r>
              <a:rPr lang="fr-FR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14:m>
              <m:oMath xmlns:m="http://schemas.openxmlformats.org/officeDocument/2006/math">
                <m:sSubSup>
                  <m:sSubSupPr>
                    <m:ctrlPr>
                      <a:rPr lang="fr-FR" sz="2700" i="1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fr-FR" sz="2700" i="1">
                        <a:latin typeface="Cambria Math" panose="02040503050406030204" pitchFamily="18" charset="0"/>
                      </a:rPr>
                      <m:t>𝑛</m:t>
                    </m:r>
                  </m:e>
                  <m:sub>
                    <m:r>
                      <a:rPr lang="fr-FR" sz="2700" i="1">
                        <a:latin typeface="Cambria Math" panose="02040503050406030204" pitchFamily="18" charset="0"/>
                      </a:rPr>
                      <m:t>, et </m:t>
                    </m:r>
                  </m:sub>
                  <m:sup>
                    <m:r>
                      <a:rPr lang="fr-FR" sz="2700" b="0" i="1" smtClean="0">
                        <a:latin typeface="Cambria Math" panose="02040503050406030204" pitchFamily="18" charset="0"/>
                      </a:rPr>
                      <m:t>−</m:t>
                    </m:r>
                  </m:sup>
                </m:sSubSup>
              </m:oMath>
            </a14:m>
            <a:r>
              <a:rPr lang="fr-FR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et </a:t>
            </a:r>
            <a14:m>
              <m:oMath xmlns:m="http://schemas.openxmlformats.org/officeDocument/2006/math">
                <m:sSubSup>
                  <m:sSubSupPr>
                    <m:ctrlPr>
                      <a:rPr lang="fr-FR" sz="2700" i="1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fr-FR" sz="2700" b="0" i="1" smtClean="0">
                        <a:latin typeface="Cambria Math" panose="02040503050406030204" pitchFamily="18" charset="0"/>
                      </a:rPr>
                      <m:t>𝑓</m:t>
                    </m:r>
                  </m:e>
                  <m:sub>
                    <m:r>
                      <a:rPr lang="fr-FR" sz="2700" i="1">
                        <a:latin typeface="Cambria Math" panose="02040503050406030204" pitchFamily="18" charset="0"/>
                      </a:rPr>
                      <m:t>𝑖</m:t>
                    </m:r>
                  </m:sub>
                  <m:sup>
                    <m:r>
                      <a:rPr lang="fr-FR" sz="2700" b="0" i="1" smtClean="0">
                        <a:latin typeface="Cambria Math" panose="02040503050406030204" pitchFamily="18" charset="0"/>
                      </a:rPr>
                      <m:t>−</m:t>
                    </m:r>
                  </m:sup>
                </m:sSubSup>
              </m:oMath>
            </a14:m>
            <a:r>
              <a:rPr lang="fr-FR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fr-FR" sz="27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n’a</a:t>
            </a:r>
            <a:r>
              <a:rPr lang="fr-FR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aucun </a:t>
            </a:r>
            <a:r>
              <a:rPr lang="fr-FR" sz="27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sens</a:t>
            </a:r>
            <a:r>
              <a:rPr lang="fr-FR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…</a:t>
            </a:r>
          </a:p>
          <a:p>
            <a:pPr>
              <a:lnSpc>
                <a:spcPct val="90000"/>
              </a:lnSpc>
            </a:pPr>
            <a:endParaRPr lang="fr-FR" sz="27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(même si cela est possible d’un point de vue purement </a:t>
            </a:r>
            <a:r>
              <a:rPr lang="en-US" sz="27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calculatoire</a:t>
            </a:r>
            <a:r>
              <a:rPr lang="en-US" sz="27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endParaRPr lang="fr-FR" sz="27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880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E49AB5-5809-40D8-B1E1-E3F8C21624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4267934-113D-467C-9297-F4689E4992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971</Words>
  <Application>Microsoft Macintosh PowerPoint</Application>
  <PresentationFormat>On-screen Show (4:3)</PresentationFormat>
  <Paragraphs>135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synthesis of a continuous variable</vt:lpstr>
      <vt:lpstr>Example  Data synthesis of a continuous variable</vt:lpstr>
      <vt:lpstr>Continuous variable "discretized" data (upstream)   </vt:lpstr>
      <vt:lpstr>Operations </vt:lpstr>
      <vt:lpstr>Application – Back to examples
</vt:lpstr>
      <vt:lpstr>Application   Back to examples
</vt:lpstr>
      <vt:lpstr>Application – Back to examples
</vt:lpstr>
      <vt:lpstr>Remark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Mercede Erfanianghasab</cp:lastModifiedBy>
  <cp:revision>40</cp:revision>
  <dcterms:created xsi:type="dcterms:W3CDTF">2021-02-02T16:40:54Z</dcterms:created>
  <dcterms:modified xsi:type="dcterms:W3CDTF">2026-07-17T22:27:42Z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