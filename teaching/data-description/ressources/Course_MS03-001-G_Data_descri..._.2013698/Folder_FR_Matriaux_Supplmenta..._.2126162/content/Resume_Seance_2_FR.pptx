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sldIdLst>
    <p:sldId id="356" r:id="rId5"/>
    <p:sldId id="277" r:id="rId6"/>
    <p:sldId id="292" r:id="rId7"/>
    <p:sldId id="278" r:id="rId8"/>
    <p:sldId id="294" r:id="rId9"/>
    <p:sldId id="279" r:id="rId10"/>
    <p:sldId id="300" r:id="rId11"/>
    <p:sldId id="299" r:id="rId12"/>
    <p:sldId id="281" r:id="rId13"/>
    <p:sldId id="284" r:id="rId14"/>
    <p:sldId id="286" r:id="rId15"/>
  </p:sldIdLst>
  <p:sldSz cx="9144000" cy="6858000" type="screen4x3"/>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2A78C8E-088D-42D6-A319-D2B885105629}" v="1" dt="2021-10-14T14:04:56.286"/>
    <p1510:client id="{BEAA4BC1-7FAE-4519-B624-8E6554632EBD}" v="30" dt="2021-10-14T13:56:01.926"/>
  </p1510:revLst>
</p1510:revInfo>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4" autoAdjust="0"/>
    <p:restoredTop sz="94660"/>
  </p:normalViewPr>
  <p:slideViewPr>
    <p:cSldViewPr>
      <p:cViewPr varScale="1">
        <p:scale>
          <a:sx n="127" d="100"/>
          <a:sy n="127" d="100"/>
        </p:scale>
        <p:origin x="1784" y="192"/>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theme" Target="theme/theme1.xml"/><Relationship Id="rId3" Type="http://schemas.openxmlformats.org/officeDocument/2006/relationships/customXml" Target="../customXml/item3.xml"/><Relationship Id="rId21" Type="http://schemas.microsoft.com/office/2015/10/relationships/revisionInfo" Target="revisionInfo.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presProps" Target="presProps.xml"/><Relationship Id="rId20" Type="http://schemas.microsoft.com/office/2016/11/relationships/changesInfo" Target="changesInfos/changesInfo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19"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ACHOUR Maher" userId="09775c39-7739-40bf-ba04-c8ef3ab24a94" providerId="ADAL" clId="{BEAA4BC1-7FAE-4519-B624-8E6554632EBD}"/>
    <pc:docChg chg="undo custSel addSld delSld modSld">
      <pc:chgData name="KACHOUR Maher" userId="09775c39-7739-40bf-ba04-c8ef3ab24a94" providerId="ADAL" clId="{BEAA4BC1-7FAE-4519-B624-8E6554632EBD}" dt="2021-10-14T13:58:07.536" v="413" actId="20577"/>
      <pc:docMkLst>
        <pc:docMk/>
      </pc:docMkLst>
      <pc:sldChg chg="addSp delSp modSp mod">
        <pc:chgData name="KACHOUR Maher" userId="09775c39-7739-40bf-ba04-c8ef3ab24a94" providerId="ADAL" clId="{BEAA4BC1-7FAE-4519-B624-8E6554632EBD}" dt="2021-10-14T10:55:21.632" v="28" actId="790"/>
        <pc:sldMkLst>
          <pc:docMk/>
          <pc:sldMk cId="1875685949" sldId="277"/>
        </pc:sldMkLst>
        <pc:spChg chg="mod">
          <ac:chgData name="KACHOUR Maher" userId="09775c39-7739-40bf-ba04-c8ef3ab24a94" providerId="ADAL" clId="{BEAA4BC1-7FAE-4519-B624-8E6554632EBD}" dt="2021-10-14T10:55:21.632" v="28" actId="790"/>
          <ac:spMkLst>
            <pc:docMk/>
            <pc:sldMk cId="1875685949" sldId="277"/>
            <ac:spMk id="2" creationId="{A8897A50-0854-4ACC-9469-1C4B787E3B1C}"/>
          </ac:spMkLst>
        </pc:spChg>
        <pc:spChg chg="add mod">
          <ac:chgData name="KACHOUR Maher" userId="09775c39-7739-40bf-ba04-c8ef3ab24a94" providerId="ADAL" clId="{BEAA4BC1-7FAE-4519-B624-8E6554632EBD}" dt="2021-10-14T10:54:56.740" v="27" actId="208"/>
          <ac:spMkLst>
            <pc:docMk/>
            <pc:sldMk cId="1875685949" sldId="277"/>
            <ac:spMk id="4" creationId="{6A4A0999-DAF1-4594-95CA-B3FD48C6BA9F}"/>
          </ac:spMkLst>
        </pc:spChg>
        <pc:picChg chg="del">
          <ac:chgData name="KACHOUR Maher" userId="09775c39-7739-40bf-ba04-c8ef3ab24a94" providerId="ADAL" clId="{BEAA4BC1-7FAE-4519-B624-8E6554632EBD}" dt="2021-10-14T10:52:55.145" v="10" actId="478"/>
          <ac:picMkLst>
            <pc:docMk/>
            <pc:sldMk cId="1875685949" sldId="277"/>
            <ac:picMk id="9" creationId="{6230F255-AB83-4962-99DA-5D02B6036447}"/>
          </ac:picMkLst>
        </pc:picChg>
        <pc:picChg chg="del">
          <ac:chgData name="KACHOUR Maher" userId="09775c39-7739-40bf-ba04-c8ef3ab24a94" providerId="ADAL" clId="{BEAA4BC1-7FAE-4519-B624-8E6554632EBD}" dt="2021-10-14T10:53:24.658" v="17" actId="478"/>
          <ac:picMkLst>
            <pc:docMk/>
            <pc:sldMk cId="1875685949" sldId="277"/>
            <ac:picMk id="11" creationId="{8898157E-8498-4BA5-AC4E-B107060F5443}"/>
          </ac:picMkLst>
        </pc:picChg>
        <pc:picChg chg="add mod">
          <ac:chgData name="KACHOUR Maher" userId="09775c39-7739-40bf-ba04-c8ef3ab24a94" providerId="ADAL" clId="{BEAA4BC1-7FAE-4519-B624-8E6554632EBD}" dt="2021-10-14T10:54:50.216" v="26" actId="1076"/>
          <ac:picMkLst>
            <pc:docMk/>
            <pc:sldMk cId="1875685949" sldId="277"/>
            <ac:picMk id="14" creationId="{C2F1EF1A-C087-491A-B1A9-9455B3872CC5}"/>
          </ac:picMkLst>
        </pc:picChg>
      </pc:sldChg>
      <pc:sldChg chg="addSp delSp modSp mod">
        <pc:chgData name="KACHOUR Maher" userId="09775c39-7739-40bf-ba04-c8ef3ab24a94" providerId="ADAL" clId="{BEAA4BC1-7FAE-4519-B624-8E6554632EBD}" dt="2021-10-14T13:34:36.014" v="272" actId="1076"/>
        <pc:sldMkLst>
          <pc:docMk/>
          <pc:sldMk cId="638055602" sldId="278"/>
        </pc:sldMkLst>
        <pc:spChg chg="mod">
          <ac:chgData name="KACHOUR Maher" userId="09775c39-7739-40bf-ba04-c8ef3ab24a94" providerId="ADAL" clId="{BEAA4BC1-7FAE-4519-B624-8E6554632EBD}" dt="2021-10-14T10:55:52.399" v="29" actId="790"/>
          <ac:spMkLst>
            <pc:docMk/>
            <pc:sldMk cId="638055602" sldId="278"/>
            <ac:spMk id="2" creationId="{DCCB118A-A31E-488A-B655-E144CC01BD62}"/>
          </ac:spMkLst>
        </pc:spChg>
        <pc:spChg chg="mod">
          <ac:chgData name="KACHOUR Maher" userId="09775c39-7739-40bf-ba04-c8ef3ab24a94" providerId="ADAL" clId="{BEAA4BC1-7FAE-4519-B624-8E6554632EBD}" dt="2021-10-14T10:55:58.218" v="35" actId="20577"/>
          <ac:spMkLst>
            <pc:docMk/>
            <pc:sldMk cId="638055602" sldId="278"/>
            <ac:spMk id="3" creationId="{CD23C7A6-D9A0-4598-B56E-17701BC7DD01}"/>
          </ac:spMkLst>
        </pc:spChg>
        <pc:spChg chg="add mod">
          <ac:chgData name="KACHOUR Maher" userId="09775c39-7739-40bf-ba04-c8ef3ab24a94" providerId="ADAL" clId="{BEAA4BC1-7FAE-4519-B624-8E6554632EBD}" dt="2021-10-14T13:34:31.855" v="271" actId="14100"/>
          <ac:spMkLst>
            <pc:docMk/>
            <pc:sldMk cId="638055602" sldId="278"/>
            <ac:spMk id="4" creationId="{502F3BA2-C7B5-43BD-B8B0-F1B47A7D2AC5}"/>
          </ac:spMkLst>
        </pc:spChg>
        <pc:spChg chg="del">
          <ac:chgData name="KACHOUR Maher" userId="09775c39-7739-40bf-ba04-c8ef3ab24a94" providerId="ADAL" clId="{BEAA4BC1-7FAE-4519-B624-8E6554632EBD}" dt="2021-10-14T11:25:23.546" v="88" actId="478"/>
          <ac:spMkLst>
            <pc:docMk/>
            <pc:sldMk cId="638055602" sldId="278"/>
            <ac:spMk id="12" creationId="{552BD454-25B0-4323-B975-BF609E21EFD6}"/>
          </ac:spMkLst>
        </pc:spChg>
        <pc:picChg chg="mod">
          <ac:chgData name="KACHOUR Maher" userId="09775c39-7739-40bf-ba04-c8ef3ab24a94" providerId="ADAL" clId="{BEAA4BC1-7FAE-4519-B624-8E6554632EBD}" dt="2021-10-14T13:31:42.790" v="249" actId="14100"/>
          <ac:picMkLst>
            <pc:docMk/>
            <pc:sldMk cId="638055602" sldId="278"/>
            <ac:picMk id="6" creationId="{284117BE-71E2-4257-81AB-59477DE0DE5C}"/>
          </ac:picMkLst>
        </pc:picChg>
        <pc:picChg chg="add mod">
          <ac:chgData name="KACHOUR Maher" userId="09775c39-7739-40bf-ba04-c8ef3ab24a94" providerId="ADAL" clId="{BEAA4BC1-7FAE-4519-B624-8E6554632EBD}" dt="2021-10-14T13:34:36.014" v="272" actId="1076"/>
          <ac:picMkLst>
            <pc:docMk/>
            <pc:sldMk cId="638055602" sldId="278"/>
            <ac:picMk id="7" creationId="{AAA2770C-5CCA-41F9-B675-1C45BD89ED06}"/>
          </ac:picMkLst>
        </pc:picChg>
        <pc:picChg chg="del">
          <ac:chgData name="KACHOUR Maher" userId="09775c39-7739-40bf-ba04-c8ef3ab24a94" providerId="ADAL" clId="{BEAA4BC1-7FAE-4519-B624-8E6554632EBD}" dt="2021-10-14T13:25:04.385" v="218" actId="478"/>
          <ac:picMkLst>
            <pc:docMk/>
            <pc:sldMk cId="638055602" sldId="278"/>
            <ac:picMk id="9" creationId="{41BD6177-C3C3-48AA-8B0C-FE1C32F33428}"/>
          </ac:picMkLst>
        </pc:picChg>
        <pc:picChg chg="del">
          <ac:chgData name="KACHOUR Maher" userId="09775c39-7739-40bf-ba04-c8ef3ab24a94" providerId="ADAL" clId="{BEAA4BC1-7FAE-4519-B624-8E6554632EBD}" dt="2021-10-14T11:26:04.375" v="97" actId="478"/>
          <ac:picMkLst>
            <pc:docMk/>
            <pc:sldMk cId="638055602" sldId="278"/>
            <ac:picMk id="10" creationId="{0EFE0853-C93A-4ADF-BF32-52A48DBE1168}"/>
          </ac:picMkLst>
        </pc:picChg>
        <pc:picChg chg="del">
          <ac:chgData name="KACHOUR Maher" userId="09775c39-7739-40bf-ba04-c8ef3ab24a94" providerId="ADAL" clId="{BEAA4BC1-7FAE-4519-B624-8E6554632EBD}" dt="2021-10-14T13:25:25.814" v="222" actId="478"/>
          <ac:picMkLst>
            <pc:docMk/>
            <pc:sldMk cId="638055602" sldId="278"/>
            <ac:picMk id="11" creationId="{166F5A58-0BBC-4DFC-A2D0-D7B46767BDC1}"/>
          </ac:picMkLst>
        </pc:picChg>
      </pc:sldChg>
      <pc:sldChg chg="delSp modSp mod">
        <pc:chgData name="KACHOUR Maher" userId="09775c39-7739-40bf-ba04-c8ef3ab24a94" providerId="ADAL" clId="{BEAA4BC1-7FAE-4519-B624-8E6554632EBD}" dt="2021-10-14T13:46:16.081" v="298" actId="790"/>
        <pc:sldMkLst>
          <pc:docMk/>
          <pc:sldMk cId="2572892666" sldId="279"/>
        </pc:sldMkLst>
        <pc:spChg chg="mod">
          <ac:chgData name="KACHOUR Maher" userId="09775c39-7739-40bf-ba04-c8ef3ab24a94" providerId="ADAL" clId="{BEAA4BC1-7FAE-4519-B624-8E6554632EBD}" dt="2021-10-14T13:46:16.081" v="298" actId="790"/>
          <ac:spMkLst>
            <pc:docMk/>
            <pc:sldMk cId="2572892666" sldId="279"/>
            <ac:spMk id="2" creationId="{092E4D78-736E-41D4-A374-11724A9472B2}"/>
          </ac:spMkLst>
        </pc:spChg>
        <pc:spChg chg="del">
          <ac:chgData name="KACHOUR Maher" userId="09775c39-7739-40bf-ba04-c8ef3ab24a94" providerId="ADAL" clId="{BEAA4BC1-7FAE-4519-B624-8E6554632EBD}" dt="2021-10-14T13:44:15.591" v="275" actId="478"/>
          <ac:spMkLst>
            <pc:docMk/>
            <pc:sldMk cId="2572892666" sldId="279"/>
            <ac:spMk id="10" creationId="{44271A5B-B482-4F75-B536-9EDC8D55E708}"/>
          </ac:spMkLst>
        </pc:spChg>
        <pc:picChg chg="mod">
          <ac:chgData name="KACHOUR Maher" userId="09775c39-7739-40bf-ba04-c8ef3ab24a94" providerId="ADAL" clId="{BEAA4BC1-7FAE-4519-B624-8E6554632EBD}" dt="2021-10-14T13:45:38.084" v="292" actId="14100"/>
          <ac:picMkLst>
            <pc:docMk/>
            <pc:sldMk cId="2572892666" sldId="279"/>
            <ac:picMk id="6" creationId="{9584B911-4480-4EFF-B420-4791E5E0EC50}"/>
          </ac:picMkLst>
        </pc:picChg>
        <pc:picChg chg="del">
          <ac:chgData name="KACHOUR Maher" userId="09775c39-7739-40bf-ba04-c8ef3ab24a94" providerId="ADAL" clId="{BEAA4BC1-7FAE-4519-B624-8E6554632EBD}" dt="2021-10-14T13:45:28.962" v="290" actId="478"/>
          <ac:picMkLst>
            <pc:docMk/>
            <pc:sldMk cId="2572892666" sldId="279"/>
            <ac:picMk id="7" creationId="{F64BBED4-F2DF-4500-AB53-E397F191999C}"/>
          </ac:picMkLst>
        </pc:picChg>
        <pc:picChg chg="del">
          <ac:chgData name="KACHOUR Maher" userId="09775c39-7739-40bf-ba04-c8ef3ab24a94" providerId="ADAL" clId="{BEAA4BC1-7FAE-4519-B624-8E6554632EBD}" dt="2021-10-14T13:45:34.374" v="291" actId="478"/>
          <ac:picMkLst>
            <pc:docMk/>
            <pc:sldMk cId="2572892666" sldId="279"/>
            <ac:picMk id="9" creationId="{06505C06-3495-4F1C-BCE0-0CF2A2E2DB36}"/>
          </ac:picMkLst>
        </pc:picChg>
      </pc:sldChg>
      <pc:sldChg chg="modSp mod">
        <pc:chgData name="KACHOUR Maher" userId="09775c39-7739-40bf-ba04-c8ef3ab24a94" providerId="ADAL" clId="{BEAA4BC1-7FAE-4519-B624-8E6554632EBD}" dt="2021-10-14T13:57:22.162" v="411" actId="790"/>
        <pc:sldMkLst>
          <pc:docMk/>
          <pc:sldMk cId="1005798455" sldId="280"/>
        </pc:sldMkLst>
        <pc:spChg chg="mod">
          <ac:chgData name="KACHOUR Maher" userId="09775c39-7739-40bf-ba04-c8ef3ab24a94" providerId="ADAL" clId="{BEAA4BC1-7FAE-4519-B624-8E6554632EBD}" dt="2021-10-14T13:57:22.162" v="411" actId="790"/>
          <ac:spMkLst>
            <pc:docMk/>
            <pc:sldMk cId="1005798455" sldId="280"/>
            <ac:spMk id="2" creationId="{406BB69C-5EE9-4AC7-8429-B47C935B139C}"/>
          </ac:spMkLst>
        </pc:spChg>
        <pc:spChg chg="mod">
          <ac:chgData name="KACHOUR Maher" userId="09775c39-7739-40bf-ba04-c8ef3ab24a94" providerId="ADAL" clId="{BEAA4BC1-7FAE-4519-B624-8E6554632EBD}" dt="2021-10-14T13:57:10" v="410" actId="20577"/>
          <ac:spMkLst>
            <pc:docMk/>
            <pc:sldMk cId="1005798455" sldId="280"/>
            <ac:spMk id="3" creationId="{E117A3D3-E460-4DCA-B869-6DC8B3101EE8}"/>
          </ac:spMkLst>
        </pc:spChg>
        <pc:picChg chg="mod">
          <ac:chgData name="KACHOUR Maher" userId="09775c39-7739-40bf-ba04-c8ef3ab24a94" providerId="ADAL" clId="{BEAA4BC1-7FAE-4519-B624-8E6554632EBD}" dt="2021-10-14T13:56:47.834" v="378" actId="1076"/>
          <ac:picMkLst>
            <pc:docMk/>
            <pc:sldMk cId="1005798455" sldId="280"/>
            <ac:picMk id="5" creationId="{66F56ADE-8884-4B51-9059-3AC55DB96A14}"/>
          </ac:picMkLst>
        </pc:picChg>
      </pc:sldChg>
      <pc:sldChg chg="modSp mod">
        <pc:chgData name="KACHOUR Maher" userId="09775c39-7739-40bf-ba04-c8ef3ab24a94" providerId="ADAL" clId="{BEAA4BC1-7FAE-4519-B624-8E6554632EBD}" dt="2021-10-14T13:58:07.536" v="413" actId="20577"/>
        <pc:sldMkLst>
          <pc:docMk/>
          <pc:sldMk cId="828950354" sldId="281"/>
        </pc:sldMkLst>
        <pc:spChg chg="mod">
          <ac:chgData name="KACHOUR Maher" userId="09775c39-7739-40bf-ba04-c8ef3ab24a94" providerId="ADAL" clId="{BEAA4BC1-7FAE-4519-B624-8E6554632EBD}" dt="2021-10-14T13:58:07.536" v="413" actId="20577"/>
          <ac:spMkLst>
            <pc:docMk/>
            <pc:sldMk cId="828950354" sldId="281"/>
            <ac:spMk id="7" creationId="{9C09214D-5F81-44F5-8EB6-D951A6F015A3}"/>
          </ac:spMkLst>
        </pc:spChg>
      </pc:sldChg>
      <pc:sldChg chg="addSp delSp modSp new add del mod setBg">
        <pc:chgData name="KACHOUR Maher" userId="09775c39-7739-40bf-ba04-c8ef3ab24a94" providerId="ADAL" clId="{BEAA4BC1-7FAE-4519-B624-8E6554632EBD}" dt="2021-10-14T10:53:10.027" v="14" actId="2696"/>
        <pc:sldMkLst>
          <pc:docMk/>
          <pc:sldMk cId="3230167694" sldId="290"/>
        </pc:sldMkLst>
        <pc:spChg chg="mod">
          <ac:chgData name="KACHOUR Maher" userId="09775c39-7739-40bf-ba04-c8ef3ab24a94" providerId="ADAL" clId="{BEAA4BC1-7FAE-4519-B624-8E6554632EBD}" dt="2021-10-14T10:52:59.795" v="12" actId="26606"/>
          <ac:spMkLst>
            <pc:docMk/>
            <pc:sldMk cId="3230167694" sldId="290"/>
            <ac:spMk id="2" creationId="{82B764C1-7757-441E-B06B-03D21584827E}"/>
          </ac:spMkLst>
        </pc:spChg>
        <pc:spChg chg="del">
          <ac:chgData name="KACHOUR Maher" userId="09775c39-7739-40bf-ba04-c8ef3ab24a94" providerId="ADAL" clId="{BEAA4BC1-7FAE-4519-B624-8E6554632EBD}" dt="2021-10-14T10:52:50.798" v="9" actId="478"/>
          <ac:spMkLst>
            <pc:docMk/>
            <pc:sldMk cId="3230167694" sldId="290"/>
            <ac:spMk id="3" creationId="{B5D92666-AE30-499B-86CD-DE2D6500C298}"/>
          </ac:spMkLst>
        </pc:spChg>
        <pc:picChg chg="add mod">
          <ac:chgData name="KACHOUR Maher" userId="09775c39-7739-40bf-ba04-c8ef3ab24a94" providerId="ADAL" clId="{BEAA4BC1-7FAE-4519-B624-8E6554632EBD}" dt="2021-10-14T10:52:59.795" v="12" actId="26606"/>
          <ac:picMkLst>
            <pc:docMk/>
            <pc:sldMk cId="3230167694" sldId="290"/>
            <ac:picMk id="4" creationId="{589924F8-ECF6-4CBB-B139-2307DA43242A}"/>
          </ac:picMkLst>
        </pc:picChg>
      </pc:sldChg>
      <pc:sldChg chg="addSp delSp modSp add mod">
        <pc:chgData name="KACHOUR Maher" userId="09775c39-7739-40bf-ba04-c8ef3ab24a94" providerId="ADAL" clId="{BEAA4BC1-7FAE-4519-B624-8E6554632EBD}" dt="2021-10-14T10:53:29.505" v="19" actId="26606"/>
        <pc:sldMkLst>
          <pc:docMk/>
          <pc:sldMk cId="3172704546" sldId="291"/>
        </pc:sldMkLst>
        <pc:picChg chg="del">
          <ac:chgData name="KACHOUR Maher" userId="09775c39-7739-40bf-ba04-c8ef3ab24a94" providerId="ADAL" clId="{BEAA4BC1-7FAE-4519-B624-8E6554632EBD}" dt="2021-10-14T10:53:15.823" v="16" actId="478"/>
          <ac:picMkLst>
            <pc:docMk/>
            <pc:sldMk cId="3172704546" sldId="291"/>
            <ac:picMk id="4" creationId="{589924F8-ECF6-4CBB-B139-2307DA43242A}"/>
          </ac:picMkLst>
        </pc:picChg>
        <pc:picChg chg="add mod">
          <ac:chgData name="KACHOUR Maher" userId="09775c39-7739-40bf-ba04-c8ef3ab24a94" providerId="ADAL" clId="{BEAA4BC1-7FAE-4519-B624-8E6554632EBD}" dt="2021-10-14T10:53:29.505" v="19" actId="26606"/>
          <ac:picMkLst>
            <pc:docMk/>
            <pc:sldMk cId="3172704546" sldId="291"/>
            <ac:picMk id="5" creationId="{D80CFA26-EFED-4393-A9F6-85E52325821D}"/>
          </ac:picMkLst>
        </pc:picChg>
      </pc:sldChg>
      <pc:sldChg chg="modSp add mod setBg">
        <pc:chgData name="KACHOUR Maher" userId="09775c39-7739-40bf-ba04-c8ef3ab24a94" providerId="ADAL" clId="{BEAA4BC1-7FAE-4519-B624-8E6554632EBD}" dt="2021-10-14T11:10:33.028" v="45" actId="20577"/>
        <pc:sldMkLst>
          <pc:docMk/>
          <pc:sldMk cId="3707336201" sldId="292"/>
        </pc:sldMkLst>
        <pc:spChg chg="mod">
          <ac:chgData name="KACHOUR Maher" userId="09775c39-7739-40bf-ba04-c8ef3ab24a94" providerId="ADAL" clId="{BEAA4BC1-7FAE-4519-B624-8E6554632EBD}" dt="2021-10-14T11:08:16.066" v="38" actId="20577"/>
          <ac:spMkLst>
            <pc:docMk/>
            <pc:sldMk cId="3707336201" sldId="292"/>
            <ac:spMk id="2" creationId="{8411F764-5DB7-4B94-AC77-9A64DC794E06}"/>
          </ac:spMkLst>
        </pc:spChg>
        <pc:graphicFrameChg chg="mod modGraphic">
          <ac:chgData name="KACHOUR Maher" userId="09775c39-7739-40bf-ba04-c8ef3ab24a94" providerId="ADAL" clId="{BEAA4BC1-7FAE-4519-B624-8E6554632EBD}" dt="2021-10-14T11:10:33.028" v="45" actId="20577"/>
          <ac:graphicFrameMkLst>
            <pc:docMk/>
            <pc:sldMk cId="3707336201" sldId="292"/>
            <ac:graphicFrameMk id="7" creationId="{1E8665D7-E1A3-4D0B-8409-16A5912FDDBC}"/>
          </ac:graphicFrameMkLst>
        </pc:graphicFrameChg>
      </pc:sldChg>
      <pc:sldChg chg="new del">
        <pc:chgData name="KACHOUR Maher" userId="09775c39-7739-40bf-ba04-c8ef3ab24a94" providerId="ADAL" clId="{BEAA4BC1-7FAE-4519-B624-8E6554632EBD}" dt="2021-10-14T11:22:34.753" v="48" actId="47"/>
        <pc:sldMkLst>
          <pc:docMk/>
          <pc:sldMk cId="2706366947" sldId="293"/>
        </pc:sldMkLst>
      </pc:sldChg>
      <pc:sldChg chg="modSp add mod">
        <pc:chgData name="KACHOUR Maher" userId="09775c39-7739-40bf-ba04-c8ef3ab24a94" providerId="ADAL" clId="{BEAA4BC1-7FAE-4519-B624-8E6554632EBD}" dt="2021-10-14T13:25:43.265" v="226" actId="20577"/>
        <pc:sldMkLst>
          <pc:docMk/>
          <pc:sldMk cId="81781345" sldId="294"/>
        </pc:sldMkLst>
        <pc:spChg chg="mod">
          <ac:chgData name="KACHOUR Maher" userId="09775c39-7739-40bf-ba04-c8ef3ab24a94" providerId="ADAL" clId="{BEAA4BC1-7FAE-4519-B624-8E6554632EBD}" dt="2021-10-14T11:22:38.718" v="50" actId="20577"/>
          <ac:spMkLst>
            <pc:docMk/>
            <pc:sldMk cId="81781345" sldId="294"/>
            <ac:spMk id="2" creationId="{F64BF0DD-FFC4-4682-9A3D-7B4B235439A5}"/>
          </ac:spMkLst>
        </pc:spChg>
        <pc:spChg chg="mod">
          <ac:chgData name="KACHOUR Maher" userId="09775c39-7739-40bf-ba04-c8ef3ab24a94" providerId="ADAL" clId="{BEAA4BC1-7FAE-4519-B624-8E6554632EBD}" dt="2021-10-14T13:25:43.265" v="226" actId="20577"/>
          <ac:spMkLst>
            <pc:docMk/>
            <pc:sldMk cId="81781345" sldId="294"/>
            <ac:spMk id="3" creationId="{145B38BC-A63B-42B9-AB9C-772C30ACA228}"/>
          </ac:spMkLst>
        </pc:spChg>
        <pc:graphicFrameChg chg="mod modGraphic">
          <ac:chgData name="KACHOUR Maher" userId="09775c39-7739-40bf-ba04-c8ef3ab24a94" providerId="ADAL" clId="{BEAA4BC1-7FAE-4519-B624-8E6554632EBD}" dt="2021-10-14T13:24:11.357" v="209" actId="20577"/>
          <ac:graphicFrameMkLst>
            <pc:docMk/>
            <pc:sldMk cId="81781345" sldId="294"/>
            <ac:graphicFrameMk id="4" creationId="{611E66A5-294F-4D20-BCBB-2ACE900D43D4}"/>
          </ac:graphicFrameMkLst>
        </pc:graphicFrameChg>
      </pc:sldChg>
      <pc:sldChg chg="addSp delSp modSp new mod">
        <pc:chgData name="KACHOUR Maher" userId="09775c39-7739-40bf-ba04-c8ef3ab24a94" providerId="ADAL" clId="{BEAA4BC1-7FAE-4519-B624-8E6554632EBD}" dt="2021-10-14T13:24:43.134" v="217" actId="1076"/>
        <pc:sldMkLst>
          <pc:docMk/>
          <pc:sldMk cId="2124052879" sldId="295"/>
        </pc:sldMkLst>
        <pc:spChg chg="del">
          <ac:chgData name="KACHOUR Maher" userId="09775c39-7739-40bf-ba04-c8ef3ab24a94" providerId="ADAL" clId="{BEAA4BC1-7FAE-4519-B624-8E6554632EBD}" dt="2021-10-14T11:25:31.815" v="90" actId="478"/>
          <ac:spMkLst>
            <pc:docMk/>
            <pc:sldMk cId="2124052879" sldId="295"/>
            <ac:spMk id="2" creationId="{0F058FC4-7D21-493F-B1C6-22B087403FCF}"/>
          </ac:spMkLst>
        </pc:spChg>
        <pc:spChg chg="del">
          <ac:chgData name="KACHOUR Maher" userId="09775c39-7739-40bf-ba04-c8ef3ab24a94" providerId="ADAL" clId="{BEAA4BC1-7FAE-4519-B624-8E6554632EBD}" dt="2021-10-14T11:25:34.793" v="91" actId="478"/>
          <ac:spMkLst>
            <pc:docMk/>
            <pc:sldMk cId="2124052879" sldId="295"/>
            <ac:spMk id="3" creationId="{75BC1C8D-9453-4837-BEBC-FE6C1F4D78CB}"/>
          </ac:spMkLst>
        </pc:spChg>
        <pc:spChg chg="add mod">
          <ac:chgData name="KACHOUR Maher" userId="09775c39-7739-40bf-ba04-c8ef3ab24a94" providerId="ADAL" clId="{BEAA4BC1-7FAE-4519-B624-8E6554632EBD}" dt="2021-10-14T11:25:56.733" v="96" actId="1076"/>
          <ac:spMkLst>
            <pc:docMk/>
            <pc:sldMk cId="2124052879" sldId="295"/>
            <ac:spMk id="4" creationId="{7C3387F6-B0BE-4FCD-B734-C535B5AF7819}"/>
          </ac:spMkLst>
        </pc:spChg>
        <pc:spChg chg="add del mod">
          <ac:chgData name="KACHOUR Maher" userId="09775c39-7739-40bf-ba04-c8ef3ab24a94" providerId="ADAL" clId="{BEAA4BC1-7FAE-4519-B624-8E6554632EBD}" dt="2021-10-14T13:24:20.422" v="211" actId="478"/>
          <ac:spMkLst>
            <pc:docMk/>
            <pc:sldMk cId="2124052879" sldId="295"/>
            <ac:spMk id="6" creationId="{29B5047B-0190-41D8-846F-9AACAB62E14F}"/>
          </ac:spMkLst>
        </pc:spChg>
        <pc:spChg chg="add del mod">
          <ac:chgData name="KACHOUR Maher" userId="09775c39-7739-40bf-ba04-c8ef3ab24a94" providerId="ADAL" clId="{BEAA4BC1-7FAE-4519-B624-8E6554632EBD}" dt="2021-10-14T11:28:13.617" v="135" actId="478"/>
          <ac:spMkLst>
            <pc:docMk/>
            <pc:sldMk cId="2124052879" sldId="295"/>
            <ac:spMk id="7" creationId="{7FB162CA-3529-4C96-92E7-A8DB547E3FA3}"/>
          </ac:spMkLst>
        </pc:spChg>
        <pc:picChg chg="add mod">
          <ac:chgData name="KACHOUR Maher" userId="09775c39-7739-40bf-ba04-c8ef3ab24a94" providerId="ADAL" clId="{BEAA4BC1-7FAE-4519-B624-8E6554632EBD}" dt="2021-10-14T13:24:24.970" v="212" actId="1076"/>
          <ac:picMkLst>
            <pc:docMk/>
            <pc:sldMk cId="2124052879" sldId="295"/>
            <ac:picMk id="5" creationId="{74F018CD-E332-47B5-B5F1-014A51B449F1}"/>
          </ac:picMkLst>
        </pc:picChg>
        <pc:picChg chg="add mod">
          <ac:chgData name="KACHOUR Maher" userId="09775c39-7739-40bf-ba04-c8ef3ab24a94" providerId="ADAL" clId="{BEAA4BC1-7FAE-4519-B624-8E6554632EBD}" dt="2021-10-14T13:24:43.134" v="217" actId="1076"/>
          <ac:picMkLst>
            <pc:docMk/>
            <pc:sldMk cId="2124052879" sldId="295"/>
            <ac:picMk id="8" creationId="{716207A5-39BD-4DC0-9B6E-9C67B8A8DEA9}"/>
          </ac:picMkLst>
        </pc:picChg>
      </pc:sldChg>
      <pc:sldChg chg="addSp delSp modSp add mod">
        <pc:chgData name="KACHOUR Maher" userId="09775c39-7739-40bf-ba04-c8ef3ab24a94" providerId="ADAL" clId="{BEAA4BC1-7FAE-4519-B624-8E6554632EBD}" dt="2021-10-14T13:30:56.116" v="245" actId="207"/>
        <pc:sldMkLst>
          <pc:docMk/>
          <pc:sldMk cId="3573732356" sldId="296"/>
        </pc:sldMkLst>
        <pc:spChg chg="mod">
          <ac:chgData name="KACHOUR Maher" userId="09775c39-7739-40bf-ba04-c8ef3ab24a94" providerId="ADAL" clId="{BEAA4BC1-7FAE-4519-B624-8E6554632EBD}" dt="2021-10-14T13:30:56.116" v="245" actId="207"/>
          <ac:spMkLst>
            <pc:docMk/>
            <pc:sldMk cId="3573732356" sldId="296"/>
            <ac:spMk id="4" creationId="{7C3387F6-B0BE-4FCD-B734-C535B5AF7819}"/>
          </ac:spMkLst>
        </pc:spChg>
        <pc:picChg chg="add mod">
          <ac:chgData name="KACHOUR Maher" userId="09775c39-7739-40bf-ba04-c8ef3ab24a94" providerId="ADAL" clId="{BEAA4BC1-7FAE-4519-B624-8E6554632EBD}" dt="2021-10-14T13:27:18.157" v="228" actId="1076"/>
          <ac:picMkLst>
            <pc:docMk/>
            <pc:sldMk cId="3573732356" sldId="296"/>
            <ac:picMk id="3" creationId="{BA305F69-2614-4837-B72A-E4B96D23BFA2}"/>
          </ac:picMkLst>
        </pc:picChg>
        <pc:picChg chg="del">
          <ac:chgData name="KACHOUR Maher" userId="09775c39-7739-40bf-ba04-c8ef3ab24a94" providerId="ADAL" clId="{BEAA4BC1-7FAE-4519-B624-8E6554632EBD}" dt="2021-10-14T13:25:16.956" v="220" actId="478"/>
          <ac:picMkLst>
            <pc:docMk/>
            <pc:sldMk cId="3573732356" sldId="296"/>
            <ac:picMk id="5" creationId="{74F018CD-E332-47B5-B5F1-014A51B449F1}"/>
          </ac:picMkLst>
        </pc:picChg>
        <pc:picChg chg="del">
          <ac:chgData name="KACHOUR Maher" userId="09775c39-7739-40bf-ba04-c8ef3ab24a94" providerId="ADAL" clId="{BEAA4BC1-7FAE-4519-B624-8E6554632EBD}" dt="2021-10-14T13:25:19.042" v="221" actId="478"/>
          <ac:picMkLst>
            <pc:docMk/>
            <pc:sldMk cId="3573732356" sldId="296"/>
            <ac:picMk id="8" creationId="{716207A5-39BD-4DC0-9B6E-9C67B8A8DEA9}"/>
          </ac:picMkLst>
        </pc:picChg>
      </pc:sldChg>
      <pc:sldChg chg="new del">
        <pc:chgData name="KACHOUR Maher" userId="09775c39-7739-40bf-ba04-c8ef3ab24a94" providerId="ADAL" clId="{BEAA4BC1-7FAE-4519-B624-8E6554632EBD}" dt="2021-10-14T13:46:03.382" v="297" actId="47"/>
        <pc:sldMkLst>
          <pc:docMk/>
          <pc:sldMk cId="1309226118" sldId="297"/>
        </pc:sldMkLst>
      </pc:sldChg>
      <pc:sldChg chg="addSp delSp modSp new mod">
        <pc:chgData name="KACHOUR Maher" userId="09775c39-7739-40bf-ba04-c8ef3ab24a94" providerId="ADAL" clId="{BEAA4BC1-7FAE-4519-B624-8E6554632EBD}" dt="2021-10-14T13:45:49.277" v="296" actId="14100"/>
        <pc:sldMkLst>
          <pc:docMk/>
          <pc:sldMk cId="4267137901" sldId="298"/>
        </pc:sldMkLst>
        <pc:spChg chg="del">
          <ac:chgData name="KACHOUR Maher" userId="09775c39-7739-40bf-ba04-c8ef3ab24a94" providerId="ADAL" clId="{BEAA4BC1-7FAE-4519-B624-8E6554632EBD}" dt="2021-10-14T13:44:20.489" v="276" actId="478"/>
          <ac:spMkLst>
            <pc:docMk/>
            <pc:sldMk cId="4267137901" sldId="298"/>
            <ac:spMk id="2" creationId="{890787E1-E442-401A-ACEC-7E0DFDCC9A7E}"/>
          </ac:spMkLst>
        </pc:spChg>
        <pc:spChg chg="del">
          <ac:chgData name="KACHOUR Maher" userId="09775c39-7739-40bf-ba04-c8ef3ab24a94" providerId="ADAL" clId="{BEAA4BC1-7FAE-4519-B624-8E6554632EBD}" dt="2021-10-14T13:44:24.085" v="277" actId="478"/>
          <ac:spMkLst>
            <pc:docMk/>
            <pc:sldMk cId="4267137901" sldId="298"/>
            <ac:spMk id="3" creationId="{89581B14-077F-400D-8F4B-FE826C9A1D4D}"/>
          </ac:spMkLst>
        </pc:spChg>
        <pc:spChg chg="add mod">
          <ac:chgData name="KACHOUR Maher" userId="09775c39-7739-40bf-ba04-c8ef3ab24a94" providerId="ADAL" clId="{BEAA4BC1-7FAE-4519-B624-8E6554632EBD}" dt="2021-10-14T13:44:49.931" v="282" actId="790"/>
          <ac:spMkLst>
            <pc:docMk/>
            <pc:sldMk cId="4267137901" sldId="298"/>
            <ac:spMk id="4" creationId="{438FFB6A-8ED5-4CFA-A61F-9EEEEA2B8C93}"/>
          </ac:spMkLst>
        </pc:spChg>
        <pc:picChg chg="add mod">
          <ac:chgData name="KACHOUR Maher" userId="09775c39-7739-40bf-ba04-c8ef3ab24a94" providerId="ADAL" clId="{BEAA4BC1-7FAE-4519-B624-8E6554632EBD}" dt="2021-10-14T13:45:24.947" v="289" actId="1076"/>
          <ac:picMkLst>
            <pc:docMk/>
            <pc:sldMk cId="4267137901" sldId="298"/>
            <ac:picMk id="5" creationId="{F4882396-1AA4-43EB-A30D-42BCC50131A3}"/>
          </ac:picMkLst>
        </pc:picChg>
        <pc:picChg chg="add mod">
          <ac:chgData name="KACHOUR Maher" userId="09775c39-7739-40bf-ba04-c8ef3ab24a94" providerId="ADAL" clId="{BEAA4BC1-7FAE-4519-B624-8E6554632EBD}" dt="2021-10-14T13:45:49.277" v="296" actId="14100"/>
          <ac:picMkLst>
            <pc:docMk/>
            <pc:sldMk cId="4267137901" sldId="298"/>
            <ac:picMk id="6" creationId="{D9F875F3-1E8A-4E2C-871E-AB881101D362}"/>
          </ac:picMkLst>
        </pc:picChg>
      </pc:sldChg>
      <pc:sldChg chg="modSp add mod">
        <pc:chgData name="KACHOUR Maher" userId="09775c39-7739-40bf-ba04-c8ef3ab24a94" providerId="ADAL" clId="{BEAA4BC1-7FAE-4519-B624-8E6554632EBD}" dt="2021-10-14T13:49:05.350" v="368"/>
        <pc:sldMkLst>
          <pc:docMk/>
          <pc:sldMk cId="3150269305" sldId="299"/>
        </pc:sldMkLst>
        <pc:spChg chg="mod">
          <ac:chgData name="KACHOUR Maher" userId="09775c39-7739-40bf-ba04-c8ef3ab24a94" providerId="ADAL" clId="{BEAA4BC1-7FAE-4519-B624-8E6554632EBD}" dt="2021-10-14T13:47:13.463" v="302" actId="790"/>
          <ac:spMkLst>
            <pc:docMk/>
            <pc:sldMk cId="3150269305" sldId="299"/>
            <ac:spMk id="2" creationId="{FA41B47A-EB61-4D5C-864F-D1A46B853A92}"/>
          </ac:spMkLst>
        </pc:spChg>
        <pc:spChg chg="mod">
          <ac:chgData name="KACHOUR Maher" userId="09775c39-7739-40bf-ba04-c8ef3ab24a94" providerId="ADAL" clId="{BEAA4BC1-7FAE-4519-B624-8E6554632EBD}" dt="2021-10-14T13:49:05.350" v="368"/>
          <ac:spMkLst>
            <pc:docMk/>
            <pc:sldMk cId="3150269305" sldId="299"/>
            <ac:spMk id="3" creationId="{5B3F578E-58E2-4F8D-B15B-FE1473B5FFFC}"/>
          </ac:spMkLst>
        </pc:spChg>
        <pc:graphicFrameChg chg="mod modGraphic">
          <ac:chgData name="KACHOUR Maher" userId="09775c39-7739-40bf-ba04-c8ef3ab24a94" providerId="ADAL" clId="{BEAA4BC1-7FAE-4519-B624-8E6554632EBD}" dt="2021-10-14T13:47:55.533" v="314" actId="1076"/>
          <ac:graphicFrameMkLst>
            <pc:docMk/>
            <pc:sldMk cId="3150269305" sldId="299"/>
            <ac:graphicFrameMk id="4" creationId="{9BFD17B1-4CF9-46F2-8F3B-77E550FEA4BD}"/>
          </ac:graphicFrameMkLst>
        </pc:graphicFrameChg>
      </pc:sldChg>
      <pc:sldChg chg="addSp delSp modSp add mod">
        <pc:chgData name="KACHOUR Maher" userId="09775c39-7739-40bf-ba04-c8ef3ab24a94" providerId="ADAL" clId="{BEAA4BC1-7FAE-4519-B624-8E6554632EBD}" dt="2021-10-14T13:56:32.641" v="374" actId="14100"/>
        <pc:sldMkLst>
          <pc:docMk/>
          <pc:sldMk cId="4273408305" sldId="300"/>
        </pc:sldMkLst>
        <pc:spChg chg="mod">
          <ac:chgData name="KACHOUR Maher" userId="09775c39-7739-40bf-ba04-c8ef3ab24a94" providerId="ADAL" clId="{BEAA4BC1-7FAE-4519-B624-8E6554632EBD}" dt="2021-10-14T13:55:49.681" v="371"/>
          <ac:spMkLst>
            <pc:docMk/>
            <pc:sldMk cId="4273408305" sldId="300"/>
            <ac:spMk id="3" creationId="{F63BDC8B-3BBE-45AA-AA92-F1E6DF4DDD1A}"/>
          </ac:spMkLst>
        </pc:spChg>
        <pc:picChg chg="add mod">
          <ac:chgData name="KACHOUR Maher" userId="09775c39-7739-40bf-ba04-c8ef3ab24a94" providerId="ADAL" clId="{BEAA4BC1-7FAE-4519-B624-8E6554632EBD}" dt="2021-10-14T13:56:32.641" v="374" actId="14100"/>
          <ac:picMkLst>
            <pc:docMk/>
            <pc:sldMk cId="4273408305" sldId="300"/>
            <ac:picMk id="5" creationId="{FB335443-DCBE-4264-B6C4-C37BAD9C03F2}"/>
          </ac:picMkLst>
        </pc:picChg>
        <pc:picChg chg="del">
          <ac:chgData name="KACHOUR Maher" userId="09775c39-7739-40bf-ba04-c8ef3ab24a94" providerId="ADAL" clId="{BEAA4BC1-7FAE-4519-B624-8E6554632EBD}" dt="2021-10-14T13:54:58.792" v="370" actId="478"/>
          <ac:picMkLst>
            <pc:docMk/>
            <pc:sldMk cId="4273408305" sldId="300"/>
            <ac:picMk id="6" creationId="{9584B911-4480-4EFF-B420-4791E5E0EC50}"/>
          </ac:picMkLst>
        </pc:picChg>
      </pc:sldChg>
    </pc:docChg>
  </pc:docChgLst>
  <pc:docChgLst>
    <pc:chgData name="KACHOUR Maher" userId="09775c39-7739-40bf-ba04-c8ef3ab24a94" providerId="ADAL" clId="{62A78C8E-088D-42D6-A319-D2B885105629}"/>
    <pc:docChg chg="custSel addSld delSld modSld sldOrd">
      <pc:chgData name="KACHOUR Maher" userId="09775c39-7739-40bf-ba04-c8ef3ab24a94" providerId="ADAL" clId="{62A78C8E-088D-42D6-A319-D2B885105629}" dt="2021-10-14T14:06:45.985" v="48" actId="47"/>
      <pc:docMkLst>
        <pc:docMk/>
      </pc:docMkLst>
      <pc:sldChg chg="del">
        <pc:chgData name="KACHOUR Maher" userId="09775c39-7739-40bf-ba04-c8ef3ab24a94" providerId="ADAL" clId="{62A78C8E-088D-42D6-A319-D2B885105629}" dt="2021-10-14T14:06:01.938" v="30" actId="47"/>
        <pc:sldMkLst>
          <pc:docMk/>
          <pc:sldMk cId="1005798455" sldId="280"/>
        </pc:sldMkLst>
      </pc:sldChg>
      <pc:sldChg chg="del">
        <pc:chgData name="KACHOUR Maher" userId="09775c39-7739-40bf-ba04-c8ef3ab24a94" providerId="ADAL" clId="{62A78C8E-088D-42D6-A319-D2B885105629}" dt="2021-10-14T14:06:24.091" v="39" actId="47"/>
        <pc:sldMkLst>
          <pc:docMk/>
          <pc:sldMk cId="3162437538" sldId="282"/>
        </pc:sldMkLst>
      </pc:sldChg>
      <pc:sldChg chg="del">
        <pc:chgData name="KACHOUR Maher" userId="09775c39-7739-40bf-ba04-c8ef3ab24a94" providerId="ADAL" clId="{62A78C8E-088D-42D6-A319-D2B885105629}" dt="2021-10-14T14:06:26.482" v="40" actId="47"/>
        <pc:sldMkLst>
          <pc:docMk/>
          <pc:sldMk cId="34925008" sldId="283"/>
        </pc:sldMkLst>
      </pc:sldChg>
      <pc:sldChg chg="del">
        <pc:chgData name="KACHOUR Maher" userId="09775c39-7739-40bf-ba04-c8ef3ab24a94" providerId="ADAL" clId="{62A78C8E-088D-42D6-A319-D2B885105629}" dt="2021-10-14T14:06:36.057" v="44" actId="47"/>
        <pc:sldMkLst>
          <pc:docMk/>
          <pc:sldMk cId="1991513961" sldId="288"/>
        </pc:sldMkLst>
      </pc:sldChg>
      <pc:sldChg chg="del">
        <pc:chgData name="KACHOUR Maher" userId="09775c39-7739-40bf-ba04-c8ef3ab24a94" providerId="ADAL" clId="{62A78C8E-088D-42D6-A319-D2B885105629}" dt="2021-10-14T14:06:45.985" v="48" actId="47"/>
        <pc:sldMkLst>
          <pc:docMk/>
          <pc:sldMk cId="2034375299" sldId="289"/>
        </pc:sldMkLst>
      </pc:sldChg>
      <pc:sldChg chg="del">
        <pc:chgData name="KACHOUR Maher" userId="09775c39-7739-40bf-ba04-c8ef3ab24a94" providerId="ADAL" clId="{62A78C8E-088D-42D6-A319-D2B885105629}" dt="2021-10-14T14:05:11.921" v="11" actId="47"/>
        <pc:sldMkLst>
          <pc:docMk/>
          <pc:sldMk cId="3230167694" sldId="290"/>
        </pc:sldMkLst>
      </pc:sldChg>
      <pc:sldChg chg="del">
        <pc:chgData name="KACHOUR Maher" userId="09775c39-7739-40bf-ba04-c8ef3ab24a94" providerId="ADAL" clId="{62A78C8E-088D-42D6-A319-D2B885105629}" dt="2021-10-14T14:05:14.328" v="12" actId="47"/>
        <pc:sldMkLst>
          <pc:docMk/>
          <pc:sldMk cId="3172704546" sldId="291"/>
        </pc:sldMkLst>
      </pc:sldChg>
      <pc:sldChg chg="del">
        <pc:chgData name="KACHOUR Maher" userId="09775c39-7739-40bf-ba04-c8ef3ab24a94" providerId="ADAL" clId="{62A78C8E-088D-42D6-A319-D2B885105629}" dt="2021-10-14T14:05:37.405" v="20" actId="47"/>
        <pc:sldMkLst>
          <pc:docMk/>
          <pc:sldMk cId="2124052879" sldId="295"/>
        </pc:sldMkLst>
      </pc:sldChg>
      <pc:sldChg chg="del">
        <pc:chgData name="KACHOUR Maher" userId="09775c39-7739-40bf-ba04-c8ef3ab24a94" providerId="ADAL" clId="{62A78C8E-088D-42D6-A319-D2B885105629}" dt="2021-10-14T14:05:43.283" v="22" actId="47"/>
        <pc:sldMkLst>
          <pc:docMk/>
          <pc:sldMk cId="3573732356" sldId="296"/>
        </pc:sldMkLst>
      </pc:sldChg>
      <pc:sldChg chg="del">
        <pc:chgData name="KACHOUR Maher" userId="09775c39-7739-40bf-ba04-c8ef3ab24a94" providerId="ADAL" clId="{62A78C8E-088D-42D6-A319-D2B885105629}" dt="2021-10-14T14:06:01.038" v="29" actId="47"/>
        <pc:sldMkLst>
          <pc:docMk/>
          <pc:sldMk cId="4267137901" sldId="298"/>
        </pc:sldMkLst>
      </pc:sldChg>
      <pc:sldChg chg="addSp delSp modSp new mod">
        <pc:chgData name="KACHOUR Maher" userId="09775c39-7739-40bf-ba04-c8ef3ab24a94" providerId="ADAL" clId="{62A78C8E-088D-42D6-A319-D2B885105629}" dt="2021-10-14T14:05:00.262" v="7" actId="208"/>
        <pc:sldMkLst>
          <pc:docMk/>
          <pc:sldMk cId="1678193593" sldId="301"/>
        </pc:sldMkLst>
        <pc:spChg chg="mod">
          <ac:chgData name="KACHOUR Maher" userId="09775c39-7739-40bf-ba04-c8ef3ab24a94" providerId="ADAL" clId="{62A78C8E-088D-42D6-A319-D2B885105629}" dt="2021-10-14T14:04:42.100" v="4" actId="20577"/>
          <ac:spMkLst>
            <pc:docMk/>
            <pc:sldMk cId="1678193593" sldId="301"/>
            <ac:spMk id="2" creationId="{EB177E9E-3AF1-41BA-9DEF-F7C7ABBC075E}"/>
          </ac:spMkLst>
        </pc:spChg>
        <pc:spChg chg="del">
          <ac:chgData name="KACHOUR Maher" userId="09775c39-7739-40bf-ba04-c8ef3ab24a94" providerId="ADAL" clId="{62A78C8E-088D-42D6-A319-D2B885105629}" dt="2021-10-14T14:04:46.627" v="5" actId="478"/>
          <ac:spMkLst>
            <pc:docMk/>
            <pc:sldMk cId="1678193593" sldId="301"/>
            <ac:spMk id="3" creationId="{09457E34-EDF1-40E9-B369-D33A9F1A02B7}"/>
          </ac:spMkLst>
        </pc:spChg>
        <pc:spChg chg="add mod">
          <ac:chgData name="KACHOUR Maher" userId="09775c39-7739-40bf-ba04-c8ef3ab24a94" providerId="ADAL" clId="{62A78C8E-088D-42D6-A319-D2B885105629}" dt="2021-10-14T14:05:00.262" v="7" actId="208"/>
          <ac:spMkLst>
            <pc:docMk/>
            <pc:sldMk cId="1678193593" sldId="301"/>
            <ac:spMk id="4" creationId="{1371EEB3-1473-4160-BB7E-CF41C8A0B696}"/>
          </ac:spMkLst>
        </pc:spChg>
      </pc:sldChg>
      <pc:sldChg chg="add ord">
        <pc:chgData name="KACHOUR Maher" userId="09775c39-7739-40bf-ba04-c8ef3ab24a94" providerId="ADAL" clId="{62A78C8E-088D-42D6-A319-D2B885105629}" dt="2021-10-14T14:05:09.684" v="10"/>
        <pc:sldMkLst>
          <pc:docMk/>
          <pc:sldMk cId="4052938209" sldId="302"/>
        </pc:sldMkLst>
      </pc:sldChg>
      <pc:sldChg chg="add">
        <pc:chgData name="KACHOUR Maher" userId="09775c39-7739-40bf-ba04-c8ef3ab24a94" providerId="ADAL" clId="{62A78C8E-088D-42D6-A319-D2B885105629}" dt="2021-10-14T14:05:17.594" v="13" actId="2890"/>
        <pc:sldMkLst>
          <pc:docMk/>
          <pc:sldMk cId="2570732821" sldId="303"/>
        </pc:sldMkLst>
      </pc:sldChg>
      <pc:sldChg chg="add ord">
        <pc:chgData name="KACHOUR Maher" userId="09775c39-7739-40bf-ba04-c8ef3ab24a94" providerId="ADAL" clId="{62A78C8E-088D-42D6-A319-D2B885105629}" dt="2021-10-14T14:05:23.123" v="16"/>
        <pc:sldMkLst>
          <pc:docMk/>
          <pc:sldMk cId="382072036" sldId="304"/>
        </pc:sldMkLst>
      </pc:sldChg>
      <pc:sldChg chg="add ord">
        <pc:chgData name="KACHOUR Maher" userId="09775c39-7739-40bf-ba04-c8ef3ab24a94" providerId="ADAL" clId="{62A78C8E-088D-42D6-A319-D2B885105629}" dt="2021-10-14T14:05:35.744" v="19"/>
        <pc:sldMkLst>
          <pc:docMk/>
          <pc:sldMk cId="3385886869" sldId="305"/>
        </pc:sldMkLst>
      </pc:sldChg>
      <pc:sldChg chg="add">
        <pc:chgData name="KACHOUR Maher" userId="09775c39-7739-40bf-ba04-c8ef3ab24a94" providerId="ADAL" clId="{62A78C8E-088D-42D6-A319-D2B885105629}" dt="2021-10-14T14:05:41.375" v="21" actId="2890"/>
        <pc:sldMkLst>
          <pc:docMk/>
          <pc:sldMk cId="2892731072" sldId="306"/>
        </pc:sldMkLst>
      </pc:sldChg>
      <pc:sldChg chg="add ord">
        <pc:chgData name="KACHOUR Maher" userId="09775c39-7739-40bf-ba04-c8ef3ab24a94" providerId="ADAL" clId="{62A78C8E-088D-42D6-A319-D2B885105629}" dt="2021-10-14T14:05:51.207" v="25"/>
        <pc:sldMkLst>
          <pc:docMk/>
          <pc:sldMk cId="132767462" sldId="307"/>
        </pc:sldMkLst>
      </pc:sldChg>
      <pc:sldChg chg="add ord">
        <pc:chgData name="KACHOUR Maher" userId="09775c39-7739-40bf-ba04-c8ef3ab24a94" providerId="ADAL" clId="{62A78C8E-088D-42D6-A319-D2B885105629}" dt="2021-10-14T14:05:56.576" v="28"/>
        <pc:sldMkLst>
          <pc:docMk/>
          <pc:sldMk cId="1372255544" sldId="308"/>
        </pc:sldMkLst>
      </pc:sldChg>
      <pc:sldChg chg="add ord">
        <pc:chgData name="KACHOUR Maher" userId="09775c39-7739-40bf-ba04-c8ef3ab24a94" providerId="ADAL" clId="{62A78C8E-088D-42D6-A319-D2B885105629}" dt="2021-10-14T14:06:07.605" v="33"/>
        <pc:sldMkLst>
          <pc:docMk/>
          <pc:sldMk cId="2368958057" sldId="309"/>
        </pc:sldMkLst>
      </pc:sldChg>
      <pc:sldChg chg="add">
        <pc:chgData name="KACHOUR Maher" userId="09775c39-7739-40bf-ba04-c8ef3ab24a94" providerId="ADAL" clId="{62A78C8E-088D-42D6-A319-D2B885105629}" dt="2021-10-14T14:06:09.841" v="34" actId="2890"/>
        <pc:sldMkLst>
          <pc:docMk/>
          <pc:sldMk cId="1990609445" sldId="310"/>
        </pc:sldMkLst>
      </pc:sldChg>
      <pc:sldChg chg="add ord">
        <pc:chgData name="KACHOUR Maher" userId="09775c39-7739-40bf-ba04-c8ef3ab24a94" providerId="ADAL" clId="{62A78C8E-088D-42D6-A319-D2B885105629}" dt="2021-10-14T14:06:15.512" v="37"/>
        <pc:sldMkLst>
          <pc:docMk/>
          <pc:sldMk cId="1296806268" sldId="311"/>
        </pc:sldMkLst>
      </pc:sldChg>
      <pc:sldChg chg="add">
        <pc:chgData name="KACHOUR Maher" userId="09775c39-7739-40bf-ba04-c8ef3ab24a94" providerId="ADAL" clId="{62A78C8E-088D-42D6-A319-D2B885105629}" dt="2021-10-14T14:06:21.839" v="38" actId="2890"/>
        <pc:sldMkLst>
          <pc:docMk/>
          <pc:sldMk cId="377760979" sldId="312"/>
        </pc:sldMkLst>
      </pc:sldChg>
      <pc:sldChg chg="add ord">
        <pc:chgData name="KACHOUR Maher" userId="09775c39-7739-40bf-ba04-c8ef3ab24a94" providerId="ADAL" clId="{62A78C8E-088D-42D6-A319-D2B885105629}" dt="2021-10-14T14:06:33.921" v="43"/>
        <pc:sldMkLst>
          <pc:docMk/>
          <pc:sldMk cId="1810311830" sldId="313"/>
        </pc:sldMkLst>
      </pc:sldChg>
      <pc:sldChg chg="add ord">
        <pc:chgData name="KACHOUR Maher" userId="09775c39-7739-40bf-ba04-c8ef3ab24a94" providerId="ADAL" clId="{62A78C8E-088D-42D6-A319-D2B885105629}" dt="2021-10-14T14:06:43.902" v="47"/>
        <pc:sldMkLst>
          <pc:docMk/>
          <pc:sldMk cId="1971902809" sldId="314"/>
        </pc:sldMkLst>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p:cNvSpPr>
            <a:spLocks noGrp="1"/>
          </p:cNvSpPr>
          <p:nvPr>
            <p:ph type="ctrTitle"/>
          </p:nvPr>
        </p:nvSpPr>
        <p:spPr>
          <a:xfrm>
            <a:off x="685800" y="2130425"/>
            <a:ext cx="7772400" cy="1470025"/>
          </a:xfrm>
        </p:spPr>
        <p:txBody>
          <a:bodyPr/>
          <a:lstStyle/>
          <a:p>
            <a:r>
              <a:rPr lang="fr-FR"/>
              <a:t>Modifiez le style du titre</a:t>
            </a:r>
          </a:p>
        </p:txBody>
      </p:sp>
      <p:sp>
        <p:nvSpPr>
          <p:cNvPr id="3" name="Sous-titr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r-FR"/>
              <a:t>Modifier le style des sous-titres du masque</a:t>
            </a:r>
          </a:p>
        </p:txBody>
      </p:sp>
      <p:sp>
        <p:nvSpPr>
          <p:cNvPr id="4" name="Espace réservé de la date 3"/>
          <p:cNvSpPr>
            <a:spLocks noGrp="1"/>
          </p:cNvSpPr>
          <p:nvPr>
            <p:ph type="dt" sz="half" idx="10"/>
          </p:nvPr>
        </p:nvSpPr>
        <p:spPr/>
        <p:txBody>
          <a:bodyPr/>
          <a:lstStyle/>
          <a:p>
            <a:fld id="{73302334-7E8B-4320-A1E2-4B05AC15A670}" type="datetimeFigureOut">
              <a:rPr lang="fr-FR" smtClean="0"/>
              <a:pPr/>
              <a:t>17/07/2026</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108582E2-60D7-40E7-AECB-CED9E7320F8D}" type="slidenum">
              <a:rPr lang="fr-FR" smtClean="0"/>
              <a:pPr/>
              <a:t>‹#›</a:t>
            </a:fld>
            <a:endParaRPr lang="fr-F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u contenu 2"/>
          <p:cNvSpPr>
            <a:spLocks noGrp="1"/>
          </p:cNvSpPr>
          <p:nvPr>
            <p:ph idx="1"/>
          </p:nvPr>
        </p:nvSpPr>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10"/>
          </p:nvPr>
        </p:nvSpPr>
        <p:spPr/>
        <p:txBody>
          <a:bodyPr/>
          <a:lstStyle/>
          <a:p>
            <a:fld id="{73302334-7E8B-4320-A1E2-4B05AC15A670}" type="datetimeFigureOut">
              <a:rPr lang="fr-FR" smtClean="0"/>
              <a:pPr/>
              <a:t>17/07/2026</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108582E2-60D7-40E7-AECB-CED9E7320F8D}" type="slidenum">
              <a:rPr lang="fr-FR" smtClean="0"/>
              <a:pPr/>
              <a:t>‹#›</a:t>
            </a:fld>
            <a:endParaRPr lang="fr-F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p:cNvSpPr>
            <a:spLocks noGrp="1"/>
          </p:cNvSpPr>
          <p:nvPr>
            <p:ph type="title"/>
          </p:nvPr>
        </p:nvSpPr>
        <p:spPr>
          <a:xfrm>
            <a:off x="722313" y="4406900"/>
            <a:ext cx="7772400" cy="1362075"/>
          </a:xfrm>
        </p:spPr>
        <p:txBody>
          <a:bodyPr anchor="t"/>
          <a:lstStyle>
            <a:lvl1pPr algn="l">
              <a:defRPr sz="4000" b="1" cap="all"/>
            </a:lvl1pPr>
          </a:lstStyle>
          <a:p>
            <a:r>
              <a:rPr lang="fr-FR"/>
              <a:t>Modifiez le style du titre</a:t>
            </a:r>
          </a:p>
        </p:txBody>
      </p:sp>
      <p:sp>
        <p:nvSpPr>
          <p:cNvPr id="3" name="Espace réservé du texte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a:t>Modifier les styles du texte du masque</a:t>
            </a:r>
          </a:p>
        </p:txBody>
      </p:sp>
      <p:sp>
        <p:nvSpPr>
          <p:cNvPr id="4" name="Espace réservé de la date 3"/>
          <p:cNvSpPr>
            <a:spLocks noGrp="1"/>
          </p:cNvSpPr>
          <p:nvPr>
            <p:ph type="dt" sz="half" idx="10"/>
          </p:nvPr>
        </p:nvSpPr>
        <p:spPr/>
        <p:txBody>
          <a:bodyPr/>
          <a:lstStyle/>
          <a:p>
            <a:fld id="{73302334-7E8B-4320-A1E2-4B05AC15A670}" type="datetimeFigureOut">
              <a:rPr lang="fr-FR" smtClean="0"/>
              <a:pPr/>
              <a:t>17/07/2026</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108582E2-60D7-40E7-AECB-CED9E7320F8D}" type="slidenum">
              <a:rPr lang="fr-FR" smtClean="0"/>
              <a:pPr/>
              <a:t>‹#›</a:t>
            </a:fld>
            <a:endParaRPr lang="fr-F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u contenu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e la date 4"/>
          <p:cNvSpPr>
            <a:spLocks noGrp="1"/>
          </p:cNvSpPr>
          <p:nvPr>
            <p:ph type="dt" sz="half" idx="10"/>
          </p:nvPr>
        </p:nvSpPr>
        <p:spPr/>
        <p:txBody>
          <a:bodyPr/>
          <a:lstStyle/>
          <a:p>
            <a:fld id="{73302334-7E8B-4320-A1E2-4B05AC15A670}" type="datetimeFigureOut">
              <a:rPr lang="fr-FR" smtClean="0"/>
              <a:pPr/>
              <a:t>17/07/2026</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108582E2-60D7-40E7-AECB-CED9E7320F8D}" type="slidenum">
              <a:rPr lang="fr-FR" smtClean="0"/>
              <a:pPr/>
              <a:t>‹#›</a:t>
            </a:fld>
            <a:endParaRPr lang="fr-F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lvl1pPr>
              <a:defRPr/>
            </a:lvl1pPr>
          </a:lstStyle>
          <a:p>
            <a:r>
              <a:rPr lang="fr-FR"/>
              <a:t>Modifiez le style du titre</a:t>
            </a:r>
          </a:p>
        </p:txBody>
      </p:sp>
      <p:sp>
        <p:nvSpPr>
          <p:cNvPr id="3" name="Espace réservé du texte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Modifier les styles du texte du masque</a:t>
            </a:r>
          </a:p>
        </p:txBody>
      </p:sp>
      <p:sp>
        <p:nvSpPr>
          <p:cNvPr id="4" name="Espace réservé du contenu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Modifier les styles du texte du masque</a:t>
            </a:r>
          </a:p>
        </p:txBody>
      </p:sp>
      <p:sp>
        <p:nvSpPr>
          <p:cNvPr id="6" name="Espace réservé du contenu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Espace réservé de la date 6"/>
          <p:cNvSpPr>
            <a:spLocks noGrp="1"/>
          </p:cNvSpPr>
          <p:nvPr>
            <p:ph type="dt" sz="half" idx="10"/>
          </p:nvPr>
        </p:nvSpPr>
        <p:spPr/>
        <p:txBody>
          <a:bodyPr/>
          <a:lstStyle/>
          <a:p>
            <a:fld id="{73302334-7E8B-4320-A1E2-4B05AC15A670}" type="datetimeFigureOut">
              <a:rPr lang="fr-FR" smtClean="0"/>
              <a:pPr/>
              <a:t>17/07/2026</a:t>
            </a:fld>
            <a:endParaRPr lang="fr-FR"/>
          </a:p>
        </p:txBody>
      </p:sp>
      <p:sp>
        <p:nvSpPr>
          <p:cNvPr id="8" name="Espace réservé du pied de page 7"/>
          <p:cNvSpPr>
            <a:spLocks noGrp="1"/>
          </p:cNvSpPr>
          <p:nvPr>
            <p:ph type="ftr" sz="quarter" idx="11"/>
          </p:nvPr>
        </p:nvSpPr>
        <p:spPr/>
        <p:txBody>
          <a:bodyPr/>
          <a:lstStyle/>
          <a:p>
            <a:endParaRPr lang="fr-FR"/>
          </a:p>
        </p:txBody>
      </p:sp>
      <p:sp>
        <p:nvSpPr>
          <p:cNvPr id="9" name="Espace réservé du numéro de diapositive 8"/>
          <p:cNvSpPr>
            <a:spLocks noGrp="1"/>
          </p:cNvSpPr>
          <p:nvPr>
            <p:ph type="sldNum" sz="quarter" idx="12"/>
          </p:nvPr>
        </p:nvSpPr>
        <p:spPr/>
        <p:txBody>
          <a:bodyPr/>
          <a:lstStyle/>
          <a:p>
            <a:fld id="{108582E2-60D7-40E7-AECB-CED9E7320F8D}" type="slidenum">
              <a:rPr lang="fr-FR" smtClean="0"/>
              <a:pPr/>
              <a:t>‹#›</a:t>
            </a:fld>
            <a:endParaRPr lang="fr-F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e la date 2"/>
          <p:cNvSpPr>
            <a:spLocks noGrp="1"/>
          </p:cNvSpPr>
          <p:nvPr>
            <p:ph type="dt" sz="half" idx="10"/>
          </p:nvPr>
        </p:nvSpPr>
        <p:spPr/>
        <p:txBody>
          <a:bodyPr/>
          <a:lstStyle/>
          <a:p>
            <a:fld id="{73302334-7E8B-4320-A1E2-4B05AC15A670}" type="datetimeFigureOut">
              <a:rPr lang="fr-FR" smtClean="0"/>
              <a:pPr/>
              <a:t>17/07/2026</a:t>
            </a:fld>
            <a:endParaRPr lang="fr-FR"/>
          </a:p>
        </p:txBody>
      </p:sp>
      <p:sp>
        <p:nvSpPr>
          <p:cNvPr id="4" name="Espace réservé du pied de page 3"/>
          <p:cNvSpPr>
            <a:spLocks noGrp="1"/>
          </p:cNvSpPr>
          <p:nvPr>
            <p:ph type="ftr" sz="quarter" idx="11"/>
          </p:nvPr>
        </p:nvSpPr>
        <p:spPr/>
        <p:txBody>
          <a:bodyPr/>
          <a:lstStyle/>
          <a:p>
            <a:endParaRPr lang="fr-FR"/>
          </a:p>
        </p:txBody>
      </p:sp>
      <p:sp>
        <p:nvSpPr>
          <p:cNvPr id="5" name="Espace réservé du numéro de diapositive 4"/>
          <p:cNvSpPr>
            <a:spLocks noGrp="1"/>
          </p:cNvSpPr>
          <p:nvPr>
            <p:ph type="sldNum" sz="quarter" idx="12"/>
          </p:nvPr>
        </p:nvSpPr>
        <p:spPr/>
        <p:txBody>
          <a:bodyPr/>
          <a:lstStyle/>
          <a:p>
            <a:fld id="{108582E2-60D7-40E7-AECB-CED9E7320F8D}" type="slidenum">
              <a:rPr lang="fr-FR" smtClean="0"/>
              <a:pPr/>
              <a:t>‹#›</a:t>
            </a:fld>
            <a:endParaRPr lang="fr-F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p:cNvSpPr>
            <a:spLocks noGrp="1"/>
          </p:cNvSpPr>
          <p:nvPr>
            <p:ph type="dt" sz="half" idx="10"/>
          </p:nvPr>
        </p:nvSpPr>
        <p:spPr/>
        <p:txBody>
          <a:bodyPr/>
          <a:lstStyle/>
          <a:p>
            <a:fld id="{73302334-7E8B-4320-A1E2-4B05AC15A670}" type="datetimeFigureOut">
              <a:rPr lang="fr-FR" smtClean="0"/>
              <a:pPr/>
              <a:t>17/07/2026</a:t>
            </a:fld>
            <a:endParaRPr lang="fr-FR"/>
          </a:p>
        </p:txBody>
      </p:sp>
      <p:sp>
        <p:nvSpPr>
          <p:cNvPr id="3" name="Espace réservé du pied de page 2"/>
          <p:cNvSpPr>
            <a:spLocks noGrp="1"/>
          </p:cNvSpPr>
          <p:nvPr>
            <p:ph type="ftr" sz="quarter" idx="11"/>
          </p:nvPr>
        </p:nvSpPr>
        <p:spPr/>
        <p:txBody>
          <a:bodyPr/>
          <a:lstStyle/>
          <a:p>
            <a:endParaRPr lang="fr-FR"/>
          </a:p>
        </p:txBody>
      </p:sp>
      <p:sp>
        <p:nvSpPr>
          <p:cNvPr id="4" name="Espace réservé du numéro de diapositive 3"/>
          <p:cNvSpPr>
            <a:spLocks noGrp="1"/>
          </p:cNvSpPr>
          <p:nvPr>
            <p:ph type="sldNum" sz="quarter" idx="12"/>
          </p:nvPr>
        </p:nvSpPr>
        <p:spPr/>
        <p:txBody>
          <a:bodyPr/>
          <a:lstStyle/>
          <a:p>
            <a:fld id="{108582E2-60D7-40E7-AECB-CED9E7320F8D}" type="slidenum">
              <a:rPr lang="fr-FR" smtClean="0"/>
              <a:pPr/>
              <a:t>‹#›</a:t>
            </a:fld>
            <a:endParaRPr lang="fr-F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457200" y="273050"/>
            <a:ext cx="3008313" cy="1162050"/>
          </a:xfrm>
        </p:spPr>
        <p:txBody>
          <a:bodyPr anchor="b"/>
          <a:lstStyle>
            <a:lvl1pPr algn="l">
              <a:defRPr sz="2000" b="1"/>
            </a:lvl1pPr>
          </a:lstStyle>
          <a:p>
            <a:r>
              <a:rPr lang="fr-FR"/>
              <a:t>Modifiez le style du titre</a:t>
            </a:r>
          </a:p>
        </p:txBody>
      </p:sp>
      <p:sp>
        <p:nvSpPr>
          <p:cNvPr id="3" name="Espace réservé du contenu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Modifier les styles du texte du masque</a:t>
            </a:r>
          </a:p>
        </p:txBody>
      </p:sp>
      <p:sp>
        <p:nvSpPr>
          <p:cNvPr id="5" name="Espace réservé de la date 4"/>
          <p:cNvSpPr>
            <a:spLocks noGrp="1"/>
          </p:cNvSpPr>
          <p:nvPr>
            <p:ph type="dt" sz="half" idx="10"/>
          </p:nvPr>
        </p:nvSpPr>
        <p:spPr/>
        <p:txBody>
          <a:bodyPr/>
          <a:lstStyle/>
          <a:p>
            <a:fld id="{73302334-7E8B-4320-A1E2-4B05AC15A670}" type="datetimeFigureOut">
              <a:rPr lang="fr-FR" smtClean="0"/>
              <a:pPr/>
              <a:t>17/07/2026</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108582E2-60D7-40E7-AECB-CED9E7320F8D}" type="slidenum">
              <a:rPr lang="fr-FR" smtClean="0"/>
              <a:pPr/>
              <a:t>‹#›</a:t>
            </a:fld>
            <a:endParaRPr lang="fr-F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1792288" y="4800600"/>
            <a:ext cx="5486400" cy="566738"/>
          </a:xfrm>
        </p:spPr>
        <p:txBody>
          <a:bodyPr anchor="b"/>
          <a:lstStyle>
            <a:lvl1pPr algn="l">
              <a:defRPr sz="2000" b="1"/>
            </a:lvl1pPr>
          </a:lstStyle>
          <a:p>
            <a:r>
              <a:rPr lang="fr-FR"/>
              <a:t>Modifiez le style du titre</a:t>
            </a:r>
          </a:p>
        </p:txBody>
      </p:sp>
      <p:sp>
        <p:nvSpPr>
          <p:cNvPr id="3" name="Espace réservé pour une image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r-FR"/>
              <a:t>Cliquez sur l'icône pour ajouter une image</a:t>
            </a:r>
          </a:p>
        </p:txBody>
      </p:sp>
      <p:sp>
        <p:nvSpPr>
          <p:cNvPr id="4" name="Espace réservé du texte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Modifier les styles du texte du masque</a:t>
            </a:r>
          </a:p>
        </p:txBody>
      </p:sp>
      <p:sp>
        <p:nvSpPr>
          <p:cNvPr id="5" name="Espace réservé de la date 4"/>
          <p:cNvSpPr>
            <a:spLocks noGrp="1"/>
          </p:cNvSpPr>
          <p:nvPr>
            <p:ph type="dt" sz="half" idx="10"/>
          </p:nvPr>
        </p:nvSpPr>
        <p:spPr/>
        <p:txBody>
          <a:bodyPr/>
          <a:lstStyle/>
          <a:p>
            <a:fld id="{73302334-7E8B-4320-A1E2-4B05AC15A670}" type="datetimeFigureOut">
              <a:rPr lang="fr-FR" smtClean="0"/>
              <a:pPr/>
              <a:t>17/07/2026</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108582E2-60D7-40E7-AECB-CED9E7320F8D}" type="slidenum">
              <a:rPr lang="fr-FR" smtClean="0"/>
              <a:pPr/>
              <a:t>‹#›</a:t>
            </a:fld>
            <a:endParaRPr lang="fr-F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u texte vertical 2"/>
          <p:cNvSpPr>
            <a:spLocks noGrp="1"/>
          </p:cNvSpPr>
          <p:nvPr>
            <p:ph type="body" orient="vert" idx="1"/>
          </p:nvPr>
        </p:nvSpPr>
        <p:spPr/>
        <p:txBody>
          <a:bodyPr vert="eaVert"/>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10"/>
          </p:nvPr>
        </p:nvSpPr>
        <p:spPr/>
        <p:txBody>
          <a:bodyPr/>
          <a:lstStyle/>
          <a:p>
            <a:fld id="{73302334-7E8B-4320-A1E2-4B05AC15A670}" type="datetimeFigureOut">
              <a:rPr lang="fr-FR" smtClean="0"/>
              <a:pPr/>
              <a:t>17/07/2026</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108582E2-60D7-40E7-AECB-CED9E7320F8D}" type="slidenum">
              <a:rPr lang="fr-FR" smtClean="0"/>
              <a:pPr/>
              <a:t>‹#›</a:t>
            </a:fld>
            <a:endParaRPr lang="fr-F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p:cNvSpPr>
            <a:spLocks noGrp="1"/>
          </p:cNvSpPr>
          <p:nvPr>
            <p:ph type="title" orient="vert"/>
          </p:nvPr>
        </p:nvSpPr>
        <p:spPr>
          <a:xfrm>
            <a:off x="6629400" y="274638"/>
            <a:ext cx="2057400" cy="5851525"/>
          </a:xfrm>
        </p:spPr>
        <p:txBody>
          <a:bodyPr vert="eaVert"/>
          <a:lstStyle/>
          <a:p>
            <a:r>
              <a:rPr lang="fr-FR"/>
              <a:t>Modifiez le style du titre</a:t>
            </a:r>
          </a:p>
        </p:txBody>
      </p:sp>
      <p:sp>
        <p:nvSpPr>
          <p:cNvPr id="3" name="Espace réservé du texte vertical 2"/>
          <p:cNvSpPr>
            <a:spLocks noGrp="1"/>
          </p:cNvSpPr>
          <p:nvPr>
            <p:ph type="body" orient="vert" idx="1"/>
          </p:nvPr>
        </p:nvSpPr>
        <p:spPr>
          <a:xfrm>
            <a:off x="457200" y="274638"/>
            <a:ext cx="6019800" cy="5851525"/>
          </a:xfrm>
        </p:spPr>
        <p:txBody>
          <a:bodyPr vert="eaVert"/>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10"/>
          </p:nvPr>
        </p:nvSpPr>
        <p:spPr/>
        <p:txBody>
          <a:bodyPr/>
          <a:lstStyle/>
          <a:p>
            <a:fld id="{73302334-7E8B-4320-A1E2-4B05AC15A670}" type="datetimeFigureOut">
              <a:rPr lang="fr-FR" smtClean="0"/>
              <a:pPr/>
              <a:t>17/07/2026</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108582E2-60D7-40E7-AECB-CED9E7320F8D}" type="slidenum">
              <a:rPr lang="fr-FR" smtClean="0"/>
              <a:pPr/>
              <a:t>‹#›</a:t>
            </a:fld>
            <a:endParaRPr lang="fr-F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fr-FR"/>
              <a:t>Cliquez pour modifier le style du titre</a:t>
            </a:r>
          </a:p>
        </p:txBody>
      </p:sp>
      <p:sp>
        <p:nvSpPr>
          <p:cNvPr id="3" name="Espace réservé du texte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3302334-7E8B-4320-A1E2-4B05AC15A670}" type="datetimeFigureOut">
              <a:rPr lang="fr-FR" smtClean="0"/>
              <a:pPr/>
              <a:t>17/07/2026</a:t>
            </a:fld>
            <a:endParaRPr lang="fr-FR"/>
          </a:p>
        </p:txBody>
      </p:sp>
      <p:sp>
        <p:nvSpPr>
          <p:cNvPr id="5" name="Espace réservé du pied de page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fr-FR"/>
          </a:p>
        </p:txBody>
      </p:sp>
      <p:sp>
        <p:nvSpPr>
          <p:cNvPr id="6" name="Espace réservé du numéro de diapositive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08582E2-60D7-40E7-AECB-CED9E7320F8D}" type="slidenum">
              <a:rPr lang="fr-FR" smtClean="0"/>
              <a:pPr/>
              <a:t>‹#›</a:t>
            </a:fld>
            <a:endParaRPr lang="fr-F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58" name="Rectangle 1457">
            <a:extLst>
              <a:ext uri="{FF2B5EF4-FFF2-40B4-BE49-F238E27FC236}">
                <a16:creationId xmlns:a16="http://schemas.microsoft.com/office/drawing/2014/main" id="{D0461F72-A27E-48C5-A99A-B5EEDA7456F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2" name="Titre 1"/>
          <p:cNvSpPr>
            <a:spLocks noGrp="1"/>
          </p:cNvSpPr>
          <p:nvPr>
            <p:ph type="ctrTitle"/>
          </p:nvPr>
        </p:nvSpPr>
        <p:spPr>
          <a:xfrm>
            <a:off x="1143000" y="2814498"/>
            <a:ext cx="6858000" cy="1748373"/>
          </a:xfrm>
        </p:spPr>
        <p:txBody>
          <a:bodyPr>
            <a:noAutofit/>
          </a:bodyPr>
          <a:lstStyle/>
          <a:p>
            <a:r>
              <a:rPr lang="en-AU" sz="8000" b="1" dirty="0">
                <a:latin typeface="Arial" panose="020B0604020202020204" pitchFamily="34" charset="0"/>
                <a:cs typeface="Arial" panose="020B0604020202020204" pitchFamily="34" charset="0"/>
              </a:rPr>
              <a:t>Description des données </a:t>
            </a:r>
          </a:p>
        </p:txBody>
      </p:sp>
      <p:sp>
        <p:nvSpPr>
          <p:cNvPr id="3" name="Sous-titre 2"/>
          <p:cNvSpPr>
            <a:spLocks noGrp="1"/>
          </p:cNvSpPr>
          <p:nvPr>
            <p:ph type="subTitle" idx="1"/>
          </p:nvPr>
        </p:nvSpPr>
        <p:spPr>
          <a:xfrm>
            <a:off x="1143000" y="5189616"/>
            <a:ext cx="6858000" cy="913864"/>
          </a:xfrm>
        </p:spPr>
        <p:txBody>
          <a:bodyPr>
            <a:noAutofit/>
          </a:bodyPr>
          <a:lstStyle/>
          <a:p>
            <a:pPr>
              <a:lnSpc>
                <a:spcPct val="90000"/>
              </a:lnSpc>
            </a:pPr>
            <a:r>
              <a:rPr lang="fr-FR" sz="2400" dirty="0">
                <a:solidFill>
                  <a:schemeClr val="tx1"/>
                </a:solidFill>
                <a:latin typeface="Arial" panose="020B0604020202020204" pitchFamily="34" charset="0"/>
                <a:cs typeface="Arial" panose="020B0604020202020204" pitchFamily="34" charset="0"/>
              </a:rPr>
              <a:t>Séance 2 </a:t>
            </a:r>
          </a:p>
          <a:p>
            <a:pPr>
              <a:lnSpc>
                <a:spcPct val="90000"/>
              </a:lnSpc>
            </a:pPr>
            <a:r>
              <a:rPr lang="fr-FR" sz="2400" dirty="0">
                <a:solidFill>
                  <a:schemeClr val="tx1"/>
                </a:solidFill>
                <a:latin typeface="Arial" panose="020B0604020202020204" pitchFamily="34" charset="0"/>
                <a:cs typeface="Arial" panose="020B0604020202020204" pitchFamily="34" charset="0"/>
              </a:rPr>
              <a:t>Mercedeh ERFANIANGHASAB </a:t>
            </a:r>
          </a:p>
          <a:p>
            <a:pPr>
              <a:lnSpc>
                <a:spcPct val="90000"/>
              </a:lnSpc>
            </a:pPr>
            <a:r>
              <a:rPr lang="fr-FR" sz="2400" dirty="0">
                <a:solidFill>
                  <a:schemeClr val="tx1"/>
                </a:solidFill>
                <a:latin typeface="Arial" panose="020B0604020202020204" pitchFamily="34" charset="0"/>
                <a:cs typeface="Arial" panose="020B0604020202020204" pitchFamily="34" charset="0"/>
              </a:rPr>
              <a:t>Jérémy CELSE</a:t>
            </a:r>
          </a:p>
        </p:txBody>
      </p:sp>
      <p:pic>
        <p:nvPicPr>
          <p:cNvPr id="5" name="Picture 4">
            <a:extLst>
              <a:ext uri="{FF2B5EF4-FFF2-40B4-BE49-F238E27FC236}">
                <a16:creationId xmlns:a16="http://schemas.microsoft.com/office/drawing/2014/main" id="{B4695C25-8726-4407-EDE0-7CB69814E27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82599" y="1144013"/>
            <a:ext cx="8178800" cy="1451737"/>
          </a:xfrm>
          <a:custGeom>
            <a:avLst/>
            <a:gdLst/>
            <a:ahLst/>
            <a:cxnLst/>
            <a:rect l="l" t="t" r="r" b="b"/>
            <a:pathLst>
              <a:path w="9143998" h="2473607">
                <a:moveTo>
                  <a:pt x="64634" y="0"/>
                </a:moveTo>
                <a:lnTo>
                  <a:pt x="9079363" y="0"/>
                </a:lnTo>
                <a:cubicBezTo>
                  <a:pt x="9115060" y="0"/>
                  <a:pt x="9143998" y="28938"/>
                  <a:pt x="9143998" y="64635"/>
                </a:cubicBezTo>
                <a:lnTo>
                  <a:pt x="9143998" y="2408972"/>
                </a:lnTo>
                <a:cubicBezTo>
                  <a:pt x="9143998" y="2444669"/>
                  <a:pt x="9115060" y="2473607"/>
                  <a:pt x="9079363" y="2473607"/>
                </a:cubicBezTo>
                <a:lnTo>
                  <a:pt x="64634" y="2473607"/>
                </a:lnTo>
                <a:cubicBezTo>
                  <a:pt x="46786" y="2473607"/>
                  <a:pt x="30627" y="2466373"/>
                  <a:pt x="18930" y="2454676"/>
                </a:cubicBezTo>
                <a:lnTo>
                  <a:pt x="0" y="2408974"/>
                </a:lnTo>
                <a:lnTo>
                  <a:pt x="0" y="64633"/>
                </a:lnTo>
                <a:lnTo>
                  <a:pt x="18930" y="18931"/>
                </a:lnTo>
                <a:cubicBezTo>
                  <a:pt x="30627" y="7235"/>
                  <a:pt x="46786" y="0"/>
                  <a:pt x="64634" y="0"/>
                </a:cubicBezTo>
                <a:close/>
              </a:path>
            </a:pathLst>
          </a:custGeom>
        </p:spPr>
      </p:pic>
      <p:sp>
        <p:nvSpPr>
          <p:cNvPr id="1460" name="Oval 1459">
            <a:extLst>
              <a:ext uri="{FF2B5EF4-FFF2-40B4-BE49-F238E27FC236}">
                <a16:creationId xmlns:a16="http://schemas.microsoft.com/office/drawing/2014/main" id="{DF382E8D-312B-4792-A211-0BDE37F6F5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74171" y="2623216"/>
            <a:ext cx="409575" cy="546100"/>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solidFill>
                <a:schemeClr val="accent5"/>
              </a:solidFill>
              <a:effectLst/>
              <a:uLnTx/>
              <a:uFillTx/>
              <a:latin typeface="Calibri" panose="020F0502020204030204"/>
              <a:ea typeface="+mn-ea"/>
              <a:cs typeface="+mn-cs"/>
            </a:endParaRPr>
          </a:p>
        </p:txBody>
      </p:sp>
      <p:sp>
        <p:nvSpPr>
          <p:cNvPr id="1462" name="Arc 1461">
            <a:extLst>
              <a:ext uri="{FF2B5EF4-FFF2-40B4-BE49-F238E27FC236}">
                <a16:creationId xmlns:a16="http://schemas.microsoft.com/office/drawing/2014/main" id="{036F9B07-02BE-4BD5-BA9D-E91B8A456BE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028904" y="361268"/>
            <a:ext cx="2240924" cy="2987899"/>
          </a:xfrm>
          <a:prstGeom prst="arc">
            <a:avLst>
              <a:gd name="adj1" fmla="val 14441841"/>
              <a:gd name="adj2" fmla="val 0"/>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440" name="TextBox 1439"/>
          <p:cNvSpPr txBox="1"/>
          <p:nvPr/>
        </p:nvSpPr>
        <p:spPr>
          <a:xfrm>
            <a:off x="411480" y="6291072"/>
            <a:ext cx="2852063" cy="215444"/>
          </a:xfrm>
          <a:prstGeom prst="rect">
            <a:avLst/>
          </a:prstGeom>
          <a:noFill/>
        </p:spPr>
        <p:txBody>
          <a:bodyPr wrap="none">
            <a:spAutoFit/>
          </a:bodyPr>
          <a:lstStyle/>
          <a:p>
            <a:pPr algn="l">
              <a:spcAft>
                <a:spcPts val="600"/>
              </a:spcAft>
              <a:defRPr sz="800">
                <a:solidFill>
                  <a:srgbClr val="595959"/>
                </a:solidFill>
              </a:defRPr>
            </a:pPr>
            <a:r>
              <a:rPr lang="en-GB" sz="800"/>
              <a:t>Mercedeh.ERFANIANGHASAB@essca.fr | jeremy.celse@essca.fr</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par>
                                <p:cTn id="8" presetID="10" presetClass="entr" presetSubtype="0" fill="hold" grpId="0" nodeType="withEffect">
                                  <p:stCondLst>
                                    <p:cond delay="2000"/>
                                  </p:stCondLst>
                                  <p:iterate type="lt">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400"/>
                                        <p:tgtEl>
                                          <p:spTgt spid="3">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2000"/>
                                  </p:stCondLst>
                                  <p:iterate type="lt">
                                    <p:tmPct val="10000"/>
                                  </p:iterate>
                                  <p:childTnLst>
                                    <p:set>
                                      <p:cBhvr>
                                        <p:cTn id="14" dur="1" fill="hold">
                                          <p:stCondLst>
                                            <p:cond delay="0"/>
                                          </p:stCondLst>
                                        </p:cTn>
                                        <p:tgtEl>
                                          <p:spTgt spid="3">
                                            <p:txEl>
                                              <p:pRg st="1" end="1"/>
                                            </p:txEl>
                                          </p:spTgt>
                                        </p:tgtEl>
                                        <p:attrNameLst>
                                          <p:attrName>style.visibility</p:attrName>
                                        </p:attrNameLst>
                                      </p:cBhvr>
                                      <p:to>
                                        <p:strVal val="visible"/>
                                      </p:to>
                                    </p:set>
                                    <p:animEffect transition="in" filter="fade">
                                      <p:cBhvr>
                                        <p:cTn id="15" dur="400"/>
                                        <p:tgtEl>
                                          <p:spTgt spid="3">
                                            <p:txEl>
                                              <p:pRg st="1" end="1"/>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2000"/>
                                  </p:stCondLst>
                                  <p:iterate type="lt">
                                    <p:tmPct val="10000"/>
                                  </p:iterate>
                                  <p:childTnLst>
                                    <p:set>
                                      <p:cBhvr>
                                        <p:cTn id="19" dur="1" fill="hold">
                                          <p:stCondLst>
                                            <p:cond delay="0"/>
                                          </p:stCondLst>
                                        </p:cTn>
                                        <p:tgtEl>
                                          <p:spTgt spid="3">
                                            <p:txEl>
                                              <p:pRg st="2" end="2"/>
                                            </p:txEl>
                                          </p:spTgt>
                                        </p:tgtEl>
                                        <p:attrNameLst>
                                          <p:attrName>style.visibility</p:attrName>
                                        </p:attrNameLst>
                                      </p:cBhvr>
                                      <p:to>
                                        <p:strVal val="visible"/>
                                      </p:to>
                                    </p:set>
                                    <p:animEffect transition="in" filter="fade">
                                      <p:cBhvr>
                                        <p:cTn id="20" dur="4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8897A50-0854-4ACC-9469-1C4B787E3B1C}"/>
              </a:ext>
            </a:extLst>
          </p:cNvPr>
          <p:cNvSpPr>
            <a:spLocks noGrp="1"/>
          </p:cNvSpPr>
          <p:nvPr>
            <p:ph type="title"/>
          </p:nvPr>
        </p:nvSpPr>
        <p:spPr/>
        <p:txBody>
          <a:bodyPr>
            <a:normAutofit fontScale="90000"/>
          </a:bodyPr>
          <a:lstStyle/>
          <a:p>
            <a:r>
              <a:rPr lang="en-ZA" b="1" dirty="0">
                <a:latin typeface="Arial" panose="020B0604020202020204" pitchFamily="34" charset="0"/>
                <a:ea typeface="Cambria" panose="02040503050406030204" pitchFamily="18" charset="0"/>
                <a:cs typeface="Arial" panose="020B0604020202020204" pitchFamily="34" charset="0"/>
              </a:rPr>
              <a:t>Représentation graphique des données</a:t>
            </a:r>
            <a:endParaRPr lang="fr-FR" b="1" dirty="0">
              <a:latin typeface="Arial" panose="020B0604020202020204" pitchFamily="34" charset="0"/>
              <a:ea typeface="Cambria" panose="02040503050406030204" pitchFamily="18" charset="0"/>
              <a:cs typeface="Arial" panose="020B0604020202020204" pitchFamily="34" charset="0"/>
            </a:endParaRPr>
          </a:p>
        </p:txBody>
      </p:sp>
      <p:sp>
        <p:nvSpPr>
          <p:cNvPr id="3" name="Espace réservé du contenu 2">
            <a:extLst>
              <a:ext uri="{FF2B5EF4-FFF2-40B4-BE49-F238E27FC236}">
                <a16:creationId xmlns:a16="http://schemas.microsoft.com/office/drawing/2014/main" id="{C79845DC-555F-44E1-9A4C-2B31A5F11871}"/>
              </a:ext>
            </a:extLst>
          </p:cNvPr>
          <p:cNvSpPr>
            <a:spLocks noGrp="1"/>
          </p:cNvSpPr>
          <p:nvPr>
            <p:ph idx="1"/>
          </p:nvPr>
        </p:nvSpPr>
        <p:spPr/>
        <p:txBody>
          <a:bodyPr>
            <a:normAutofit/>
          </a:bodyPr>
          <a:lstStyle/>
          <a:p>
            <a:pPr marL="0" indent="0">
              <a:buNone/>
            </a:pPr>
            <a:r>
              <a:rPr lang="en-US" sz="1800" dirty="0">
                <a:latin typeface="Arial" panose="020B0604020202020204" pitchFamily="34" charset="0"/>
                <a:ea typeface="Cambria" panose="02040503050406030204" pitchFamily="18" charset="0"/>
                <a:cs typeface="Arial" panose="020B0604020202020204" pitchFamily="34" charset="0"/>
              </a:rPr>
              <a:t>Cas des données issues d’une variable qualitative </a:t>
            </a:r>
            <a:r>
              <a:rPr lang="fr-FR" sz="1800" dirty="0">
                <a:latin typeface="Arial" panose="020B0604020202020204" pitchFamily="34" charset="0"/>
                <a:ea typeface="Cambria" panose="02040503050406030204" pitchFamily="18" charset="0"/>
                <a:cs typeface="Arial" panose="020B0604020202020204" pitchFamily="34" charset="0"/>
              </a:rPr>
              <a:t>:</a:t>
            </a:r>
          </a:p>
          <a:p>
            <a:pPr>
              <a:buFont typeface="Wingdings" pitchFamily="2" charset="2"/>
              <a:buChar char="§"/>
            </a:pPr>
            <a:r>
              <a:rPr lang="fr-FR" sz="1800" dirty="0">
                <a:latin typeface="Arial" panose="020B0604020202020204" pitchFamily="34" charset="0"/>
                <a:ea typeface="Cambria" panose="02040503050406030204" pitchFamily="18" charset="0"/>
                <a:cs typeface="Arial" panose="020B0604020202020204" pitchFamily="34" charset="0"/>
              </a:rPr>
              <a:t> Le diagramme en barres </a:t>
            </a:r>
          </a:p>
          <a:p>
            <a:pPr>
              <a:buFont typeface="Wingdings" panose="05000000000000000000" pitchFamily="2" charset="2"/>
              <a:buChar char="q"/>
            </a:pPr>
            <a:endParaRPr lang="fr-FR" sz="1800" dirty="0">
              <a:latin typeface="Arial" panose="020B0604020202020204" pitchFamily="34" charset="0"/>
              <a:ea typeface="Cambria" panose="02040503050406030204" pitchFamily="18" charset="0"/>
              <a:cs typeface="Arial" panose="020B0604020202020204" pitchFamily="34" charset="0"/>
            </a:endParaRPr>
          </a:p>
          <a:p>
            <a:pPr marL="0" indent="0">
              <a:buNone/>
            </a:pPr>
            <a:endParaRPr lang="fr-FR" sz="1800" dirty="0">
              <a:latin typeface="Arial" panose="020B0604020202020204" pitchFamily="34" charset="0"/>
              <a:ea typeface="Cambria" panose="02040503050406030204" pitchFamily="18" charset="0"/>
              <a:cs typeface="Arial" panose="020B0604020202020204" pitchFamily="34" charset="0"/>
            </a:endParaRPr>
          </a:p>
          <a:p>
            <a:pPr marL="0" indent="0">
              <a:buNone/>
            </a:pPr>
            <a:endParaRPr lang="fr-FR" sz="1800" dirty="0">
              <a:latin typeface="Arial" panose="020B0604020202020204" pitchFamily="34" charset="0"/>
              <a:ea typeface="Cambria" panose="02040503050406030204" pitchFamily="18" charset="0"/>
              <a:cs typeface="Arial" panose="020B0604020202020204" pitchFamily="34" charset="0"/>
            </a:endParaRPr>
          </a:p>
          <a:p>
            <a:pPr marL="0" indent="0">
              <a:buNone/>
            </a:pPr>
            <a:endParaRPr lang="fr-FR" sz="1800" dirty="0">
              <a:latin typeface="Arial" panose="020B0604020202020204" pitchFamily="34" charset="0"/>
              <a:ea typeface="Cambria" panose="02040503050406030204" pitchFamily="18" charset="0"/>
              <a:cs typeface="Arial" panose="020B0604020202020204" pitchFamily="34" charset="0"/>
            </a:endParaRPr>
          </a:p>
          <a:p>
            <a:pPr marL="0" indent="0">
              <a:buNone/>
            </a:pPr>
            <a:endParaRPr lang="fr-FR" sz="1800" dirty="0">
              <a:latin typeface="Arial" panose="020B0604020202020204" pitchFamily="34" charset="0"/>
              <a:ea typeface="Cambria" panose="02040503050406030204" pitchFamily="18" charset="0"/>
              <a:cs typeface="Arial" panose="020B0604020202020204" pitchFamily="34" charset="0"/>
            </a:endParaRPr>
          </a:p>
          <a:p>
            <a:pPr>
              <a:buFont typeface="Wingdings" pitchFamily="2" charset="2"/>
              <a:buChar char="§"/>
            </a:pPr>
            <a:r>
              <a:rPr lang="fr-FR" sz="1800" dirty="0">
                <a:latin typeface="Arial" panose="020B0604020202020204" pitchFamily="34" charset="0"/>
                <a:ea typeface="Cambria" panose="02040503050406030204" pitchFamily="18" charset="0"/>
                <a:cs typeface="Arial" panose="020B0604020202020204" pitchFamily="34" charset="0"/>
              </a:rPr>
              <a:t>Le diagramme circulaire</a:t>
            </a:r>
          </a:p>
        </p:txBody>
      </p:sp>
      <p:pic>
        <p:nvPicPr>
          <p:cNvPr id="6" name="Image 5">
            <a:extLst>
              <a:ext uri="{FF2B5EF4-FFF2-40B4-BE49-F238E27FC236}">
                <a16:creationId xmlns:a16="http://schemas.microsoft.com/office/drawing/2014/main" id="{4E82C18B-E4F9-4805-893B-AEA7099DBAAC}"/>
              </a:ext>
            </a:extLst>
          </p:cNvPr>
          <p:cNvPicPr>
            <a:picLocks noChangeAspect="1"/>
          </p:cNvPicPr>
          <p:nvPr/>
        </p:nvPicPr>
        <p:blipFill rotWithShape="1">
          <a:blip r:embed="rId2"/>
          <a:srcRect l="27237" t="30400" r="28738" b="45648"/>
          <a:stretch/>
        </p:blipFill>
        <p:spPr>
          <a:xfrm>
            <a:off x="755576" y="2390667"/>
            <a:ext cx="4025660" cy="1231963"/>
          </a:xfrm>
          <a:prstGeom prst="rect">
            <a:avLst/>
          </a:prstGeom>
        </p:spPr>
      </p:pic>
      <p:grpSp>
        <p:nvGrpSpPr>
          <p:cNvPr id="13" name="Groupe 12">
            <a:extLst>
              <a:ext uri="{FF2B5EF4-FFF2-40B4-BE49-F238E27FC236}">
                <a16:creationId xmlns:a16="http://schemas.microsoft.com/office/drawing/2014/main" id="{4C510CC2-D23D-4F71-88C1-04C065378B04}"/>
              </a:ext>
            </a:extLst>
          </p:cNvPr>
          <p:cNvGrpSpPr/>
          <p:nvPr/>
        </p:nvGrpSpPr>
        <p:grpSpPr>
          <a:xfrm>
            <a:off x="571440" y="4528637"/>
            <a:ext cx="4422539" cy="1000761"/>
            <a:chOff x="571440" y="4528637"/>
            <a:chExt cx="4422539" cy="1000761"/>
          </a:xfrm>
        </p:grpSpPr>
        <p:pic>
          <p:nvPicPr>
            <p:cNvPr id="10" name="Image 9">
              <a:extLst>
                <a:ext uri="{FF2B5EF4-FFF2-40B4-BE49-F238E27FC236}">
                  <a16:creationId xmlns:a16="http://schemas.microsoft.com/office/drawing/2014/main" id="{B35D7B94-60C5-4073-A5F2-75CDC17AE306}"/>
                </a:ext>
              </a:extLst>
            </p:cNvPr>
            <p:cNvPicPr>
              <a:picLocks noChangeAspect="1"/>
            </p:cNvPicPr>
            <p:nvPr/>
          </p:nvPicPr>
          <p:blipFill rotWithShape="1">
            <a:blip r:embed="rId2"/>
            <a:srcRect l="26450" t="69133" r="29525" b="17838"/>
            <a:stretch/>
          </p:blipFill>
          <p:spPr>
            <a:xfrm>
              <a:off x="571440" y="4528637"/>
              <a:ext cx="4380307" cy="729163"/>
            </a:xfrm>
            <a:prstGeom prst="rect">
              <a:avLst/>
            </a:prstGeom>
          </p:spPr>
        </p:pic>
        <p:sp>
          <p:nvSpPr>
            <p:cNvPr id="12" name="Rectangle 11">
              <a:extLst>
                <a:ext uri="{FF2B5EF4-FFF2-40B4-BE49-F238E27FC236}">
                  <a16:creationId xmlns:a16="http://schemas.microsoft.com/office/drawing/2014/main" id="{CF0E0C4A-772A-4C6F-8524-3B62F20513E6}"/>
                </a:ext>
              </a:extLst>
            </p:cNvPr>
            <p:cNvSpPr/>
            <p:nvPr/>
          </p:nvSpPr>
          <p:spPr>
            <a:xfrm>
              <a:off x="2555776" y="5092488"/>
              <a:ext cx="2438203" cy="43691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latin typeface="Arial" panose="020B0604020202020204" pitchFamily="34" charset="0"/>
                <a:cs typeface="Arial" panose="020B0604020202020204" pitchFamily="34" charset="0"/>
              </a:endParaRPr>
            </a:p>
          </p:txBody>
        </p:sp>
      </p:grpSp>
      <p:sp>
        <p:nvSpPr>
          <p:cNvPr id="4" name="Bulle narrative : ronde 3">
            <a:extLst>
              <a:ext uri="{FF2B5EF4-FFF2-40B4-BE49-F238E27FC236}">
                <a16:creationId xmlns:a16="http://schemas.microsoft.com/office/drawing/2014/main" id="{6A4A0999-DAF1-4594-95CA-B3FD48C6BA9F}"/>
              </a:ext>
            </a:extLst>
          </p:cNvPr>
          <p:cNvSpPr/>
          <p:nvPr/>
        </p:nvSpPr>
        <p:spPr>
          <a:xfrm>
            <a:off x="5724128" y="3501008"/>
            <a:ext cx="2520280" cy="1591480"/>
          </a:xfrm>
          <a:prstGeom prst="wedgeEllipseCallout">
            <a:avLst>
              <a:gd name="adj1" fmla="val -83003"/>
              <a:gd name="adj2" fmla="val 59471"/>
            </a:avLst>
          </a:prstGeom>
          <a:solidFill>
            <a:schemeClr val="bg1"/>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latin typeface="Arial" panose="020B0604020202020204" pitchFamily="34" charset="0"/>
              <a:cs typeface="Arial" panose="020B0604020202020204" pitchFamily="34" charset="0"/>
            </a:endParaRPr>
          </a:p>
        </p:txBody>
      </p:sp>
      <p:pic>
        <p:nvPicPr>
          <p:cNvPr id="14" name="Image 13">
            <a:extLst>
              <a:ext uri="{FF2B5EF4-FFF2-40B4-BE49-F238E27FC236}">
                <a16:creationId xmlns:a16="http://schemas.microsoft.com/office/drawing/2014/main" id="{C2F1EF1A-C087-491A-B1A9-9455B3872CC5}"/>
              </a:ext>
            </a:extLst>
          </p:cNvPr>
          <p:cNvPicPr>
            <a:picLocks noChangeAspect="1"/>
          </p:cNvPicPr>
          <p:nvPr/>
        </p:nvPicPr>
        <p:blipFill>
          <a:blip r:embed="rId3"/>
          <a:stretch>
            <a:fillRect/>
          </a:stretch>
        </p:blipFill>
        <p:spPr>
          <a:xfrm>
            <a:off x="5971640" y="3841453"/>
            <a:ext cx="2025255" cy="910590"/>
          </a:xfrm>
          <a:prstGeom prst="rect">
            <a:avLst/>
          </a:prstGeom>
        </p:spPr>
      </p:pic>
    </p:spTree>
    <p:extLst>
      <p:ext uri="{BB962C8B-B14F-4D97-AF65-F5344CB8AC3E}">
        <p14:creationId xmlns:p14="http://schemas.microsoft.com/office/powerpoint/2010/main" val="187568594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2B577FF9-3543-4875-815D-3D87BD8A20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2" name="Titre 1">
            <a:extLst>
              <a:ext uri="{FF2B5EF4-FFF2-40B4-BE49-F238E27FC236}">
                <a16:creationId xmlns:a16="http://schemas.microsoft.com/office/drawing/2014/main" id="{8411F764-5DB7-4B94-AC77-9A64DC794E06}"/>
              </a:ext>
            </a:extLst>
          </p:cNvPr>
          <p:cNvSpPr>
            <a:spLocks noGrp="1"/>
          </p:cNvSpPr>
          <p:nvPr>
            <p:ph type="title"/>
          </p:nvPr>
        </p:nvSpPr>
        <p:spPr>
          <a:xfrm>
            <a:off x="656111" y="798703"/>
            <a:ext cx="3915889" cy="3072015"/>
          </a:xfrm>
        </p:spPr>
        <p:txBody>
          <a:bodyPr vert="horz" lIns="91440" tIns="45720" rIns="91440" bIns="45720" rtlCol="0" anchor="b">
            <a:normAutofit/>
          </a:bodyPr>
          <a:lstStyle/>
          <a:p>
            <a:pPr>
              <a:lnSpc>
                <a:spcPct val="90000"/>
              </a:lnSpc>
            </a:pPr>
            <a:r>
              <a:rPr lang="en-US" sz="6000" b="1" kern="1200" dirty="0">
                <a:solidFill>
                  <a:schemeClr val="tx1"/>
                </a:solidFill>
                <a:latin typeface="+mj-lt"/>
                <a:ea typeface="+mj-ea"/>
                <a:cs typeface="+mj-cs"/>
              </a:rPr>
              <a:t>Exemple </a:t>
            </a:r>
          </a:p>
        </p:txBody>
      </p:sp>
      <p:sp>
        <p:nvSpPr>
          <p:cNvPr id="6" name="Espace réservé du contenu 5">
            <a:extLst>
              <a:ext uri="{FF2B5EF4-FFF2-40B4-BE49-F238E27FC236}">
                <a16:creationId xmlns:a16="http://schemas.microsoft.com/office/drawing/2014/main" id="{6066338B-C7F7-4DB5-978B-8C2BD6C7D5AE}"/>
              </a:ext>
            </a:extLst>
          </p:cNvPr>
          <p:cNvSpPr>
            <a:spLocks noGrp="1"/>
          </p:cNvSpPr>
          <p:nvPr>
            <p:ph idx="1"/>
          </p:nvPr>
        </p:nvSpPr>
        <p:spPr>
          <a:xfrm>
            <a:off x="652611" y="3962792"/>
            <a:ext cx="3915888" cy="2102108"/>
          </a:xfrm>
        </p:spPr>
        <p:txBody>
          <a:bodyPr vert="horz" lIns="91440" tIns="45720" rIns="91440" bIns="45720" rtlCol="0" anchor="t">
            <a:normAutofit/>
          </a:bodyPr>
          <a:lstStyle/>
          <a:p>
            <a:pPr marL="0" indent="0" algn="ctr">
              <a:lnSpc>
                <a:spcPct val="90000"/>
              </a:lnSpc>
              <a:spcBef>
                <a:spcPts val="1000"/>
              </a:spcBef>
              <a:buNone/>
            </a:pPr>
            <a:r>
              <a:rPr lang="en-US" sz="2400" kern="1200" dirty="0">
                <a:solidFill>
                  <a:schemeClr val="tx1"/>
                </a:solidFill>
                <a:latin typeface="+mn-lt"/>
                <a:ea typeface="+mn-ea"/>
                <a:cs typeface="+mn-cs"/>
              </a:rPr>
              <a:t>Le tableau ci-dessous présente le budget d’un pays 
</a:t>
            </a:r>
          </a:p>
        </p:txBody>
      </p:sp>
      <p:sp>
        <p:nvSpPr>
          <p:cNvPr id="14" name="Freeform: Shape 13">
            <a:extLst>
              <a:ext uri="{FF2B5EF4-FFF2-40B4-BE49-F238E27FC236}">
                <a16:creationId xmlns:a16="http://schemas.microsoft.com/office/drawing/2014/main" id="{F5569EEC-E12F-4856-B407-02B2813A4A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53044" y="0"/>
            <a:ext cx="1303051" cy="959536"/>
          </a:xfrm>
          <a:custGeom>
            <a:avLst/>
            <a:gdLst>
              <a:gd name="connsiteX0" fmla="*/ 0 w 1737401"/>
              <a:gd name="connsiteY0" fmla="*/ 0 h 959536"/>
              <a:gd name="connsiteX1" fmla="*/ 123825 w 1737401"/>
              <a:gd name="connsiteY1" fmla="*/ 0 h 959536"/>
              <a:gd name="connsiteX2" fmla="*/ 123825 w 1737401"/>
              <a:gd name="connsiteY2" fmla="*/ 790277 h 959536"/>
              <a:gd name="connsiteX3" fmla="*/ 1490095 w 1737401"/>
              <a:gd name="connsiteY3" fmla="*/ 0 h 959536"/>
              <a:gd name="connsiteX4" fmla="*/ 1737401 w 1737401"/>
              <a:gd name="connsiteY4" fmla="*/ 0 h 959536"/>
              <a:gd name="connsiteX5" fmla="*/ 92869 w 1737401"/>
              <a:gd name="connsiteY5" fmla="*/ 951249 h 959536"/>
              <a:gd name="connsiteX6" fmla="*/ 61913 w 1737401"/>
              <a:gd name="connsiteY6" fmla="*/ 959536 h 959536"/>
              <a:gd name="connsiteX7" fmla="*/ 0 w 1737401"/>
              <a:gd name="connsiteY7" fmla="*/ 897624 h 959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37401" h="959536">
                <a:moveTo>
                  <a:pt x="0" y="0"/>
                </a:moveTo>
                <a:lnTo>
                  <a:pt x="123825" y="0"/>
                </a:lnTo>
                <a:lnTo>
                  <a:pt x="123825" y="790277"/>
                </a:lnTo>
                <a:lnTo>
                  <a:pt x="1490095" y="0"/>
                </a:lnTo>
                <a:lnTo>
                  <a:pt x="1737401" y="0"/>
                </a:lnTo>
                <a:lnTo>
                  <a:pt x="92869" y="951249"/>
                </a:lnTo>
                <a:cubicBezTo>
                  <a:pt x="83458" y="956688"/>
                  <a:pt x="72780" y="959546"/>
                  <a:pt x="61913" y="959536"/>
                </a:cubicBezTo>
                <a:cubicBezTo>
                  <a:pt x="27719" y="959536"/>
                  <a:pt x="0" y="931818"/>
                  <a:pt x="0" y="897624"/>
                </a:cubicBezTo>
                <a:close/>
              </a:path>
            </a:pathLst>
          </a:custGeom>
          <a:solidFill>
            <a:schemeClr val="accent6"/>
          </a:solidFill>
          <a:ln w="9525" cap="flat">
            <a:no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CF860788-3A6A-45A3-B3F1-06F15966560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925502" y="1"/>
            <a:ext cx="866356" cy="591009"/>
          </a:xfrm>
          <a:custGeom>
            <a:avLst/>
            <a:gdLst>
              <a:gd name="connsiteX0" fmla="*/ 1355 w 1155142"/>
              <a:gd name="connsiteY0" fmla="*/ 0 h 591009"/>
              <a:gd name="connsiteX1" fmla="*/ 1153787 w 1155142"/>
              <a:gd name="connsiteY1" fmla="*/ 0 h 591009"/>
              <a:gd name="connsiteX2" fmla="*/ 1155142 w 1155142"/>
              <a:gd name="connsiteY2" fmla="*/ 13438 h 591009"/>
              <a:gd name="connsiteX3" fmla="*/ 577571 w 1155142"/>
              <a:gd name="connsiteY3" fmla="*/ 591009 h 591009"/>
              <a:gd name="connsiteX4" fmla="*/ 0 w 1155142"/>
              <a:gd name="connsiteY4" fmla="*/ 13438 h 5910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5142" h="591009">
                <a:moveTo>
                  <a:pt x="1355" y="0"/>
                </a:moveTo>
                <a:lnTo>
                  <a:pt x="1153787" y="0"/>
                </a:lnTo>
                <a:lnTo>
                  <a:pt x="1155142" y="13438"/>
                </a:lnTo>
                <a:cubicBezTo>
                  <a:pt x="1155142" y="332422"/>
                  <a:pt x="896555" y="591009"/>
                  <a:pt x="577571" y="591009"/>
                </a:cubicBezTo>
                <a:cubicBezTo>
                  <a:pt x="258587" y="591009"/>
                  <a:pt x="0" y="332422"/>
                  <a:pt x="0" y="13438"/>
                </a:cubicBez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8" name="Freeform: Shape 17">
            <a:extLst>
              <a:ext uri="{FF2B5EF4-FFF2-40B4-BE49-F238E27FC236}">
                <a16:creationId xmlns:a16="http://schemas.microsoft.com/office/drawing/2014/main" id="{DF1E3393-B852-4883-B778-ED352511294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024194" y="2916245"/>
            <a:ext cx="119806" cy="552996"/>
          </a:xfrm>
          <a:custGeom>
            <a:avLst/>
            <a:gdLst>
              <a:gd name="connsiteX0" fmla="*/ 159741 w 159741"/>
              <a:gd name="connsiteY0" fmla="*/ 0 h 552996"/>
              <a:gd name="connsiteX1" fmla="*/ 159741 w 159741"/>
              <a:gd name="connsiteY1" fmla="*/ 552996 h 552996"/>
              <a:gd name="connsiteX2" fmla="*/ 141849 w 159741"/>
              <a:gd name="connsiteY2" fmla="*/ 543285 h 552996"/>
              <a:gd name="connsiteX3" fmla="*/ 0 w 159741"/>
              <a:gd name="connsiteY3" fmla="*/ 276498 h 552996"/>
              <a:gd name="connsiteX4" fmla="*/ 141849 w 159741"/>
              <a:gd name="connsiteY4" fmla="*/ 9711 h 5529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9741" h="552996">
                <a:moveTo>
                  <a:pt x="159741" y="0"/>
                </a:moveTo>
                <a:lnTo>
                  <a:pt x="159741" y="552996"/>
                </a:lnTo>
                <a:lnTo>
                  <a:pt x="141849" y="543285"/>
                </a:lnTo>
                <a:cubicBezTo>
                  <a:pt x="56268" y="485467"/>
                  <a:pt x="0" y="387554"/>
                  <a:pt x="0" y="276498"/>
                </a:cubicBezTo>
                <a:cubicBezTo>
                  <a:pt x="0" y="165443"/>
                  <a:pt x="56268" y="67529"/>
                  <a:pt x="141849" y="9711"/>
                </a:cubicBezTo>
                <a:close/>
              </a:path>
            </a:pathLst>
          </a:custGeom>
          <a:solidFill>
            <a:schemeClr val="accent2"/>
          </a:solidFill>
          <a:ln w="12700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0" name="Freeform: Shape 19">
            <a:extLst>
              <a:ext uri="{FF2B5EF4-FFF2-40B4-BE49-F238E27FC236}">
                <a16:creationId xmlns:a16="http://schemas.microsoft.com/office/drawing/2014/main" id="{39853D09-4205-4CC7-83EB-288E886AC9E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361330" y="5717906"/>
            <a:ext cx="1328706" cy="1140095"/>
          </a:xfrm>
          <a:custGeom>
            <a:avLst/>
            <a:gdLst>
              <a:gd name="connsiteX0" fmla="*/ 1561721 w 1771609"/>
              <a:gd name="connsiteY0" fmla="*/ 763041 h 1140095"/>
              <a:gd name="connsiteX1" fmla="*/ 1623024 w 1771609"/>
              <a:gd name="connsiteY1" fmla="*/ 792810 h 1140095"/>
              <a:gd name="connsiteX2" fmla="*/ 1711735 w 1771609"/>
              <a:gd name="connsiteY2" fmla="*/ 970132 h 1140095"/>
              <a:gd name="connsiteX3" fmla="*/ 1771609 w 1771609"/>
              <a:gd name="connsiteY3" fmla="*/ 1140095 h 1140095"/>
              <a:gd name="connsiteX4" fmla="*/ 1637225 w 1771609"/>
              <a:gd name="connsiteY4" fmla="*/ 1140095 h 1140095"/>
              <a:gd name="connsiteX5" fmla="*/ 1594820 w 1771609"/>
              <a:gd name="connsiteY5" fmla="*/ 1019711 h 1140095"/>
              <a:gd name="connsiteX6" fmla="*/ 1513200 w 1771609"/>
              <a:gd name="connsiteY6" fmla="*/ 856627 h 1140095"/>
              <a:gd name="connsiteX7" fmla="*/ 1538499 w 1771609"/>
              <a:gd name="connsiteY7" fmla="*/ 770415 h 1140095"/>
              <a:gd name="connsiteX8" fmla="*/ 1561721 w 1771609"/>
              <a:gd name="connsiteY8" fmla="*/ 763041 h 1140095"/>
              <a:gd name="connsiteX9" fmla="*/ 933455 w 1771609"/>
              <a:gd name="connsiteY9" fmla="*/ 161309 h 1140095"/>
              <a:gd name="connsiteX10" fmla="*/ 957797 w 1771609"/>
              <a:gd name="connsiteY10" fmla="*/ 167970 h 1140095"/>
              <a:gd name="connsiteX11" fmla="*/ 1286982 w 1771609"/>
              <a:gd name="connsiteY11" fmla="*/ 387616 h 1140095"/>
              <a:gd name="connsiteX12" fmla="*/ 1293725 w 1771609"/>
              <a:gd name="connsiteY12" fmla="*/ 477075 h 1140095"/>
              <a:gd name="connsiteX13" fmla="*/ 1245453 w 1771609"/>
              <a:gd name="connsiteY13" fmla="*/ 499154 h 1140095"/>
              <a:gd name="connsiteX14" fmla="*/ 1245167 w 1771609"/>
              <a:gd name="connsiteY14" fmla="*/ 499154 h 1140095"/>
              <a:gd name="connsiteX15" fmla="*/ 1203638 w 1771609"/>
              <a:gd name="connsiteY15" fmla="*/ 484104 h 1140095"/>
              <a:gd name="connsiteX16" fmla="*/ 900647 w 1771609"/>
              <a:gd name="connsiteY16" fmla="*/ 281508 h 1140095"/>
              <a:gd name="connsiteX17" fmla="*/ 872454 w 1771609"/>
              <a:gd name="connsiteY17" fmla="*/ 196164 h 1140095"/>
              <a:gd name="connsiteX18" fmla="*/ 933455 w 1771609"/>
              <a:gd name="connsiteY18" fmla="*/ 161309 h 1140095"/>
              <a:gd name="connsiteX19" fmla="*/ 256260 w 1771609"/>
              <a:gd name="connsiteY19" fmla="*/ 29 h 1140095"/>
              <a:gd name="connsiteX20" fmla="*/ 454020 w 1771609"/>
              <a:gd name="connsiteY20" fmla="*/ 13474 h 1140095"/>
              <a:gd name="connsiteX21" fmla="*/ 509236 w 1771609"/>
              <a:gd name="connsiteY21" fmla="*/ 84182 h 1140095"/>
              <a:gd name="connsiteX22" fmla="*/ 445829 w 1771609"/>
              <a:gd name="connsiteY22" fmla="*/ 139871 h 1140095"/>
              <a:gd name="connsiteX23" fmla="*/ 437447 w 1771609"/>
              <a:gd name="connsiteY23" fmla="*/ 139395 h 1140095"/>
              <a:gd name="connsiteX24" fmla="*/ 73211 w 1771609"/>
              <a:gd name="connsiteY24" fmla="*/ 137204 h 1140095"/>
              <a:gd name="connsiteX25" fmla="*/ 749 w 1771609"/>
              <a:gd name="connsiteY25" fmla="*/ 84082 h 1140095"/>
              <a:gd name="connsiteX26" fmla="*/ 53871 w 1771609"/>
              <a:gd name="connsiteY26" fmla="*/ 11621 h 1140095"/>
              <a:gd name="connsiteX27" fmla="*/ 58352 w 1771609"/>
              <a:gd name="connsiteY27" fmla="*/ 11093 h 1140095"/>
              <a:gd name="connsiteX28" fmla="*/ 256260 w 1771609"/>
              <a:gd name="connsiteY28" fmla="*/ 29 h 11400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771609" h="1140095">
                <a:moveTo>
                  <a:pt x="1561721" y="763041"/>
                </a:moveTo>
                <a:cubicBezTo>
                  <a:pt x="1585506" y="760324"/>
                  <a:pt x="1609722" y="771249"/>
                  <a:pt x="1623024" y="792810"/>
                </a:cubicBezTo>
                <a:cubicBezTo>
                  <a:pt x="1656300" y="850065"/>
                  <a:pt x="1685920" y="909291"/>
                  <a:pt x="1711735" y="970132"/>
                </a:cubicBezTo>
                <a:lnTo>
                  <a:pt x="1771609" y="1140095"/>
                </a:lnTo>
                <a:lnTo>
                  <a:pt x="1637225" y="1140095"/>
                </a:lnTo>
                <a:lnTo>
                  <a:pt x="1594820" y="1019711"/>
                </a:lnTo>
                <a:cubicBezTo>
                  <a:pt x="1571072" y="963753"/>
                  <a:pt x="1543818" y="909282"/>
                  <a:pt x="1513200" y="856627"/>
                </a:cubicBezTo>
                <a:cubicBezTo>
                  <a:pt x="1496379" y="825834"/>
                  <a:pt x="1507704" y="787236"/>
                  <a:pt x="1538499" y="770415"/>
                </a:cubicBezTo>
                <a:cubicBezTo>
                  <a:pt x="1545912" y="766367"/>
                  <a:pt x="1553792" y="763946"/>
                  <a:pt x="1561721" y="763041"/>
                </a:cubicBezTo>
                <a:close/>
                <a:moveTo>
                  <a:pt x="933455" y="161309"/>
                </a:moveTo>
                <a:cubicBezTo>
                  <a:pt x="941693" y="161855"/>
                  <a:pt x="949959" y="164025"/>
                  <a:pt x="957797" y="167970"/>
                </a:cubicBezTo>
                <a:cubicBezTo>
                  <a:pt x="1076184" y="227289"/>
                  <a:pt x="1186759" y="301068"/>
                  <a:pt x="1286982" y="387616"/>
                </a:cubicBezTo>
                <a:cubicBezTo>
                  <a:pt x="1313547" y="410457"/>
                  <a:pt x="1316566" y="450510"/>
                  <a:pt x="1293725" y="477075"/>
                </a:cubicBezTo>
                <a:cubicBezTo>
                  <a:pt x="1281638" y="491137"/>
                  <a:pt x="1263998" y="499204"/>
                  <a:pt x="1245453" y="499154"/>
                </a:cubicBezTo>
                <a:lnTo>
                  <a:pt x="1245167" y="499154"/>
                </a:lnTo>
                <a:cubicBezTo>
                  <a:pt x="1229965" y="499301"/>
                  <a:pt x="1215220" y="493956"/>
                  <a:pt x="1203638" y="484104"/>
                </a:cubicBezTo>
                <a:cubicBezTo>
                  <a:pt x="1111407" y="404300"/>
                  <a:pt x="1009633" y="336248"/>
                  <a:pt x="900647" y="281508"/>
                </a:cubicBezTo>
                <a:cubicBezTo>
                  <a:pt x="869295" y="265726"/>
                  <a:pt x="856672" y="227516"/>
                  <a:pt x="872454" y="196164"/>
                </a:cubicBezTo>
                <a:cubicBezTo>
                  <a:pt x="884290" y="172650"/>
                  <a:pt x="908742" y="159670"/>
                  <a:pt x="933455" y="161309"/>
                </a:cubicBezTo>
                <a:close/>
                <a:moveTo>
                  <a:pt x="256260" y="29"/>
                </a:moveTo>
                <a:cubicBezTo>
                  <a:pt x="322331" y="427"/>
                  <a:pt x="388378" y="4909"/>
                  <a:pt x="454020" y="13474"/>
                </a:cubicBezTo>
                <a:cubicBezTo>
                  <a:pt x="488793" y="17752"/>
                  <a:pt x="513514" y="49409"/>
                  <a:pt x="509236" y="84182"/>
                </a:cubicBezTo>
                <a:cubicBezTo>
                  <a:pt x="505303" y="116151"/>
                  <a:pt x="478038" y="140098"/>
                  <a:pt x="445829" y="139871"/>
                </a:cubicBezTo>
                <a:cubicBezTo>
                  <a:pt x="443027" y="139899"/>
                  <a:pt x="440227" y="139740"/>
                  <a:pt x="437447" y="139395"/>
                </a:cubicBezTo>
                <a:cubicBezTo>
                  <a:pt x="316592" y="123615"/>
                  <a:pt x="194247" y="122878"/>
                  <a:pt x="73211" y="137204"/>
                </a:cubicBezTo>
                <a:cubicBezTo>
                  <a:pt x="38532" y="142545"/>
                  <a:pt x="6090" y="118762"/>
                  <a:pt x="749" y="84082"/>
                </a:cubicBezTo>
                <a:cubicBezTo>
                  <a:pt x="-4591" y="49403"/>
                  <a:pt x="19192" y="16961"/>
                  <a:pt x="53871" y="11621"/>
                </a:cubicBezTo>
                <a:cubicBezTo>
                  <a:pt x="55358" y="11392"/>
                  <a:pt x="56852" y="11216"/>
                  <a:pt x="58352" y="11093"/>
                </a:cubicBezTo>
                <a:cubicBezTo>
                  <a:pt x="124093" y="3319"/>
                  <a:pt x="190189" y="-369"/>
                  <a:pt x="256260" y="29"/>
                </a:cubicBezTo>
                <a:close/>
              </a:path>
            </a:pathLst>
          </a:custGeom>
          <a:solidFill>
            <a:schemeClr val="accent4"/>
          </a:solidFill>
          <a:ln w="9525" cap="flat">
            <a:no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0D040B79-3E73-4A31-840D-D6B9C9FDFC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5633" y="6258756"/>
            <a:ext cx="1174455" cy="599245"/>
          </a:xfrm>
          <a:custGeom>
            <a:avLst/>
            <a:gdLst>
              <a:gd name="connsiteX0" fmla="*/ 782970 w 1565940"/>
              <a:gd name="connsiteY0" fmla="*/ 0 h 599245"/>
              <a:gd name="connsiteX1" fmla="*/ 1528042 w 1565940"/>
              <a:gd name="connsiteY1" fmla="*/ 480469 h 599245"/>
              <a:gd name="connsiteX2" fmla="*/ 1565940 w 1565940"/>
              <a:gd name="connsiteY2" fmla="*/ 599245 h 599245"/>
              <a:gd name="connsiteX3" fmla="*/ 0 w 1565940"/>
              <a:gd name="connsiteY3" fmla="*/ 599245 h 599245"/>
              <a:gd name="connsiteX4" fmla="*/ 37898 w 1565940"/>
              <a:gd name="connsiteY4" fmla="*/ 480469 h 599245"/>
              <a:gd name="connsiteX5" fmla="*/ 782970 w 1565940"/>
              <a:gd name="connsiteY5" fmla="*/ 0 h 599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65940" h="599245">
                <a:moveTo>
                  <a:pt x="782970" y="0"/>
                </a:moveTo>
                <a:cubicBezTo>
                  <a:pt x="1117910" y="0"/>
                  <a:pt x="1405287" y="198118"/>
                  <a:pt x="1528042" y="480469"/>
                </a:cubicBezTo>
                <a:lnTo>
                  <a:pt x="1565940" y="599245"/>
                </a:lnTo>
                <a:lnTo>
                  <a:pt x="0" y="599245"/>
                </a:lnTo>
                <a:lnTo>
                  <a:pt x="37898" y="480469"/>
                </a:lnTo>
                <a:cubicBezTo>
                  <a:pt x="160653" y="198118"/>
                  <a:pt x="448030" y="0"/>
                  <a:pt x="782970"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4" name="Freeform: Shape 23">
            <a:extLst>
              <a:ext uri="{FF2B5EF4-FFF2-40B4-BE49-F238E27FC236}">
                <a16:creationId xmlns:a16="http://schemas.microsoft.com/office/drawing/2014/main" id="{156C6AE5-3F8B-42AC-9EA4-1B686A11E93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982865" y="5835650"/>
            <a:ext cx="1161135" cy="1022351"/>
          </a:xfrm>
          <a:custGeom>
            <a:avLst/>
            <a:gdLst>
              <a:gd name="connsiteX0" fmla="*/ 61913 w 1548180"/>
              <a:gd name="connsiteY0" fmla="*/ 0 h 1022351"/>
              <a:gd name="connsiteX1" fmla="*/ 1548180 w 1548180"/>
              <a:gd name="connsiteY1" fmla="*/ 0 h 1022351"/>
              <a:gd name="connsiteX2" fmla="*/ 1548180 w 1548180"/>
              <a:gd name="connsiteY2" fmla="*/ 123825 h 1022351"/>
              <a:gd name="connsiteX3" fmla="*/ 123825 w 1548180"/>
              <a:gd name="connsiteY3" fmla="*/ 123825 h 1022351"/>
              <a:gd name="connsiteX4" fmla="*/ 123825 w 1548180"/>
              <a:gd name="connsiteY4" fmla="*/ 1022351 h 1022351"/>
              <a:gd name="connsiteX5" fmla="*/ 0 w 1548180"/>
              <a:gd name="connsiteY5" fmla="*/ 1022351 h 1022351"/>
              <a:gd name="connsiteX6" fmla="*/ 0 w 1548180"/>
              <a:gd name="connsiteY6" fmla="*/ 61913 h 1022351"/>
              <a:gd name="connsiteX7" fmla="*/ 61913 w 1548180"/>
              <a:gd name="connsiteY7" fmla="*/ 0 h 10223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48180" h="1022351">
                <a:moveTo>
                  <a:pt x="61913" y="0"/>
                </a:moveTo>
                <a:lnTo>
                  <a:pt x="1548180" y="0"/>
                </a:lnTo>
                <a:lnTo>
                  <a:pt x="1548180" y="123825"/>
                </a:lnTo>
                <a:lnTo>
                  <a:pt x="123825" y="123825"/>
                </a:lnTo>
                <a:lnTo>
                  <a:pt x="123825" y="1022351"/>
                </a:lnTo>
                <a:lnTo>
                  <a:pt x="0" y="1022351"/>
                </a:lnTo>
                <a:lnTo>
                  <a:pt x="0" y="61913"/>
                </a:lnTo>
                <a:cubicBezTo>
                  <a:pt x="0" y="27719"/>
                  <a:pt x="27719" y="0"/>
                  <a:pt x="61913" y="0"/>
                </a:cubicBezTo>
                <a:close/>
              </a:path>
            </a:pathLst>
          </a:custGeom>
          <a:solidFill>
            <a:schemeClr val="accent6"/>
          </a:solidFill>
          <a:ln w="9525" cap="flat">
            <a:noFill/>
            <a:prstDash val="solid"/>
            <a:miter/>
          </a:ln>
        </p:spPr>
        <p:txBody>
          <a:bodyPr rtlCol="0" anchor="ctr"/>
          <a:lstStyle/>
          <a:p>
            <a:endParaRPr lang="en-US"/>
          </a:p>
        </p:txBody>
      </p:sp>
      <p:graphicFrame>
        <p:nvGraphicFramePr>
          <p:cNvPr id="7" name="Tableau 7">
            <a:extLst>
              <a:ext uri="{FF2B5EF4-FFF2-40B4-BE49-F238E27FC236}">
                <a16:creationId xmlns:a16="http://schemas.microsoft.com/office/drawing/2014/main" id="{1E8665D7-E1A3-4D0B-8409-16A5912FDDBC}"/>
              </a:ext>
            </a:extLst>
          </p:cNvPr>
          <p:cNvGraphicFramePr>
            <a:graphicFrameLocks noGrp="1"/>
          </p:cNvGraphicFramePr>
          <p:nvPr>
            <p:extLst>
              <p:ext uri="{D42A27DB-BD31-4B8C-83A1-F6EECF244321}">
                <p14:modId xmlns:p14="http://schemas.microsoft.com/office/powerpoint/2010/main" val="1724987695"/>
              </p:ext>
            </p:extLst>
          </p:nvPr>
        </p:nvGraphicFramePr>
        <p:xfrm>
          <a:off x="4988432" y="1766336"/>
          <a:ext cx="3704628" cy="2942385"/>
        </p:xfrm>
        <a:graphic>
          <a:graphicData uri="http://schemas.openxmlformats.org/drawingml/2006/table">
            <a:tbl>
              <a:tblPr firstRow="1" bandRow="1">
                <a:tableStyleId>{EB9631B5-78F2-41C9-869B-9F39066F8104}</a:tableStyleId>
              </a:tblPr>
              <a:tblGrid>
                <a:gridCol w="2041099">
                  <a:extLst>
                    <a:ext uri="{9D8B030D-6E8A-4147-A177-3AD203B41FA5}">
                      <a16:colId xmlns:a16="http://schemas.microsoft.com/office/drawing/2014/main" val="3657663472"/>
                    </a:ext>
                  </a:extLst>
                </a:gridCol>
                <a:gridCol w="1663529">
                  <a:extLst>
                    <a:ext uri="{9D8B030D-6E8A-4147-A177-3AD203B41FA5}">
                      <a16:colId xmlns:a16="http://schemas.microsoft.com/office/drawing/2014/main" val="3871635214"/>
                    </a:ext>
                  </a:extLst>
                </a:gridCol>
              </a:tblGrid>
              <a:tr h="591675">
                <a:tc>
                  <a:txBody>
                    <a:bodyPr/>
                    <a:lstStyle/>
                    <a:p>
                      <a:pPr algn="ctr"/>
                      <a:r>
                        <a:rPr lang="en-US" sz="1600" noProof="0">
                          <a:solidFill>
                            <a:schemeClr val="tx1">
                              <a:lumMod val="95000"/>
                              <a:lumOff val="5000"/>
                            </a:schemeClr>
                          </a:solidFill>
                        </a:rPr>
                        <a:t>Source </a:t>
                      </a:r>
                      <a:endParaRPr lang="en-US" sz="1600" noProof="0">
                        <a:solidFill>
                          <a:schemeClr val="tx1">
                            <a:lumMod val="95000"/>
                            <a:lumOff val="5000"/>
                          </a:schemeClr>
                        </a:solidFill>
                        <a:latin typeface="Arial" panose="020B0604020202020204" pitchFamily="34" charset="0"/>
                        <a:cs typeface="Arial" panose="020B0604020202020204" pitchFamily="34" charset="0"/>
                      </a:endParaRPr>
                    </a:p>
                  </a:txBody>
                  <a:tcPr marL="79956" marR="79956" marT="39978" marB="39978"/>
                </a:tc>
                <a:tc>
                  <a:txBody>
                    <a:bodyPr/>
                    <a:lstStyle/>
                    <a:p>
                      <a:pPr algn="ctr"/>
                      <a:r>
                        <a:rPr lang="en-US" sz="1600" noProof="0" dirty="0">
                          <a:solidFill>
                            <a:schemeClr val="tx1">
                              <a:lumMod val="95000"/>
                              <a:lumOff val="5000"/>
                            </a:schemeClr>
                          </a:solidFill>
                        </a:rPr>
                        <a:t>Montant (milliards)
</a:t>
                      </a:r>
                      <a:endParaRPr lang="en-US" sz="1600" noProof="0" dirty="0">
                        <a:solidFill>
                          <a:schemeClr val="tx1">
                            <a:lumMod val="95000"/>
                            <a:lumOff val="5000"/>
                          </a:schemeClr>
                        </a:solidFill>
                        <a:latin typeface="Arial" panose="020B0604020202020204" pitchFamily="34" charset="0"/>
                        <a:cs typeface="Arial" panose="020B0604020202020204" pitchFamily="34" charset="0"/>
                      </a:endParaRPr>
                    </a:p>
                  </a:txBody>
                  <a:tcPr marL="79956" marR="79956" marT="39978" marB="39978"/>
                </a:tc>
                <a:extLst>
                  <a:ext uri="{0D108BD9-81ED-4DB2-BD59-A6C34878D82A}">
                    <a16:rowId xmlns:a16="http://schemas.microsoft.com/office/drawing/2014/main" val="2307806059"/>
                  </a:ext>
                </a:extLst>
              </a:tr>
              <a:tr h="351807">
                <a:tc>
                  <a:txBody>
                    <a:bodyPr/>
                    <a:lstStyle/>
                    <a:p>
                      <a:pPr algn="ctr"/>
                      <a:r>
                        <a:rPr lang="en-US" sz="1600" noProof="0"/>
                        <a:t>TVA</a:t>
                      </a:r>
                      <a:endParaRPr lang="en-US" sz="1600" noProof="0">
                        <a:latin typeface="Arial" panose="020B0604020202020204" pitchFamily="34" charset="0"/>
                        <a:cs typeface="Arial" panose="020B0604020202020204" pitchFamily="34" charset="0"/>
                      </a:endParaRPr>
                    </a:p>
                  </a:txBody>
                  <a:tcPr marL="79956" marR="79956" marT="39978" marB="39978"/>
                </a:tc>
                <a:tc>
                  <a:txBody>
                    <a:bodyPr/>
                    <a:lstStyle/>
                    <a:p>
                      <a:pPr algn="ctr"/>
                      <a:r>
                        <a:rPr lang="en-US" sz="1600" noProof="0"/>
                        <a:t>348</a:t>
                      </a:r>
                      <a:endParaRPr lang="en-US" sz="1600" noProof="0">
                        <a:latin typeface="Arial" panose="020B0604020202020204" pitchFamily="34" charset="0"/>
                        <a:cs typeface="Arial" panose="020B0604020202020204" pitchFamily="34" charset="0"/>
                      </a:endParaRPr>
                    </a:p>
                  </a:txBody>
                  <a:tcPr marL="79956" marR="79956" marT="39978" marB="39978"/>
                </a:tc>
                <a:extLst>
                  <a:ext uri="{0D108BD9-81ED-4DB2-BD59-A6C34878D82A}">
                    <a16:rowId xmlns:a16="http://schemas.microsoft.com/office/drawing/2014/main" val="676979014"/>
                  </a:ext>
                </a:extLst>
              </a:tr>
              <a:tr h="351807">
                <a:tc>
                  <a:txBody>
                    <a:bodyPr/>
                    <a:lstStyle/>
                    <a:p>
                      <a:pPr algn="ctr"/>
                      <a:r>
                        <a:rPr lang="en-US" sz="1600" noProof="0"/>
                        <a:t>Impôt sur le revenu</a:t>
                      </a:r>
                      <a:endParaRPr lang="en-US" sz="1600" noProof="0">
                        <a:latin typeface="Arial" panose="020B0604020202020204" pitchFamily="34" charset="0"/>
                        <a:cs typeface="Arial" panose="020B0604020202020204" pitchFamily="34" charset="0"/>
                      </a:endParaRPr>
                    </a:p>
                  </a:txBody>
                  <a:tcPr marL="79956" marR="79956" marT="39978" marB="39978"/>
                </a:tc>
                <a:tc>
                  <a:txBody>
                    <a:bodyPr/>
                    <a:lstStyle/>
                    <a:p>
                      <a:pPr algn="ctr"/>
                      <a:r>
                        <a:rPr lang="en-US" sz="1600" noProof="0"/>
                        <a:t>163</a:t>
                      </a:r>
                      <a:endParaRPr lang="en-US" sz="1600" noProof="0">
                        <a:latin typeface="Arial" panose="020B0604020202020204" pitchFamily="34" charset="0"/>
                        <a:cs typeface="Arial" panose="020B0604020202020204" pitchFamily="34" charset="0"/>
                      </a:endParaRPr>
                    </a:p>
                  </a:txBody>
                  <a:tcPr marL="79956" marR="79956" marT="39978" marB="39978"/>
                </a:tc>
                <a:extLst>
                  <a:ext uri="{0D108BD9-81ED-4DB2-BD59-A6C34878D82A}">
                    <a16:rowId xmlns:a16="http://schemas.microsoft.com/office/drawing/2014/main" val="1030427312"/>
                  </a:ext>
                </a:extLst>
              </a:tr>
              <a:tr h="351807">
                <a:tc>
                  <a:txBody>
                    <a:bodyPr/>
                    <a:lstStyle/>
                    <a:p>
                      <a:pPr algn="ctr"/>
                      <a:r>
                        <a:rPr lang="en-US" sz="1600" noProof="0"/>
                        <a:t>Impôt sur les sociétés</a:t>
                      </a:r>
                      <a:endParaRPr lang="en-US" sz="1600" noProof="0">
                        <a:latin typeface="Arial" panose="020B0604020202020204" pitchFamily="34" charset="0"/>
                        <a:cs typeface="Arial" panose="020B0604020202020204" pitchFamily="34" charset="0"/>
                      </a:endParaRPr>
                    </a:p>
                  </a:txBody>
                  <a:tcPr marL="79956" marR="79956" marT="39978" marB="39978"/>
                </a:tc>
                <a:tc>
                  <a:txBody>
                    <a:bodyPr/>
                    <a:lstStyle/>
                    <a:p>
                      <a:pPr algn="ctr"/>
                      <a:r>
                        <a:rPr lang="en-US" sz="1600" noProof="0"/>
                        <a:t>71</a:t>
                      </a:r>
                      <a:endParaRPr lang="en-US" sz="1600" noProof="0">
                        <a:latin typeface="Arial" panose="020B0604020202020204" pitchFamily="34" charset="0"/>
                        <a:cs typeface="Arial" panose="020B0604020202020204" pitchFamily="34" charset="0"/>
                      </a:endParaRPr>
                    </a:p>
                  </a:txBody>
                  <a:tcPr marL="79956" marR="79956" marT="39978" marB="39978"/>
                </a:tc>
                <a:extLst>
                  <a:ext uri="{0D108BD9-81ED-4DB2-BD59-A6C34878D82A}">
                    <a16:rowId xmlns:a16="http://schemas.microsoft.com/office/drawing/2014/main" val="796633670"/>
                  </a:ext>
                </a:extLst>
              </a:tr>
              <a:tr h="591675">
                <a:tc>
                  <a:txBody>
                    <a:bodyPr/>
                    <a:lstStyle/>
                    <a:p>
                      <a:pPr algn="ctr"/>
                      <a:r>
                        <a:rPr lang="en-US" sz="1600" noProof="0" dirty="0"/>
                        <a:t>Taxes sur les produits pétroliers</a:t>
                      </a:r>
                      <a:endParaRPr lang="en-US" sz="1600" noProof="0" dirty="0">
                        <a:latin typeface="Arial" panose="020B0604020202020204" pitchFamily="34" charset="0"/>
                        <a:cs typeface="Arial" panose="020B0604020202020204" pitchFamily="34" charset="0"/>
                      </a:endParaRPr>
                    </a:p>
                  </a:txBody>
                  <a:tcPr marL="79956" marR="79956" marT="39978" marB="39978"/>
                </a:tc>
                <a:tc>
                  <a:txBody>
                    <a:bodyPr/>
                    <a:lstStyle/>
                    <a:p>
                      <a:pPr algn="ctr"/>
                      <a:r>
                        <a:rPr lang="en-US" sz="1600" noProof="0"/>
                        <a:t>54</a:t>
                      </a:r>
                      <a:endParaRPr lang="en-US" sz="1600" noProof="0">
                        <a:latin typeface="Arial" panose="020B0604020202020204" pitchFamily="34" charset="0"/>
                        <a:cs typeface="Arial" panose="020B0604020202020204" pitchFamily="34" charset="0"/>
                      </a:endParaRPr>
                    </a:p>
                  </a:txBody>
                  <a:tcPr marL="79956" marR="79956" marT="39978" marB="39978"/>
                </a:tc>
                <a:extLst>
                  <a:ext uri="{0D108BD9-81ED-4DB2-BD59-A6C34878D82A}">
                    <a16:rowId xmlns:a16="http://schemas.microsoft.com/office/drawing/2014/main" val="3147400882"/>
                  </a:ext>
                </a:extLst>
              </a:tr>
              <a:tr h="351807">
                <a:tc>
                  <a:txBody>
                    <a:bodyPr/>
                    <a:lstStyle/>
                    <a:p>
                      <a:pPr algn="ctr"/>
                      <a:r>
                        <a:rPr lang="en-US" sz="1600" noProof="0"/>
                        <a:t>Autres taxes </a:t>
                      </a:r>
                      <a:endParaRPr lang="en-US" sz="1600" noProof="0">
                        <a:latin typeface="Arial" panose="020B0604020202020204" pitchFamily="34" charset="0"/>
                        <a:cs typeface="Arial" panose="020B0604020202020204" pitchFamily="34" charset="0"/>
                      </a:endParaRPr>
                    </a:p>
                  </a:txBody>
                  <a:tcPr marL="79956" marR="79956" marT="39978" marB="39978"/>
                </a:tc>
                <a:tc>
                  <a:txBody>
                    <a:bodyPr/>
                    <a:lstStyle/>
                    <a:p>
                      <a:pPr algn="ctr"/>
                      <a:r>
                        <a:rPr lang="en-US" sz="1600" noProof="0"/>
                        <a:t>161</a:t>
                      </a:r>
                      <a:endParaRPr lang="en-US" sz="1600" noProof="0">
                        <a:latin typeface="Arial" panose="020B0604020202020204" pitchFamily="34" charset="0"/>
                        <a:cs typeface="Arial" panose="020B0604020202020204" pitchFamily="34" charset="0"/>
                      </a:endParaRPr>
                    </a:p>
                  </a:txBody>
                  <a:tcPr marL="79956" marR="79956" marT="39978" marB="39978"/>
                </a:tc>
                <a:extLst>
                  <a:ext uri="{0D108BD9-81ED-4DB2-BD59-A6C34878D82A}">
                    <a16:rowId xmlns:a16="http://schemas.microsoft.com/office/drawing/2014/main" val="162645995"/>
                  </a:ext>
                </a:extLst>
              </a:tr>
              <a:tr h="351807">
                <a:tc>
                  <a:txBody>
                    <a:bodyPr/>
                    <a:lstStyle/>
                    <a:p>
                      <a:pPr algn="ctr"/>
                      <a:r>
                        <a:rPr lang="en-US" sz="1600" noProof="0"/>
                        <a:t>Recettes non fiscales</a:t>
                      </a:r>
                      <a:endParaRPr lang="en-US" sz="1600" noProof="0">
                        <a:latin typeface="Arial" panose="020B0604020202020204" pitchFamily="34" charset="0"/>
                        <a:cs typeface="Arial" panose="020B0604020202020204" pitchFamily="34" charset="0"/>
                      </a:endParaRPr>
                    </a:p>
                  </a:txBody>
                  <a:tcPr marL="79956" marR="79956" marT="39978" marB="39978"/>
                </a:tc>
                <a:tc>
                  <a:txBody>
                    <a:bodyPr/>
                    <a:lstStyle/>
                    <a:p>
                      <a:pPr algn="ctr"/>
                      <a:r>
                        <a:rPr lang="en-US" sz="1600" noProof="0" dirty="0"/>
                        <a:t>41</a:t>
                      </a:r>
                      <a:endParaRPr lang="en-US" sz="1600" noProof="0" dirty="0">
                        <a:latin typeface="Arial" panose="020B0604020202020204" pitchFamily="34" charset="0"/>
                        <a:cs typeface="Arial" panose="020B0604020202020204" pitchFamily="34" charset="0"/>
                      </a:endParaRPr>
                    </a:p>
                  </a:txBody>
                  <a:tcPr marL="79956" marR="79956" marT="39978" marB="39978"/>
                </a:tc>
                <a:extLst>
                  <a:ext uri="{0D108BD9-81ED-4DB2-BD59-A6C34878D82A}">
                    <a16:rowId xmlns:a16="http://schemas.microsoft.com/office/drawing/2014/main" val="3251609534"/>
                  </a:ext>
                </a:extLst>
              </a:tr>
            </a:tbl>
          </a:graphicData>
        </a:graphic>
      </p:graphicFrame>
    </p:spTree>
    <p:extLst>
      <p:ext uri="{BB962C8B-B14F-4D97-AF65-F5344CB8AC3E}">
        <p14:creationId xmlns:p14="http://schemas.microsoft.com/office/powerpoint/2010/main" val="37073362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CCB118A-A31E-488A-B655-E144CC01BD62}"/>
              </a:ext>
            </a:extLst>
          </p:cNvPr>
          <p:cNvSpPr>
            <a:spLocks noGrp="1"/>
          </p:cNvSpPr>
          <p:nvPr>
            <p:ph type="title"/>
          </p:nvPr>
        </p:nvSpPr>
        <p:spPr/>
        <p:txBody>
          <a:bodyPr>
            <a:normAutofit fontScale="90000"/>
          </a:bodyPr>
          <a:lstStyle/>
          <a:p>
            <a:r>
              <a:rPr lang="en-ZA" b="1" dirty="0">
                <a:latin typeface="Arial" panose="020B0604020202020204" pitchFamily="34" charset="0"/>
                <a:ea typeface="Cambria" panose="02040503050406030204" pitchFamily="18" charset="0"/>
                <a:cs typeface="Arial" panose="020B0604020202020204" pitchFamily="34" charset="0"/>
              </a:rPr>
              <a:t>Représentation graphique des données</a:t>
            </a:r>
            <a:endParaRPr lang="fr-FR" b="1" dirty="0">
              <a:latin typeface="Arial" panose="020B0604020202020204" pitchFamily="34" charset="0"/>
              <a:cs typeface="Arial" panose="020B0604020202020204" pitchFamily="34" charset="0"/>
            </a:endParaRPr>
          </a:p>
        </p:txBody>
      </p:sp>
      <p:sp>
        <p:nvSpPr>
          <p:cNvPr id="3" name="Espace réservé du contenu 2">
            <a:extLst>
              <a:ext uri="{FF2B5EF4-FFF2-40B4-BE49-F238E27FC236}">
                <a16:creationId xmlns:a16="http://schemas.microsoft.com/office/drawing/2014/main" id="{CD23C7A6-D9A0-4598-B56E-17701BC7DD01}"/>
              </a:ext>
            </a:extLst>
          </p:cNvPr>
          <p:cNvSpPr>
            <a:spLocks noGrp="1"/>
          </p:cNvSpPr>
          <p:nvPr>
            <p:ph idx="1"/>
          </p:nvPr>
        </p:nvSpPr>
        <p:spPr>
          <a:xfrm>
            <a:off x="899592" y="1446238"/>
            <a:ext cx="7330008" cy="4525963"/>
          </a:xfrm>
        </p:spPr>
        <p:txBody>
          <a:bodyPr>
            <a:normAutofit/>
          </a:bodyPr>
          <a:lstStyle/>
          <a:p>
            <a:pPr marL="0" indent="0">
              <a:buNone/>
            </a:pPr>
            <a:r>
              <a:rPr lang="en-US" sz="2000" dirty="0">
                <a:latin typeface="Arial" panose="020B0604020202020204" pitchFamily="34" charset="0"/>
                <a:ea typeface="Cambria" panose="02040503050406030204" pitchFamily="18" charset="0"/>
                <a:cs typeface="Arial" panose="020B0604020202020204" pitchFamily="34" charset="0"/>
              </a:rPr>
              <a:t>Cas des données issues d’une variable discrète 
</a:t>
            </a:r>
            <a:endParaRPr lang="fr-FR" sz="2000" dirty="0">
              <a:latin typeface="Arial" panose="020B0604020202020204" pitchFamily="34" charset="0"/>
              <a:ea typeface="Cambria" panose="02040503050406030204" pitchFamily="18" charset="0"/>
              <a:cs typeface="Arial" panose="020B0604020202020204" pitchFamily="34" charset="0"/>
            </a:endParaRPr>
          </a:p>
        </p:txBody>
      </p:sp>
      <p:pic>
        <p:nvPicPr>
          <p:cNvPr id="6" name="Image 5">
            <a:extLst>
              <a:ext uri="{FF2B5EF4-FFF2-40B4-BE49-F238E27FC236}">
                <a16:creationId xmlns:a16="http://schemas.microsoft.com/office/drawing/2014/main" id="{284117BE-71E2-4257-81AB-59477DE0DE5C}"/>
              </a:ext>
            </a:extLst>
          </p:cNvPr>
          <p:cNvPicPr>
            <a:picLocks noChangeAspect="1"/>
          </p:cNvPicPr>
          <p:nvPr/>
        </p:nvPicPr>
        <p:blipFill rotWithShape="1">
          <a:blip r:embed="rId2"/>
          <a:srcRect l="23613" t="28388" r="27149" b="46024"/>
          <a:stretch/>
        </p:blipFill>
        <p:spPr>
          <a:xfrm>
            <a:off x="864438" y="2132856"/>
            <a:ext cx="4032448" cy="2104325"/>
          </a:xfrm>
          <a:prstGeom prst="rect">
            <a:avLst/>
          </a:prstGeom>
        </p:spPr>
      </p:pic>
      <p:sp>
        <p:nvSpPr>
          <p:cNvPr id="4" name="Bulle narrative : ronde 3">
            <a:extLst>
              <a:ext uri="{FF2B5EF4-FFF2-40B4-BE49-F238E27FC236}">
                <a16:creationId xmlns:a16="http://schemas.microsoft.com/office/drawing/2014/main" id="{502F3BA2-C7B5-43BD-B8B0-F1B47A7D2AC5}"/>
              </a:ext>
            </a:extLst>
          </p:cNvPr>
          <p:cNvSpPr/>
          <p:nvPr/>
        </p:nvSpPr>
        <p:spPr>
          <a:xfrm>
            <a:off x="5220072" y="3381270"/>
            <a:ext cx="3923928" cy="3202092"/>
          </a:xfrm>
          <a:prstGeom prst="wedgeEllipseCallout">
            <a:avLst>
              <a:gd name="adj1" fmla="val -55115"/>
              <a:gd name="adj2" fmla="val -33432"/>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latin typeface="Arial" panose="020B0604020202020204" pitchFamily="34" charset="0"/>
              <a:cs typeface="Arial" panose="020B0604020202020204" pitchFamily="34" charset="0"/>
            </a:endParaRPr>
          </a:p>
        </p:txBody>
      </p:sp>
      <p:pic>
        <p:nvPicPr>
          <p:cNvPr id="7" name="Image 6">
            <a:extLst>
              <a:ext uri="{FF2B5EF4-FFF2-40B4-BE49-F238E27FC236}">
                <a16:creationId xmlns:a16="http://schemas.microsoft.com/office/drawing/2014/main" id="{AAA2770C-5CCA-41F9-B675-1C45BD89ED06}"/>
              </a:ext>
            </a:extLst>
          </p:cNvPr>
          <p:cNvPicPr>
            <a:picLocks noChangeAspect="1"/>
          </p:cNvPicPr>
          <p:nvPr/>
        </p:nvPicPr>
        <p:blipFill>
          <a:blip r:embed="rId3"/>
          <a:stretch>
            <a:fillRect/>
          </a:stretch>
        </p:blipFill>
        <p:spPr>
          <a:xfrm>
            <a:off x="5508104" y="4365104"/>
            <a:ext cx="3303739" cy="1182437"/>
          </a:xfrm>
          <a:prstGeom prst="rect">
            <a:avLst/>
          </a:prstGeom>
        </p:spPr>
      </p:pic>
    </p:spTree>
    <p:extLst>
      <p:ext uri="{BB962C8B-B14F-4D97-AF65-F5344CB8AC3E}">
        <p14:creationId xmlns:p14="http://schemas.microsoft.com/office/powerpoint/2010/main" val="63805560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4AC6B390-BC59-4F1D-A0EE-D71A92F0A0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1" name="Freeform: Shape 10">
            <a:extLst>
              <a:ext uri="{FF2B5EF4-FFF2-40B4-BE49-F238E27FC236}">
                <a16:creationId xmlns:a16="http://schemas.microsoft.com/office/drawing/2014/main" id="{B6C60D79-16F1-4C4B-B7E3-7634E7069C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139352" y="5486400"/>
            <a:ext cx="2004648" cy="1371600"/>
          </a:xfrm>
          <a:custGeom>
            <a:avLst/>
            <a:gdLst>
              <a:gd name="connsiteX0" fmla="*/ 1721734 w 2672863"/>
              <a:gd name="connsiteY0" fmla="*/ 0 h 1371600"/>
              <a:gd name="connsiteX1" fmla="*/ 2564444 w 2672863"/>
              <a:gd name="connsiteY1" fmla="*/ 213382 h 1371600"/>
              <a:gd name="connsiteX2" fmla="*/ 2672863 w 2672863"/>
              <a:gd name="connsiteY2" fmla="*/ 279248 h 1371600"/>
              <a:gd name="connsiteX3" fmla="*/ 2672863 w 2672863"/>
              <a:gd name="connsiteY3" fmla="*/ 1371600 h 1371600"/>
              <a:gd name="connsiteX4" fmla="*/ 0 w 2672863"/>
              <a:gd name="connsiteY4" fmla="*/ 1371600 h 1371600"/>
              <a:gd name="connsiteX5" fmla="*/ 33268 w 2672863"/>
              <a:gd name="connsiteY5" fmla="*/ 1242216 h 1371600"/>
              <a:gd name="connsiteX6" fmla="*/ 1721734 w 2672863"/>
              <a:gd name="connsiteY6" fmla="*/ 0 h 1371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72863" h="1371600">
                <a:moveTo>
                  <a:pt x="1721734" y="0"/>
                </a:moveTo>
                <a:cubicBezTo>
                  <a:pt x="2026863" y="0"/>
                  <a:pt x="2313937" y="77299"/>
                  <a:pt x="2564444" y="213382"/>
                </a:cubicBezTo>
                <a:lnTo>
                  <a:pt x="2672863" y="279248"/>
                </a:lnTo>
                <a:lnTo>
                  <a:pt x="2672863" y="1371600"/>
                </a:lnTo>
                <a:lnTo>
                  <a:pt x="0" y="1371600"/>
                </a:lnTo>
                <a:lnTo>
                  <a:pt x="33268" y="1242216"/>
                </a:lnTo>
                <a:cubicBezTo>
                  <a:pt x="257110" y="522539"/>
                  <a:pt x="928399" y="0"/>
                  <a:pt x="1721734" y="0"/>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3" name="Arc 12">
            <a:extLst>
              <a:ext uri="{FF2B5EF4-FFF2-40B4-BE49-F238E27FC236}">
                <a16:creationId xmlns:a16="http://schemas.microsoft.com/office/drawing/2014/main" id="{426B127E-6498-4C77-9C9D-4553A5113B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51537" y="650160"/>
            <a:ext cx="2240924" cy="2987899"/>
          </a:xfrm>
          <a:prstGeom prst="arc">
            <a:avLst>
              <a:gd name="adj1" fmla="val 14441841"/>
              <a:gd name="adj2" fmla="val 0"/>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2" name="Titre 1">
            <a:extLst>
              <a:ext uri="{FF2B5EF4-FFF2-40B4-BE49-F238E27FC236}">
                <a16:creationId xmlns:a16="http://schemas.microsoft.com/office/drawing/2014/main" id="{F64BF0DD-FFC4-4682-9A3D-7B4B235439A5}"/>
              </a:ext>
            </a:extLst>
          </p:cNvPr>
          <p:cNvSpPr>
            <a:spLocks noGrp="1"/>
          </p:cNvSpPr>
          <p:nvPr>
            <p:ph type="title"/>
          </p:nvPr>
        </p:nvSpPr>
        <p:spPr>
          <a:xfrm>
            <a:off x="628650" y="479493"/>
            <a:ext cx="3943350" cy="1325563"/>
          </a:xfrm>
        </p:spPr>
        <p:txBody>
          <a:bodyPr>
            <a:normAutofit/>
          </a:bodyPr>
          <a:lstStyle/>
          <a:p>
            <a:r>
              <a:rPr lang="fr-FR" b="1" dirty="0">
                <a:latin typeface="Arial" panose="020B0604020202020204" pitchFamily="34" charset="0"/>
                <a:cs typeface="Arial" panose="020B0604020202020204" pitchFamily="34" charset="0"/>
              </a:rPr>
              <a:t>Exemple </a:t>
            </a:r>
          </a:p>
        </p:txBody>
      </p:sp>
      <p:sp>
        <p:nvSpPr>
          <p:cNvPr id="3" name="Espace réservé du contenu 2">
            <a:extLst>
              <a:ext uri="{FF2B5EF4-FFF2-40B4-BE49-F238E27FC236}">
                <a16:creationId xmlns:a16="http://schemas.microsoft.com/office/drawing/2014/main" id="{145B38BC-A63B-42B9-AB9C-772C30ACA228}"/>
              </a:ext>
            </a:extLst>
          </p:cNvPr>
          <p:cNvSpPr>
            <a:spLocks noGrp="1"/>
          </p:cNvSpPr>
          <p:nvPr>
            <p:ph idx="1"/>
          </p:nvPr>
        </p:nvSpPr>
        <p:spPr>
          <a:xfrm>
            <a:off x="628650" y="1984443"/>
            <a:ext cx="3943350" cy="4192520"/>
          </a:xfrm>
        </p:spPr>
        <p:txBody>
          <a:bodyPr>
            <a:normAutofit/>
          </a:bodyPr>
          <a:lstStyle/>
          <a:p>
            <a:pPr marL="0" indent="0">
              <a:lnSpc>
                <a:spcPct val="90000"/>
              </a:lnSpc>
              <a:buNone/>
            </a:pPr>
            <a:r>
              <a:rPr lang="en-US" sz="1800" dirty="0">
                <a:latin typeface="Arial" panose="020B0604020202020204" pitchFamily="34" charset="0"/>
                <a:cs typeface="Arial" panose="020B0604020202020204" pitchFamily="34" charset="0"/>
              </a:rPr>
              <a:t>Les données du tableau ci-dessous représentent le nombre d’appels reçus entre 12 h et 13 h par le service après-vente d’un grand magasin, observé sur 396 jours.</a:t>
            </a:r>
            <a:br>
              <a:rPr lang="en-US" sz="1800" dirty="0">
                <a:latin typeface="Arial" panose="020B0604020202020204" pitchFamily="34" charset="0"/>
                <a:cs typeface="Arial" panose="020B0604020202020204" pitchFamily="34" charset="0"/>
              </a:rPr>
            </a:br>
            <a:br>
              <a:rPr lang="en-US" sz="1800" dirty="0">
                <a:latin typeface="Arial" panose="020B0604020202020204" pitchFamily="34" charset="0"/>
                <a:cs typeface="Arial" panose="020B0604020202020204" pitchFamily="34" charset="0"/>
              </a:rPr>
            </a:br>
            <a:r>
              <a:rPr lang="en-US" sz="1800" b="1" dirty="0">
                <a:latin typeface="Arial" panose="020B0604020202020204" pitchFamily="34" charset="0"/>
                <a:cs typeface="Arial" panose="020B0604020202020204" pitchFamily="34" charset="0"/>
              </a:rPr>
              <a:t>Objectifs</a:t>
            </a:r>
            <a:r>
              <a:rPr lang="en-US" sz="1800" dirty="0">
                <a:latin typeface="Arial" panose="020B0604020202020204" pitchFamily="34" charset="0"/>
                <a:cs typeface="Arial" panose="020B0604020202020204" pitchFamily="34" charset="0"/>
              </a:rPr>
              <a:t> </a:t>
            </a:r>
          </a:p>
          <a:p>
            <a:pPr>
              <a:lnSpc>
                <a:spcPct val="90000"/>
              </a:lnSpc>
              <a:buFont typeface="Wingdings" pitchFamily="2" charset="2"/>
              <a:buChar char="§"/>
            </a:pPr>
            <a:r>
              <a:rPr lang="en-US" sz="1800" dirty="0">
                <a:latin typeface="Arial" panose="020B0604020202020204" pitchFamily="34" charset="0"/>
                <a:cs typeface="Arial" panose="020B0604020202020204" pitchFamily="34" charset="0"/>
              </a:rPr>
              <a:t>Représenter graphiquement les données 
Tracer la courbe des fréquences cumulées croissantes</a:t>
            </a:r>
            <a:endParaRPr lang="fr-FR" sz="1000" dirty="0">
              <a:latin typeface="Arial" panose="020B0604020202020204" pitchFamily="34" charset="0"/>
              <a:cs typeface="Arial" panose="020B0604020202020204" pitchFamily="34" charset="0"/>
            </a:endParaRPr>
          </a:p>
        </p:txBody>
      </p:sp>
      <p:graphicFrame>
        <p:nvGraphicFramePr>
          <p:cNvPr id="4" name="Tableau 4">
            <a:extLst>
              <a:ext uri="{FF2B5EF4-FFF2-40B4-BE49-F238E27FC236}">
                <a16:creationId xmlns:a16="http://schemas.microsoft.com/office/drawing/2014/main" id="{611E66A5-294F-4D20-BCBB-2ACE900D43D4}"/>
              </a:ext>
            </a:extLst>
          </p:cNvPr>
          <p:cNvGraphicFramePr>
            <a:graphicFrameLocks noGrp="1"/>
          </p:cNvGraphicFramePr>
          <p:nvPr>
            <p:extLst>
              <p:ext uri="{D42A27DB-BD31-4B8C-83A1-F6EECF244321}">
                <p14:modId xmlns:p14="http://schemas.microsoft.com/office/powerpoint/2010/main" val="854345812"/>
              </p:ext>
            </p:extLst>
          </p:nvPr>
        </p:nvGraphicFramePr>
        <p:xfrm>
          <a:off x="5027830" y="1983772"/>
          <a:ext cx="3583036" cy="3957519"/>
        </p:xfrm>
        <a:graphic>
          <a:graphicData uri="http://schemas.openxmlformats.org/drawingml/2006/table">
            <a:tbl>
              <a:tblPr firstRow="1" bandRow="1">
                <a:tableStyleId>{EB9631B5-78F2-41C9-869B-9F39066F8104}</a:tableStyleId>
              </a:tblPr>
              <a:tblGrid>
                <a:gridCol w="1791518">
                  <a:extLst>
                    <a:ext uri="{9D8B030D-6E8A-4147-A177-3AD203B41FA5}">
                      <a16:colId xmlns:a16="http://schemas.microsoft.com/office/drawing/2014/main" val="285297970"/>
                    </a:ext>
                  </a:extLst>
                </a:gridCol>
                <a:gridCol w="1791518">
                  <a:extLst>
                    <a:ext uri="{9D8B030D-6E8A-4147-A177-3AD203B41FA5}">
                      <a16:colId xmlns:a16="http://schemas.microsoft.com/office/drawing/2014/main" val="3109524422"/>
                    </a:ext>
                  </a:extLst>
                </a:gridCol>
              </a:tblGrid>
              <a:tr h="827631">
                <a:tc>
                  <a:txBody>
                    <a:bodyPr/>
                    <a:lstStyle/>
                    <a:p>
                      <a:pPr algn="ctr"/>
                      <a:r>
                        <a:rPr lang="fr-FR" sz="2300" dirty="0"/>
                        <a:t>Nombre d’appels</a:t>
                      </a:r>
                      <a:endParaRPr lang="fr-FR" sz="2300" dirty="0">
                        <a:latin typeface="Arial" panose="020B0604020202020204" pitchFamily="34" charset="0"/>
                        <a:cs typeface="Arial" panose="020B0604020202020204" pitchFamily="34" charset="0"/>
                      </a:endParaRPr>
                    </a:p>
                  </a:txBody>
                  <a:tcPr marL="118556" marR="118556" marT="59278" marB="59278"/>
                </a:tc>
                <a:tc>
                  <a:txBody>
                    <a:bodyPr/>
                    <a:lstStyle/>
                    <a:p>
                      <a:pPr algn="ctr"/>
                      <a:r>
                        <a:rPr lang="fr-FR" sz="2300" dirty="0"/>
                        <a:t>Nombre de </a:t>
                      </a:r>
                      <a:r>
                        <a:rPr lang="fr-FR" sz="2300" dirty="0" err="1"/>
                        <a:t>jours</a:t>
                      </a:r>
                      <a:endParaRPr lang="fr-FR" sz="2300" dirty="0">
                        <a:latin typeface="Arial" panose="020B0604020202020204" pitchFamily="34" charset="0"/>
                        <a:cs typeface="Arial" panose="020B0604020202020204" pitchFamily="34" charset="0"/>
                      </a:endParaRPr>
                    </a:p>
                  </a:txBody>
                  <a:tcPr marL="118556" marR="118556" marT="59278" marB="59278"/>
                </a:tc>
                <a:extLst>
                  <a:ext uri="{0D108BD9-81ED-4DB2-BD59-A6C34878D82A}">
                    <a16:rowId xmlns:a16="http://schemas.microsoft.com/office/drawing/2014/main" val="3872581459"/>
                  </a:ext>
                </a:extLst>
              </a:tr>
              <a:tr h="521648">
                <a:tc>
                  <a:txBody>
                    <a:bodyPr/>
                    <a:lstStyle/>
                    <a:p>
                      <a:pPr algn="ctr"/>
                      <a:r>
                        <a:rPr lang="fr-FR" sz="2300"/>
                        <a:t>0</a:t>
                      </a:r>
                      <a:endParaRPr lang="fr-FR" sz="2300">
                        <a:latin typeface="Arial" panose="020B0604020202020204" pitchFamily="34" charset="0"/>
                        <a:cs typeface="Arial" panose="020B0604020202020204" pitchFamily="34" charset="0"/>
                      </a:endParaRPr>
                    </a:p>
                  </a:txBody>
                  <a:tcPr marL="118556" marR="118556" marT="59278" marB="59278"/>
                </a:tc>
                <a:tc>
                  <a:txBody>
                    <a:bodyPr/>
                    <a:lstStyle/>
                    <a:p>
                      <a:pPr algn="ctr"/>
                      <a:r>
                        <a:rPr lang="fr-FR" sz="2300"/>
                        <a:t>101</a:t>
                      </a:r>
                      <a:endParaRPr lang="fr-FR" sz="2300">
                        <a:latin typeface="Arial" panose="020B0604020202020204" pitchFamily="34" charset="0"/>
                        <a:cs typeface="Arial" panose="020B0604020202020204" pitchFamily="34" charset="0"/>
                      </a:endParaRPr>
                    </a:p>
                  </a:txBody>
                  <a:tcPr marL="118556" marR="118556" marT="59278" marB="59278"/>
                </a:tc>
                <a:extLst>
                  <a:ext uri="{0D108BD9-81ED-4DB2-BD59-A6C34878D82A}">
                    <a16:rowId xmlns:a16="http://schemas.microsoft.com/office/drawing/2014/main" val="2085495843"/>
                  </a:ext>
                </a:extLst>
              </a:tr>
              <a:tr h="521648">
                <a:tc>
                  <a:txBody>
                    <a:bodyPr/>
                    <a:lstStyle/>
                    <a:p>
                      <a:pPr algn="ctr"/>
                      <a:r>
                        <a:rPr lang="fr-FR" sz="2300"/>
                        <a:t>1</a:t>
                      </a:r>
                      <a:endParaRPr lang="fr-FR" sz="2300">
                        <a:latin typeface="Arial" panose="020B0604020202020204" pitchFamily="34" charset="0"/>
                        <a:cs typeface="Arial" panose="020B0604020202020204" pitchFamily="34" charset="0"/>
                      </a:endParaRPr>
                    </a:p>
                  </a:txBody>
                  <a:tcPr marL="118556" marR="118556" marT="59278" marB="59278"/>
                </a:tc>
                <a:tc>
                  <a:txBody>
                    <a:bodyPr/>
                    <a:lstStyle/>
                    <a:p>
                      <a:pPr algn="ctr"/>
                      <a:r>
                        <a:rPr lang="fr-FR" sz="2300"/>
                        <a:t>140</a:t>
                      </a:r>
                      <a:endParaRPr lang="fr-FR" sz="2300">
                        <a:latin typeface="Arial" panose="020B0604020202020204" pitchFamily="34" charset="0"/>
                        <a:cs typeface="Arial" panose="020B0604020202020204" pitchFamily="34" charset="0"/>
                      </a:endParaRPr>
                    </a:p>
                  </a:txBody>
                  <a:tcPr marL="118556" marR="118556" marT="59278" marB="59278"/>
                </a:tc>
                <a:extLst>
                  <a:ext uri="{0D108BD9-81ED-4DB2-BD59-A6C34878D82A}">
                    <a16:rowId xmlns:a16="http://schemas.microsoft.com/office/drawing/2014/main" val="3331080220"/>
                  </a:ext>
                </a:extLst>
              </a:tr>
              <a:tr h="521648">
                <a:tc>
                  <a:txBody>
                    <a:bodyPr/>
                    <a:lstStyle/>
                    <a:p>
                      <a:pPr algn="ctr"/>
                      <a:r>
                        <a:rPr lang="fr-FR" sz="2300"/>
                        <a:t>2</a:t>
                      </a:r>
                      <a:endParaRPr lang="fr-FR" sz="2300">
                        <a:latin typeface="Arial" panose="020B0604020202020204" pitchFamily="34" charset="0"/>
                        <a:cs typeface="Arial" panose="020B0604020202020204" pitchFamily="34" charset="0"/>
                      </a:endParaRPr>
                    </a:p>
                  </a:txBody>
                  <a:tcPr marL="118556" marR="118556" marT="59278" marB="59278"/>
                </a:tc>
                <a:tc>
                  <a:txBody>
                    <a:bodyPr/>
                    <a:lstStyle/>
                    <a:p>
                      <a:pPr algn="ctr"/>
                      <a:r>
                        <a:rPr lang="fr-FR" sz="2300"/>
                        <a:t>92</a:t>
                      </a:r>
                      <a:endParaRPr lang="fr-FR" sz="2300">
                        <a:latin typeface="Arial" panose="020B0604020202020204" pitchFamily="34" charset="0"/>
                        <a:cs typeface="Arial" panose="020B0604020202020204" pitchFamily="34" charset="0"/>
                      </a:endParaRPr>
                    </a:p>
                  </a:txBody>
                  <a:tcPr marL="118556" marR="118556" marT="59278" marB="59278"/>
                </a:tc>
                <a:extLst>
                  <a:ext uri="{0D108BD9-81ED-4DB2-BD59-A6C34878D82A}">
                    <a16:rowId xmlns:a16="http://schemas.microsoft.com/office/drawing/2014/main" val="1389917586"/>
                  </a:ext>
                </a:extLst>
              </a:tr>
              <a:tr h="521648">
                <a:tc>
                  <a:txBody>
                    <a:bodyPr/>
                    <a:lstStyle/>
                    <a:p>
                      <a:pPr algn="ctr"/>
                      <a:r>
                        <a:rPr lang="fr-FR" sz="2300"/>
                        <a:t>3</a:t>
                      </a:r>
                      <a:endParaRPr lang="fr-FR" sz="2300">
                        <a:latin typeface="Arial" panose="020B0604020202020204" pitchFamily="34" charset="0"/>
                        <a:cs typeface="Arial" panose="020B0604020202020204" pitchFamily="34" charset="0"/>
                      </a:endParaRPr>
                    </a:p>
                  </a:txBody>
                  <a:tcPr marL="118556" marR="118556" marT="59278" marB="59278"/>
                </a:tc>
                <a:tc>
                  <a:txBody>
                    <a:bodyPr/>
                    <a:lstStyle/>
                    <a:p>
                      <a:pPr algn="ctr"/>
                      <a:r>
                        <a:rPr lang="fr-FR" sz="2300"/>
                        <a:t>42</a:t>
                      </a:r>
                      <a:endParaRPr lang="fr-FR" sz="2300">
                        <a:latin typeface="Arial" panose="020B0604020202020204" pitchFamily="34" charset="0"/>
                        <a:cs typeface="Arial" panose="020B0604020202020204" pitchFamily="34" charset="0"/>
                      </a:endParaRPr>
                    </a:p>
                  </a:txBody>
                  <a:tcPr marL="118556" marR="118556" marT="59278" marB="59278"/>
                </a:tc>
                <a:extLst>
                  <a:ext uri="{0D108BD9-81ED-4DB2-BD59-A6C34878D82A}">
                    <a16:rowId xmlns:a16="http://schemas.microsoft.com/office/drawing/2014/main" val="3916097252"/>
                  </a:ext>
                </a:extLst>
              </a:tr>
              <a:tr h="521648">
                <a:tc>
                  <a:txBody>
                    <a:bodyPr/>
                    <a:lstStyle/>
                    <a:p>
                      <a:pPr algn="ctr"/>
                      <a:r>
                        <a:rPr lang="fr-FR" sz="2300"/>
                        <a:t>4</a:t>
                      </a:r>
                      <a:endParaRPr lang="fr-FR" sz="2300">
                        <a:latin typeface="Arial" panose="020B0604020202020204" pitchFamily="34" charset="0"/>
                        <a:cs typeface="Arial" panose="020B0604020202020204" pitchFamily="34" charset="0"/>
                      </a:endParaRPr>
                    </a:p>
                  </a:txBody>
                  <a:tcPr marL="118556" marR="118556" marT="59278" marB="59278"/>
                </a:tc>
                <a:tc>
                  <a:txBody>
                    <a:bodyPr/>
                    <a:lstStyle/>
                    <a:p>
                      <a:pPr algn="ctr"/>
                      <a:r>
                        <a:rPr lang="fr-FR" sz="2300"/>
                        <a:t>18</a:t>
                      </a:r>
                      <a:endParaRPr lang="fr-FR" sz="2300">
                        <a:latin typeface="Arial" panose="020B0604020202020204" pitchFamily="34" charset="0"/>
                        <a:cs typeface="Arial" panose="020B0604020202020204" pitchFamily="34" charset="0"/>
                      </a:endParaRPr>
                    </a:p>
                  </a:txBody>
                  <a:tcPr marL="118556" marR="118556" marT="59278" marB="59278"/>
                </a:tc>
                <a:extLst>
                  <a:ext uri="{0D108BD9-81ED-4DB2-BD59-A6C34878D82A}">
                    <a16:rowId xmlns:a16="http://schemas.microsoft.com/office/drawing/2014/main" val="1934733682"/>
                  </a:ext>
                </a:extLst>
              </a:tr>
              <a:tr h="521648">
                <a:tc>
                  <a:txBody>
                    <a:bodyPr/>
                    <a:lstStyle/>
                    <a:p>
                      <a:pPr algn="ctr"/>
                      <a:r>
                        <a:rPr lang="fr-FR" sz="2300"/>
                        <a:t>5</a:t>
                      </a:r>
                      <a:endParaRPr lang="fr-FR" sz="2300">
                        <a:latin typeface="Arial" panose="020B0604020202020204" pitchFamily="34" charset="0"/>
                        <a:cs typeface="Arial" panose="020B0604020202020204" pitchFamily="34" charset="0"/>
                      </a:endParaRPr>
                    </a:p>
                  </a:txBody>
                  <a:tcPr marL="118556" marR="118556" marT="59278" marB="59278"/>
                </a:tc>
                <a:tc>
                  <a:txBody>
                    <a:bodyPr/>
                    <a:lstStyle/>
                    <a:p>
                      <a:pPr algn="ctr"/>
                      <a:r>
                        <a:rPr lang="fr-FR" sz="2300" dirty="0"/>
                        <a:t>3</a:t>
                      </a:r>
                      <a:endParaRPr lang="fr-FR" sz="2300" dirty="0">
                        <a:latin typeface="Arial" panose="020B0604020202020204" pitchFamily="34" charset="0"/>
                        <a:cs typeface="Arial" panose="020B0604020202020204" pitchFamily="34" charset="0"/>
                      </a:endParaRPr>
                    </a:p>
                  </a:txBody>
                  <a:tcPr marL="118556" marR="118556" marT="59278" marB="59278"/>
                </a:tc>
                <a:extLst>
                  <a:ext uri="{0D108BD9-81ED-4DB2-BD59-A6C34878D82A}">
                    <a16:rowId xmlns:a16="http://schemas.microsoft.com/office/drawing/2014/main" val="586065978"/>
                  </a:ext>
                </a:extLst>
              </a:tr>
            </a:tbl>
          </a:graphicData>
        </a:graphic>
      </p:graphicFrame>
    </p:spTree>
    <p:extLst>
      <p:ext uri="{BB962C8B-B14F-4D97-AF65-F5344CB8AC3E}">
        <p14:creationId xmlns:p14="http://schemas.microsoft.com/office/powerpoint/2010/main" val="8178134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2EB492CD-616E-47F8-933B-5E2D952A05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3" name="Arc 12">
            <a:extLst>
              <a:ext uri="{FF2B5EF4-FFF2-40B4-BE49-F238E27FC236}">
                <a16:creationId xmlns:a16="http://schemas.microsoft.com/office/drawing/2014/main" id="{59383CF9-23B5-4335-9B21-1791C4CF1C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3967198" flipH="1">
            <a:off x="6100024" y="863980"/>
            <a:ext cx="2987899" cy="2240924"/>
          </a:xfrm>
          <a:prstGeom prst="arc">
            <a:avLst>
              <a:gd name="adj1" fmla="val 14441841"/>
              <a:gd name="adj2" fmla="val 0"/>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2" name="Titre 1">
            <a:extLst>
              <a:ext uri="{FF2B5EF4-FFF2-40B4-BE49-F238E27FC236}">
                <a16:creationId xmlns:a16="http://schemas.microsoft.com/office/drawing/2014/main" id="{092E4D78-736E-41D4-A374-11724A9472B2}"/>
              </a:ext>
            </a:extLst>
          </p:cNvPr>
          <p:cNvSpPr>
            <a:spLocks noGrp="1"/>
          </p:cNvSpPr>
          <p:nvPr>
            <p:ph type="title"/>
          </p:nvPr>
        </p:nvSpPr>
        <p:spPr>
          <a:xfrm>
            <a:off x="4421221" y="479493"/>
            <a:ext cx="4094129" cy="1325563"/>
          </a:xfrm>
        </p:spPr>
        <p:txBody>
          <a:bodyPr>
            <a:normAutofit/>
          </a:bodyPr>
          <a:lstStyle/>
          <a:p>
            <a:pPr>
              <a:lnSpc>
                <a:spcPct val="90000"/>
              </a:lnSpc>
            </a:pPr>
            <a:r>
              <a:rPr lang="en-US" sz="2800" b="1">
                <a:latin typeface="Arial" panose="020B0604020202020204" pitchFamily="34" charset="0"/>
                <a:ea typeface="Cambria" panose="02040503050406030204" pitchFamily="18" charset="0"/>
                <a:cs typeface="Arial" panose="020B0604020202020204" pitchFamily="34" charset="0"/>
              </a:rPr>
              <a:t>Représentation graphique </a:t>
            </a:r>
            <a:r>
              <a:rPr lang="fr-FR" sz="2800" b="1">
                <a:latin typeface="Arial" panose="020B0604020202020204" pitchFamily="34" charset="0"/>
                <a:ea typeface="Cambria" panose="02040503050406030204" pitchFamily="18" charset="0"/>
                <a:cs typeface="Arial" panose="020B0604020202020204" pitchFamily="34" charset="0"/>
              </a:rPr>
              <a:t>des données</a:t>
            </a:r>
            <a:endParaRPr lang="fr-FR" sz="2800" b="1">
              <a:latin typeface="Arial" panose="020B0604020202020204" pitchFamily="34" charset="0"/>
              <a:cs typeface="Arial" panose="020B0604020202020204" pitchFamily="34" charset="0"/>
            </a:endParaRPr>
          </a:p>
        </p:txBody>
      </p:sp>
      <p:sp>
        <p:nvSpPr>
          <p:cNvPr id="15" name="Freeform: Shape 14">
            <a:extLst>
              <a:ext uri="{FF2B5EF4-FFF2-40B4-BE49-F238E27FC236}">
                <a16:creationId xmlns:a16="http://schemas.microsoft.com/office/drawing/2014/main" id="{0007FE00-9498-4706-B255-6437B0252C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5486400"/>
            <a:ext cx="2004647" cy="1371600"/>
          </a:xfrm>
          <a:custGeom>
            <a:avLst/>
            <a:gdLst>
              <a:gd name="connsiteX0" fmla="*/ 1721734 w 2672863"/>
              <a:gd name="connsiteY0" fmla="*/ 0 h 1371600"/>
              <a:gd name="connsiteX1" fmla="*/ 2564444 w 2672863"/>
              <a:gd name="connsiteY1" fmla="*/ 213382 h 1371600"/>
              <a:gd name="connsiteX2" fmla="*/ 2672863 w 2672863"/>
              <a:gd name="connsiteY2" fmla="*/ 279248 h 1371600"/>
              <a:gd name="connsiteX3" fmla="*/ 2672863 w 2672863"/>
              <a:gd name="connsiteY3" fmla="*/ 1371600 h 1371600"/>
              <a:gd name="connsiteX4" fmla="*/ 0 w 2672863"/>
              <a:gd name="connsiteY4" fmla="*/ 1371600 h 1371600"/>
              <a:gd name="connsiteX5" fmla="*/ 33268 w 2672863"/>
              <a:gd name="connsiteY5" fmla="*/ 1242216 h 1371600"/>
              <a:gd name="connsiteX6" fmla="*/ 1721734 w 2672863"/>
              <a:gd name="connsiteY6" fmla="*/ 0 h 1371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72863" h="1371600">
                <a:moveTo>
                  <a:pt x="1721734" y="0"/>
                </a:moveTo>
                <a:cubicBezTo>
                  <a:pt x="2026863" y="0"/>
                  <a:pt x="2313937" y="77299"/>
                  <a:pt x="2564444" y="213382"/>
                </a:cubicBezTo>
                <a:lnTo>
                  <a:pt x="2672863" y="279248"/>
                </a:lnTo>
                <a:lnTo>
                  <a:pt x="2672863" y="1371600"/>
                </a:lnTo>
                <a:lnTo>
                  <a:pt x="0" y="1371600"/>
                </a:lnTo>
                <a:lnTo>
                  <a:pt x="33268" y="1242216"/>
                </a:lnTo>
                <a:cubicBezTo>
                  <a:pt x="257110" y="522539"/>
                  <a:pt x="928399" y="0"/>
                  <a:pt x="1721734" y="0"/>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6" name="Image 5">
            <a:extLst>
              <a:ext uri="{FF2B5EF4-FFF2-40B4-BE49-F238E27FC236}">
                <a16:creationId xmlns:a16="http://schemas.microsoft.com/office/drawing/2014/main" id="{9584B911-4480-4EFF-B420-4791E5E0EC50}"/>
              </a:ext>
            </a:extLst>
          </p:cNvPr>
          <p:cNvPicPr>
            <a:picLocks noChangeAspect="1"/>
          </p:cNvPicPr>
          <p:nvPr/>
        </p:nvPicPr>
        <p:blipFill rotWithShape="1">
          <a:blip r:embed="rId2"/>
          <a:srcRect l="56902" t="58400" r="9050" b="25105"/>
          <a:stretch/>
        </p:blipFill>
        <p:spPr>
          <a:xfrm>
            <a:off x="527386" y="2855922"/>
            <a:ext cx="3583036" cy="976412"/>
          </a:xfrm>
          <a:custGeom>
            <a:avLst/>
            <a:gdLst/>
            <a:ahLst/>
            <a:cxnLst/>
            <a:rect l="l" t="t" r="r" b="b"/>
            <a:pathLst>
              <a:path w="4777381" h="5643794">
                <a:moveTo>
                  <a:pt x="143704" y="0"/>
                </a:moveTo>
                <a:lnTo>
                  <a:pt x="4633677" y="0"/>
                </a:lnTo>
                <a:cubicBezTo>
                  <a:pt x="4713043" y="0"/>
                  <a:pt x="4777381" y="64338"/>
                  <a:pt x="4777381" y="143704"/>
                </a:cubicBezTo>
                <a:lnTo>
                  <a:pt x="4777381" y="5500090"/>
                </a:lnTo>
                <a:cubicBezTo>
                  <a:pt x="4777381" y="5579456"/>
                  <a:pt x="4713043" y="5643794"/>
                  <a:pt x="4633677" y="5643794"/>
                </a:cubicBezTo>
                <a:lnTo>
                  <a:pt x="143704" y="5643794"/>
                </a:lnTo>
                <a:cubicBezTo>
                  <a:pt x="64338" y="5643794"/>
                  <a:pt x="0" y="5579456"/>
                  <a:pt x="0" y="5500090"/>
                </a:cubicBezTo>
                <a:lnTo>
                  <a:pt x="0" y="143704"/>
                </a:lnTo>
                <a:cubicBezTo>
                  <a:pt x="0" y="64338"/>
                  <a:pt x="64338" y="0"/>
                  <a:pt x="143704" y="0"/>
                </a:cubicBezTo>
                <a:close/>
              </a:path>
            </a:pathLst>
          </a:custGeom>
        </p:spPr>
      </p:pic>
      <p:sp>
        <p:nvSpPr>
          <p:cNvPr id="3" name="Espace réservé du contenu 2">
            <a:extLst>
              <a:ext uri="{FF2B5EF4-FFF2-40B4-BE49-F238E27FC236}">
                <a16:creationId xmlns:a16="http://schemas.microsoft.com/office/drawing/2014/main" id="{F63BDC8B-3BBE-45AA-AA92-F1E6DF4DDD1A}"/>
              </a:ext>
            </a:extLst>
          </p:cNvPr>
          <p:cNvSpPr>
            <a:spLocks noGrp="1"/>
          </p:cNvSpPr>
          <p:nvPr>
            <p:ph idx="1"/>
          </p:nvPr>
        </p:nvSpPr>
        <p:spPr>
          <a:xfrm>
            <a:off x="4421221" y="1984443"/>
            <a:ext cx="4094129" cy="4192520"/>
          </a:xfrm>
        </p:spPr>
        <p:txBody>
          <a:bodyPr>
            <a:normAutofit/>
          </a:bodyPr>
          <a:lstStyle/>
          <a:p>
            <a:pPr>
              <a:lnSpc>
                <a:spcPct val="90000"/>
              </a:lnSpc>
              <a:buFont typeface="Wingdings" pitchFamily="2" charset="2"/>
              <a:buChar char="§"/>
            </a:pPr>
            <a:r>
              <a:rPr lang="en-US" sz="2700">
                <a:latin typeface="Arial" panose="020B0604020202020204" pitchFamily="34" charset="0"/>
                <a:ea typeface="Cambria" panose="02040503050406030204" pitchFamily="18" charset="0"/>
                <a:cs typeface="Arial" panose="020B0604020202020204" pitchFamily="34" charset="0"/>
              </a:rPr>
              <a:t>Cas des données d’une variable continue (regroupées en classes)</a:t>
            </a:r>
            <a:endParaRPr lang="fr-FR" sz="2700">
              <a:latin typeface="Arial" panose="020B0604020202020204" pitchFamily="34" charset="0"/>
              <a:ea typeface="Cambria" panose="02040503050406030204" pitchFamily="18" charset="0"/>
              <a:cs typeface="Arial" panose="020B0604020202020204" pitchFamily="34" charset="0"/>
            </a:endParaRPr>
          </a:p>
          <a:p>
            <a:pPr>
              <a:lnSpc>
                <a:spcPct val="90000"/>
              </a:lnSpc>
              <a:buFont typeface="Wingdings" pitchFamily="2" charset="2"/>
              <a:buChar char="§"/>
            </a:pPr>
            <a:r>
              <a:rPr lang="en-US" sz="2700">
                <a:latin typeface="Arial" panose="020B0604020202020204" pitchFamily="34" charset="0"/>
                <a:ea typeface="Cambria" panose="02040503050406030204" pitchFamily="18" charset="0"/>
                <a:cs typeface="Arial" panose="020B0604020202020204" pitchFamily="34" charset="0"/>
              </a:rPr>
              <a:t>L’histogramme est un graphique composé de rectangles dont l’aire est proportionnelle à l’amplitude de la classe </a:t>
            </a:r>
            <a:endParaRPr lang="fr-FR" sz="2700">
              <a:latin typeface="Arial" panose="020B0604020202020204" pitchFamily="34" charset="0"/>
              <a:ea typeface="Cambria" panose="02040503050406030204" pitchFamily="18" charset="0"/>
              <a:cs typeface="Arial" panose="020B0604020202020204" pitchFamily="34" charset="0"/>
            </a:endParaRPr>
          </a:p>
          <a:p>
            <a:pPr marL="0" indent="0">
              <a:lnSpc>
                <a:spcPct val="90000"/>
              </a:lnSpc>
              <a:buNone/>
            </a:pPr>
            <a:endParaRPr lang="fr-FR" sz="270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57289266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2EB492CD-616E-47F8-933B-5E2D952A05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2" name="Arc 11">
            <a:extLst>
              <a:ext uri="{FF2B5EF4-FFF2-40B4-BE49-F238E27FC236}">
                <a16:creationId xmlns:a16="http://schemas.microsoft.com/office/drawing/2014/main" id="{59383CF9-23B5-4335-9B21-1791C4CF1C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3967198" flipH="1">
            <a:off x="6100024" y="863980"/>
            <a:ext cx="2987899" cy="2240924"/>
          </a:xfrm>
          <a:prstGeom prst="arc">
            <a:avLst>
              <a:gd name="adj1" fmla="val 14441841"/>
              <a:gd name="adj2" fmla="val 0"/>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2" name="Titre 1">
            <a:extLst>
              <a:ext uri="{FF2B5EF4-FFF2-40B4-BE49-F238E27FC236}">
                <a16:creationId xmlns:a16="http://schemas.microsoft.com/office/drawing/2014/main" id="{092E4D78-736E-41D4-A374-11724A9472B2}"/>
              </a:ext>
            </a:extLst>
          </p:cNvPr>
          <p:cNvSpPr>
            <a:spLocks noGrp="1"/>
          </p:cNvSpPr>
          <p:nvPr>
            <p:ph type="title"/>
          </p:nvPr>
        </p:nvSpPr>
        <p:spPr>
          <a:xfrm>
            <a:off x="4421221" y="479493"/>
            <a:ext cx="4094129" cy="1325563"/>
          </a:xfrm>
        </p:spPr>
        <p:txBody>
          <a:bodyPr>
            <a:normAutofit fontScale="90000"/>
          </a:bodyPr>
          <a:lstStyle/>
          <a:p>
            <a:pPr>
              <a:lnSpc>
                <a:spcPct val="90000"/>
              </a:lnSpc>
            </a:pPr>
            <a:r>
              <a:rPr lang="en-US" sz="3100" b="1" dirty="0">
                <a:latin typeface="Arial" panose="020B0604020202020204" pitchFamily="34" charset="0"/>
                <a:ea typeface="Cambria" panose="02040503050406030204" pitchFamily="18" charset="0"/>
                <a:cs typeface="Arial" panose="020B0604020202020204" pitchFamily="34" charset="0"/>
              </a:rPr>
              <a:t>Représentation graphique </a:t>
            </a:r>
            <a:r>
              <a:rPr lang="fr-FR" sz="3100" b="1" dirty="0">
                <a:latin typeface="Arial" panose="020B0604020202020204" pitchFamily="34" charset="0"/>
                <a:ea typeface="Cambria" panose="02040503050406030204" pitchFamily="18" charset="0"/>
                <a:cs typeface="Arial" panose="020B0604020202020204" pitchFamily="34" charset="0"/>
              </a:rPr>
              <a:t>des données</a:t>
            </a:r>
            <a:endParaRPr lang="fr-FR" sz="3100" b="1" dirty="0">
              <a:latin typeface="Arial" panose="020B0604020202020204" pitchFamily="34" charset="0"/>
              <a:cs typeface="Arial" panose="020B0604020202020204" pitchFamily="34" charset="0"/>
            </a:endParaRPr>
          </a:p>
        </p:txBody>
      </p:sp>
      <p:sp>
        <p:nvSpPr>
          <p:cNvPr id="14" name="Freeform: Shape 13">
            <a:extLst>
              <a:ext uri="{FF2B5EF4-FFF2-40B4-BE49-F238E27FC236}">
                <a16:creationId xmlns:a16="http://schemas.microsoft.com/office/drawing/2014/main" id="{0007FE00-9498-4706-B255-6437B0252C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5486400"/>
            <a:ext cx="2004647" cy="1371600"/>
          </a:xfrm>
          <a:custGeom>
            <a:avLst/>
            <a:gdLst>
              <a:gd name="connsiteX0" fmla="*/ 1721734 w 2672863"/>
              <a:gd name="connsiteY0" fmla="*/ 0 h 1371600"/>
              <a:gd name="connsiteX1" fmla="*/ 2564444 w 2672863"/>
              <a:gd name="connsiteY1" fmla="*/ 213382 h 1371600"/>
              <a:gd name="connsiteX2" fmla="*/ 2672863 w 2672863"/>
              <a:gd name="connsiteY2" fmla="*/ 279248 h 1371600"/>
              <a:gd name="connsiteX3" fmla="*/ 2672863 w 2672863"/>
              <a:gd name="connsiteY3" fmla="*/ 1371600 h 1371600"/>
              <a:gd name="connsiteX4" fmla="*/ 0 w 2672863"/>
              <a:gd name="connsiteY4" fmla="*/ 1371600 h 1371600"/>
              <a:gd name="connsiteX5" fmla="*/ 33268 w 2672863"/>
              <a:gd name="connsiteY5" fmla="*/ 1242216 h 1371600"/>
              <a:gd name="connsiteX6" fmla="*/ 1721734 w 2672863"/>
              <a:gd name="connsiteY6" fmla="*/ 0 h 1371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72863" h="1371600">
                <a:moveTo>
                  <a:pt x="1721734" y="0"/>
                </a:moveTo>
                <a:cubicBezTo>
                  <a:pt x="2026863" y="0"/>
                  <a:pt x="2313937" y="77299"/>
                  <a:pt x="2564444" y="213382"/>
                </a:cubicBezTo>
                <a:lnTo>
                  <a:pt x="2672863" y="279248"/>
                </a:lnTo>
                <a:lnTo>
                  <a:pt x="2672863" y="1371600"/>
                </a:lnTo>
                <a:lnTo>
                  <a:pt x="0" y="1371600"/>
                </a:lnTo>
                <a:lnTo>
                  <a:pt x="33268" y="1242216"/>
                </a:lnTo>
                <a:cubicBezTo>
                  <a:pt x="257110" y="522539"/>
                  <a:pt x="928399" y="0"/>
                  <a:pt x="1721734" y="0"/>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5" name="Image 4">
            <a:extLst>
              <a:ext uri="{FF2B5EF4-FFF2-40B4-BE49-F238E27FC236}">
                <a16:creationId xmlns:a16="http://schemas.microsoft.com/office/drawing/2014/main" id="{FB335443-DCBE-4264-B6C4-C37BAD9C03F2}"/>
              </a:ext>
            </a:extLst>
          </p:cNvPr>
          <p:cNvPicPr>
            <a:picLocks noChangeAspect="1"/>
          </p:cNvPicPr>
          <p:nvPr/>
        </p:nvPicPr>
        <p:blipFill>
          <a:blip r:embed="rId2"/>
          <a:stretch>
            <a:fillRect/>
          </a:stretch>
        </p:blipFill>
        <p:spPr>
          <a:xfrm>
            <a:off x="628650" y="2708920"/>
            <a:ext cx="3583036" cy="1872135"/>
          </a:xfrm>
          <a:custGeom>
            <a:avLst/>
            <a:gdLst/>
            <a:ahLst/>
            <a:cxnLst/>
            <a:rect l="l" t="t" r="r" b="b"/>
            <a:pathLst>
              <a:path w="4777381" h="5643794">
                <a:moveTo>
                  <a:pt x="143704" y="0"/>
                </a:moveTo>
                <a:lnTo>
                  <a:pt x="4633677" y="0"/>
                </a:lnTo>
                <a:cubicBezTo>
                  <a:pt x="4713043" y="0"/>
                  <a:pt x="4777381" y="64338"/>
                  <a:pt x="4777381" y="143704"/>
                </a:cubicBezTo>
                <a:lnTo>
                  <a:pt x="4777381" y="5500090"/>
                </a:lnTo>
                <a:cubicBezTo>
                  <a:pt x="4777381" y="5579456"/>
                  <a:pt x="4713043" y="5643794"/>
                  <a:pt x="4633677" y="5643794"/>
                </a:cubicBezTo>
                <a:lnTo>
                  <a:pt x="143704" y="5643794"/>
                </a:lnTo>
                <a:cubicBezTo>
                  <a:pt x="64338" y="5643794"/>
                  <a:pt x="0" y="5579456"/>
                  <a:pt x="0" y="5500090"/>
                </a:cubicBezTo>
                <a:lnTo>
                  <a:pt x="0" y="143704"/>
                </a:lnTo>
                <a:cubicBezTo>
                  <a:pt x="0" y="64338"/>
                  <a:pt x="64338" y="0"/>
                  <a:pt x="143704" y="0"/>
                </a:cubicBezTo>
                <a:close/>
              </a:path>
            </a:pathLst>
          </a:custGeom>
        </p:spPr>
      </p:pic>
      <p:sp>
        <p:nvSpPr>
          <p:cNvPr id="3" name="Espace réservé du contenu 2">
            <a:extLst>
              <a:ext uri="{FF2B5EF4-FFF2-40B4-BE49-F238E27FC236}">
                <a16:creationId xmlns:a16="http://schemas.microsoft.com/office/drawing/2014/main" id="{F63BDC8B-3BBE-45AA-AA92-F1E6DF4DDD1A}"/>
              </a:ext>
            </a:extLst>
          </p:cNvPr>
          <p:cNvSpPr>
            <a:spLocks noGrp="1"/>
          </p:cNvSpPr>
          <p:nvPr>
            <p:ph idx="1"/>
          </p:nvPr>
        </p:nvSpPr>
        <p:spPr>
          <a:xfrm>
            <a:off x="4421221" y="1984443"/>
            <a:ext cx="4094129" cy="4192520"/>
          </a:xfrm>
        </p:spPr>
        <p:txBody>
          <a:bodyPr>
            <a:normAutofit/>
          </a:bodyPr>
          <a:lstStyle/>
          <a:p>
            <a:pPr>
              <a:lnSpc>
                <a:spcPct val="90000"/>
              </a:lnSpc>
              <a:buFont typeface="Wingdings" pitchFamily="2" charset="2"/>
              <a:buChar char="§"/>
            </a:pPr>
            <a:r>
              <a:rPr lang="en-US" sz="2700" dirty="0">
                <a:latin typeface="Arial" panose="020B0604020202020204" pitchFamily="34" charset="0"/>
                <a:ea typeface="Cambria" panose="02040503050406030204" pitchFamily="18" charset="0"/>
                <a:cs typeface="Arial" panose="020B0604020202020204" pitchFamily="34" charset="0"/>
              </a:rPr>
              <a:t>Cas des données d’une variable continue (regroupées en classes)</a:t>
            </a:r>
            <a:endParaRPr lang="fr-FR" sz="2700" dirty="0">
              <a:latin typeface="Arial" panose="020B0604020202020204" pitchFamily="34" charset="0"/>
              <a:ea typeface="Cambria" panose="02040503050406030204" pitchFamily="18" charset="0"/>
              <a:cs typeface="Arial" panose="020B0604020202020204" pitchFamily="34" charset="0"/>
            </a:endParaRPr>
          </a:p>
          <a:p>
            <a:pPr>
              <a:lnSpc>
                <a:spcPct val="90000"/>
              </a:lnSpc>
              <a:buFont typeface="Wingdings" pitchFamily="2" charset="2"/>
              <a:buChar char="§"/>
            </a:pPr>
            <a:r>
              <a:rPr lang="en-US" sz="2700" dirty="0">
                <a:latin typeface="Arial" panose="020B0604020202020204" pitchFamily="34" charset="0"/>
                <a:ea typeface="Cambria" panose="02040503050406030204" pitchFamily="18" charset="0"/>
                <a:cs typeface="Arial" panose="020B0604020202020204" pitchFamily="34" charset="0"/>
              </a:rPr>
              <a:t>La courbe des fréquences cumulées croissantes est continue (elle n’est pas en escalier)</a:t>
            </a:r>
            <a:endParaRPr lang="fr-FR" sz="2700" dirty="0">
              <a:latin typeface="Arial" panose="020B0604020202020204" pitchFamily="34" charset="0"/>
              <a:ea typeface="Cambria" panose="02040503050406030204" pitchFamily="18" charset="0"/>
              <a:cs typeface="Arial" panose="020B0604020202020204" pitchFamily="34" charset="0"/>
            </a:endParaRPr>
          </a:p>
          <a:p>
            <a:pPr marL="0" indent="0">
              <a:lnSpc>
                <a:spcPct val="90000"/>
              </a:lnSpc>
              <a:buNone/>
            </a:pPr>
            <a:endParaRPr lang="fr-FR" sz="2700" dirty="0">
              <a:latin typeface="Arial" panose="020B0604020202020204" pitchFamily="34" charset="0"/>
              <a:ea typeface="Cambria" panose="02040503050406030204" pitchFamily="18" charset="0"/>
              <a:cs typeface="Arial" panose="020B0604020202020204" pitchFamily="34" charset="0"/>
            </a:endParaRPr>
          </a:p>
          <a:p>
            <a:pPr marL="0" indent="0">
              <a:lnSpc>
                <a:spcPct val="90000"/>
              </a:lnSpc>
              <a:buNone/>
            </a:pPr>
            <a:endParaRPr lang="fr-FR" sz="27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27340830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EB492CD-616E-47F8-933B-5E2D952A05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1" name="Arc 10">
            <a:extLst>
              <a:ext uri="{FF2B5EF4-FFF2-40B4-BE49-F238E27FC236}">
                <a16:creationId xmlns:a16="http://schemas.microsoft.com/office/drawing/2014/main" id="{59383CF9-23B5-4335-9B21-1791C4CF1C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3967198" flipH="1">
            <a:off x="6100024" y="863980"/>
            <a:ext cx="2987899" cy="2240924"/>
          </a:xfrm>
          <a:prstGeom prst="arc">
            <a:avLst>
              <a:gd name="adj1" fmla="val 14441841"/>
              <a:gd name="adj2" fmla="val 0"/>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2" name="Titre 1">
            <a:extLst>
              <a:ext uri="{FF2B5EF4-FFF2-40B4-BE49-F238E27FC236}">
                <a16:creationId xmlns:a16="http://schemas.microsoft.com/office/drawing/2014/main" id="{FA41B47A-EB61-4D5C-864F-D1A46B853A92}"/>
              </a:ext>
            </a:extLst>
          </p:cNvPr>
          <p:cNvSpPr>
            <a:spLocks noGrp="1"/>
          </p:cNvSpPr>
          <p:nvPr>
            <p:ph type="title"/>
          </p:nvPr>
        </p:nvSpPr>
        <p:spPr>
          <a:xfrm>
            <a:off x="4421221" y="479493"/>
            <a:ext cx="4094129" cy="1325563"/>
          </a:xfrm>
        </p:spPr>
        <p:txBody>
          <a:bodyPr>
            <a:normAutofit/>
          </a:bodyPr>
          <a:lstStyle/>
          <a:p>
            <a:r>
              <a:rPr lang="en-US" b="1" dirty="0">
                <a:latin typeface="Arial" panose="020B0604020202020204" pitchFamily="34" charset="0"/>
                <a:cs typeface="Arial" panose="020B0604020202020204" pitchFamily="34" charset="0"/>
              </a:rPr>
              <a:t>Exemple</a:t>
            </a:r>
          </a:p>
        </p:txBody>
      </p:sp>
      <p:sp>
        <p:nvSpPr>
          <p:cNvPr id="13" name="Freeform: Shape 12">
            <a:extLst>
              <a:ext uri="{FF2B5EF4-FFF2-40B4-BE49-F238E27FC236}">
                <a16:creationId xmlns:a16="http://schemas.microsoft.com/office/drawing/2014/main" id="{0007FE00-9498-4706-B255-6437B0252C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5486400"/>
            <a:ext cx="2004647" cy="1371600"/>
          </a:xfrm>
          <a:custGeom>
            <a:avLst/>
            <a:gdLst>
              <a:gd name="connsiteX0" fmla="*/ 1721734 w 2672863"/>
              <a:gd name="connsiteY0" fmla="*/ 0 h 1371600"/>
              <a:gd name="connsiteX1" fmla="*/ 2564444 w 2672863"/>
              <a:gd name="connsiteY1" fmla="*/ 213382 h 1371600"/>
              <a:gd name="connsiteX2" fmla="*/ 2672863 w 2672863"/>
              <a:gd name="connsiteY2" fmla="*/ 279248 h 1371600"/>
              <a:gd name="connsiteX3" fmla="*/ 2672863 w 2672863"/>
              <a:gd name="connsiteY3" fmla="*/ 1371600 h 1371600"/>
              <a:gd name="connsiteX4" fmla="*/ 0 w 2672863"/>
              <a:gd name="connsiteY4" fmla="*/ 1371600 h 1371600"/>
              <a:gd name="connsiteX5" fmla="*/ 33268 w 2672863"/>
              <a:gd name="connsiteY5" fmla="*/ 1242216 h 1371600"/>
              <a:gd name="connsiteX6" fmla="*/ 1721734 w 2672863"/>
              <a:gd name="connsiteY6" fmla="*/ 0 h 1371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72863" h="1371600">
                <a:moveTo>
                  <a:pt x="1721734" y="0"/>
                </a:moveTo>
                <a:cubicBezTo>
                  <a:pt x="2026863" y="0"/>
                  <a:pt x="2313937" y="77299"/>
                  <a:pt x="2564444" y="213382"/>
                </a:cubicBezTo>
                <a:lnTo>
                  <a:pt x="2672863" y="279248"/>
                </a:lnTo>
                <a:lnTo>
                  <a:pt x="2672863" y="1371600"/>
                </a:lnTo>
                <a:lnTo>
                  <a:pt x="0" y="1371600"/>
                </a:lnTo>
                <a:lnTo>
                  <a:pt x="33268" y="1242216"/>
                </a:lnTo>
                <a:cubicBezTo>
                  <a:pt x="257110" y="522539"/>
                  <a:pt x="928399" y="0"/>
                  <a:pt x="1721734" y="0"/>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 name="Espace réservé du contenu 2">
            <a:extLst>
              <a:ext uri="{FF2B5EF4-FFF2-40B4-BE49-F238E27FC236}">
                <a16:creationId xmlns:a16="http://schemas.microsoft.com/office/drawing/2014/main" id="{5B3F578E-58E2-4F8D-B15B-FE1473B5FFFC}"/>
              </a:ext>
            </a:extLst>
          </p:cNvPr>
          <p:cNvSpPr>
            <a:spLocks noGrp="1"/>
          </p:cNvSpPr>
          <p:nvPr>
            <p:ph idx="1"/>
          </p:nvPr>
        </p:nvSpPr>
        <p:spPr>
          <a:xfrm>
            <a:off x="4421221" y="1984443"/>
            <a:ext cx="4255235" cy="4192520"/>
          </a:xfrm>
        </p:spPr>
        <p:txBody>
          <a:bodyPr>
            <a:normAutofit/>
          </a:bodyPr>
          <a:lstStyle/>
          <a:p>
            <a:pPr marL="0" indent="0">
              <a:lnSpc>
                <a:spcPct val="90000"/>
              </a:lnSpc>
              <a:buNone/>
            </a:pPr>
            <a:r>
              <a:rPr lang="en-US" sz="2000" dirty="0">
                <a:latin typeface="Arial" panose="020B0604020202020204" pitchFamily="34" charset="0"/>
                <a:cs typeface="Arial" panose="020B0604020202020204" pitchFamily="34" charset="0"/>
              </a:rPr>
              <a:t>Les données ci-dessous représentent le poids de 50 patients.</a:t>
            </a:r>
            <a:br>
              <a:rPr lang="en-US" sz="2000" dirty="0">
                <a:latin typeface="Arial" panose="020B0604020202020204" pitchFamily="34" charset="0"/>
                <a:cs typeface="Arial" panose="020B0604020202020204" pitchFamily="34" charset="0"/>
              </a:rPr>
            </a:br>
            <a:br>
              <a:rPr lang="en-US" sz="2000" dirty="0">
                <a:latin typeface="Arial" panose="020B0604020202020204" pitchFamily="34" charset="0"/>
                <a:cs typeface="Arial" panose="020B0604020202020204" pitchFamily="34" charset="0"/>
              </a:rPr>
            </a:br>
            <a:r>
              <a:rPr lang="en-US" sz="2000" b="1" dirty="0">
                <a:latin typeface="Arial" panose="020B0604020202020204" pitchFamily="34" charset="0"/>
                <a:cs typeface="Arial" panose="020B0604020202020204" pitchFamily="34" charset="0"/>
              </a:rPr>
              <a:t>Objectifs</a:t>
            </a:r>
            <a:r>
              <a:rPr lang="en-US" sz="2000" dirty="0">
                <a:latin typeface="Arial" panose="020B0604020202020204" pitchFamily="34" charset="0"/>
                <a:cs typeface="Arial" panose="020B0604020202020204" pitchFamily="34" charset="0"/>
              </a:rPr>
              <a:t>
</a:t>
            </a:r>
          </a:p>
          <a:p>
            <a:pPr>
              <a:lnSpc>
                <a:spcPct val="90000"/>
              </a:lnSpc>
            </a:pPr>
            <a:r>
              <a:rPr lang="en-US" sz="2000" dirty="0">
                <a:latin typeface="Arial" panose="020B0604020202020204" pitchFamily="34" charset="0"/>
                <a:cs typeface="Arial" panose="020B0604020202020204" pitchFamily="34" charset="0"/>
              </a:rPr>
              <a:t>Représenter graphiquement les données 
Tracer la courbe des fréquences cumulées croissantes</a:t>
            </a:r>
            <a:endParaRPr lang="fr-FR" sz="2000" dirty="0">
              <a:latin typeface="Arial" panose="020B0604020202020204" pitchFamily="34" charset="0"/>
              <a:cs typeface="Arial" panose="020B0604020202020204" pitchFamily="34" charset="0"/>
            </a:endParaRPr>
          </a:p>
        </p:txBody>
      </p:sp>
      <p:graphicFrame>
        <p:nvGraphicFramePr>
          <p:cNvPr id="4" name="Tableau 4">
            <a:extLst>
              <a:ext uri="{FF2B5EF4-FFF2-40B4-BE49-F238E27FC236}">
                <a16:creationId xmlns:a16="http://schemas.microsoft.com/office/drawing/2014/main" id="{9BFD17B1-4CF9-46F2-8F3B-77E550FEA4BD}"/>
              </a:ext>
            </a:extLst>
          </p:cNvPr>
          <p:cNvGraphicFramePr>
            <a:graphicFrameLocks noGrp="1"/>
          </p:cNvGraphicFramePr>
          <p:nvPr>
            <p:extLst>
              <p:ext uri="{D42A27DB-BD31-4B8C-83A1-F6EECF244321}">
                <p14:modId xmlns:p14="http://schemas.microsoft.com/office/powerpoint/2010/main" val="81170036"/>
              </p:ext>
            </p:extLst>
          </p:nvPr>
        </p:nvGraphicFramePr>
        <p:xfrm>
          <a:off x="527386" y="1390345"/>
          <a:ext cx="3583037" cy="3466818"/>
        </p:xfrm>
        <a:graphic>
          <a:graphicData uri="http://schemas.openxmlformats.org/drawingml/2006/table">
            <a:tbl>
              <a:tblPr firstRow="1" bandRow="1">
                <a:tableStyleId>{F5AB1C69-6EDB-4FF4-983F-18BD219EF322}</a:tableStyleId>
              </a:tblPr>
              <a:tblGrid>
                <a:gridCol w="1629253">
                  <a:extLst>
                    <a:ext uri="{9D8B030D-6E8A-4147-A177-3AD203B41FA5}">
                      <a16:colId xmlns:a16="http://schemas.microsoft.com/office/drawing/2014/main" val="2688760135"/>
                    </a:ext>
                  </a:extLst>
                </a:gridCol>
                <a:gridCol w="1953784">
                  <a:extLst>
                    <a:ext uri="{9D8B030D-6E8A-4147-A177-3AD203B41FA5}">
                      <a16:colId xmlns:a16="http://schemas.microsoft.com/office/drawing/2014/main" val="154224066"/>
                    </a:ext>
                  </a:extLst>
                </a:gridCol>
              </a:tblGrid>
              <a:tr h="886527">
                <a:tc>
                  <a:txBody>
                    <a:bodyPr/>
                    <a:lstStyle/>
                    <a:p>
                      <a:pPr algn="ctr"/>
                      <a:r>
                        <a:rPr lang="fr-FR" sz="2400" b="1" cap="none" spc="0" dirty="0">
                          <a:solidFill>
                            <a:schemeClr val="tx1"/>
                          </a:solidFill>
                          <a:latin typeface="Arial" panose="020B0604020202020204" pitchFamily="34" charset="0"/>
                          <a:cs typeface="Arial" panose="020B0604020202020204" pitchFamily="34" charset="0"/>
                        </a:rPr>
                        <a:t>Poids</a:t>
                      </a:r>
                    </a:p>
                  </a:txBody>
                  <a:tcPr marL="158415" marR="158415" marT="110890" marB="110890"/>
                </a:tc>
                <a:tc>
                  <a:txBody>
                    <a:bodyPr/>
                    <a:lstStyle/>
                    <a:p>
                      <a:pPr algn="ctr"/>
                      <a:r>
                        <a:rPr lang="fr-FR" sz="2400" b="1" cap="none" spc="0" dirty="0">
                          <a:solidFill>
                            <a:schemeClr val="tx1"/>
                          </a:solidFill>
                          <a:latin typeface="Arial" panose="020B0604020202020204" pitchFamily="34" charset="0"/>
                          <a:cs typeface="Arial" panose="020B0604020202020204" pitchFamily="34" charset="0"/>
                        </a:rPr>
                        <a:t>Nombre de patients </a:t>
                      </a:r>
                    </a:p>
                  </a:txBody>
                  <a:tcPr marL="158415" marR="158415" marT="110890" marB="110890"/>
                </a:tc>
                <a:extLst>
                  <a:ext uri="{0D108BD9-81ED-4DB2-BD59-A6C34878D82A}">
                    <a16:rowId xmlns:a16="http://schemas.microsoft.com/office/drawing/2014/main" val="3075134096"/>
                  </a:ext>
                </a:extLst>
              </a:tr>
              <a:tr h="654782">
                <a:tc>
                  <a:txBody>
                    <a:bodyPr/>
                    <a:lstStyle/>
                    <a:p>
                      <a:r>
                        <a:rPr lang="fr-FR" sz="2400" cap="none" spc="0" dirty="0">
                          <a:solidFill>
                            <a:schemeClr val="tx1"/>
                          </a:solidFill>
                          <a:latin typeface="Arial" panose="020B0604020202020204" pitchFamily="34" charset="0"/>
                          <a:cs typeface="Arial" panose="020B0604020202020204" pitchFamily="34" charset="0"/>
                        </a:rPr>
                        <a:t>[0 ; 50]</a:t>
                      </a:r>
                    </a:p>
                  </a:txBody>
                  <a:tcPr marL="158415" marR="158415" marT="110890" marB="110890"/>
                </a:tc>
                <a:tc>
                  <a:txBody>
                    <a:bodyPr/>
                    <a:lstStyle/>
                    <a:p>
                      <a:r>
                        <a:rPr lang="fr-FR" sz="2400" cap="none" spc="0" dirty="0">
                          <a:solidFill>
                            <a:schemeClr val="tx1"/>
                          </a:solidFill>
                          <a:latin typeface="Arial" panose="020B0604020202020204" pitchFamily="34" charset="0"/>
                          <a:cs typeface="Arial" panose="020B0604020202020204" pitchFamily="34" charset="0"/>
                        </a:rPr>
                        <a:t>20</a:t>
                      </a:r>
                    </a:p>
                  </a:txBody>
                  <a:tcPr marL="158415" marR="158415" marT="110890" marB="110890"/>
                </a:tc>
                <a:extLst>
                  <a:ext uri="{0D108BD9-81ED-4DB2-BD59-A6C34878D82A}">
                    <a16:rowId xmlns:a16="http://schemas.microsoft.com/office/drawing/2014/main" val="4000782009"/>
                  </a:ext>
                </a:extLst>
              </a:tr>
              <a:tr h="601977">
                <a:tc>
                  <a:txBody>
                    <a:bodyPr/>
                    <a:lstStyle/>
                    <a:p>
                      <a:r>
                        <a:rPr lang="fr-FR" sz="2100" cap="none" spc="0" dirty="0">
                          <a:solidFill>
                            <a:schemeClr val="tx1"/>
                          </a:solidFill>
                          <a:latin typeface="Arial" panose="020B0604020202020204" pitchFamily="34" charset="0"/>
                          <a:cs typeface="Arial" panose="020B0604020202020204" pitchFamily="34" charset="0"/>
                        </a:rPr>
                        <a:t>[50 ; 60]</a:t>
                      </a:r>
                    </a:p>
                  </a:txBody>
                  <a:tcPr marL="158415" marR="158415" marT="110890" marB="110890"/>
                </a:tc>
                <a:tc>
                  <a:txBody>
                    <a:bodyPr/>
                    <a:lstStyle/>
                    <a:p>
                      <a:r>
                        <a:rPr lang="fr-FR" sz="2100" cap="none" spc="0">
                          <a:solidFill>
                            <a:schemeClr val="tx1"/>
                          </a:solidFill>
                          <a:latin typeface="Arial" panose="020B0604020202020204" pitchFamily="34" charset="0"/>
                          <a:cs typeface="Arial" panose="020B0604020202020204" pitchFamily="34" charset="0"/>
                        </a:rPr>
                        <a:t>12</a:t>
                      </a:r>
                    </a:p>
                  </a:txBody>
                  <a:tcPr marL="158415" marR="158415" marT="110890" marB="110890"/>
                </a:tc>
                <a:extLst>
                  <a:ext uri="{0D108BD9-81ED-4DB2-BD59-A6C34878D82A}">
                    <a16:rowId xmlns:a16="http://schemas.microsoft.com/office/drawing/2014/main" val="756738756"/>
                  </a:ext>
                </a:extLst>
              </a:tr>
              <a:tr h="654782">
                <a:tc>
                  <a:txBody>
                    <a:bodyPr/>
                    <a:lstStyle/>
                    <a:p>
                      <a:r>
                        <a:rPr lang="fr-FR" sz="2400" cap="none" spc="0" dirty="0">
                          <a:solidFill>
                            <a:schemeClr val="tx1"/>
                          </a:solidFill>
                          <a:latin typeface="Arial" panose="020B0604020202020204" pitchFamily="34" charset="0"/>
                          <a:cs typeface="Arial" panose="020B0604020202020204" pitchFamily="34" charset="0"/>
                        </a:rPr>
                        <a:t>[60 ; 70]</a:t>
                      </a:r>
                    </a:p>
                  </a:txBody>
                  <a:tcPr marL="158415" marR="158415" marT="110890" marB="110890"/>
                </a:tc>
                <a:tc>
                  <a:txBody>
                    <a:bodyPr/>
                    <a:lstStyle/>
                    <a:p>
                      <a:r>
                        <a:rPr lang="fr-FR" sz="2400" cap="none" spc="0">
                          <a:solidFill>
                            <a:schemeClr val="tx1"/>
                          </a:solidFill>
                          <a:latin typeface="Arial" panose="020B0604020202020204" pitchFamily="34" charset="0"/>
                          <a:cs typeface="Arial" panose="020B0604020202020204" pitchFamily="34" charset="0"/>
                        </a:rPr>
                        <a:t>11</a:t>
                      </a:r>
                    </a:p>
                  </a:txBody>
                  <a:tcPr marL="158415" marR="158415" marT="110890" marB="110890"/>
                </a:tc>
                <a:extLst>
                  <a:ext uri="{0D108BD9-81ED-4DB2-BD59-A6C34878D82A}">
                    <a16:rowId xmlns:a16="http://schemas.microsoft.com/office/drawing/2014/main" val="1042889469"/>
                  </a:ext>
                </a:extLst>
              </a:tr>
              <a:tr h="601977">
                <a:tc>
                  <a:txBody>
                    <a:bodyPr/>
                    <a:lstStyle/>
                    <a:p>
                      <a:r>
                        <a:rPr lang="fr-FR" sz="2100" cap="none" spc="0" dirty="0">
                          <a:solidFill>
                            <a:schemeClr val="tx1"/>
                          </a:solidFill>
                          <a:latin typeface="Arial" panose="020B0604020202020204" pitchFamily="34" charset="0"/>
                          <a:cs typeface="Arial" panose="020B0604020202020204" pitchFamily="34" charset="0"/>
                        </a:rPr>
                        <a:t>[70 ; 100]</a:t>
                      </a:r>
                    </a:p>
                  </a:txBody>
                  <a:tcPr marL="158415" marR="158415" marT="110890" marB="110890"/>
                </a:tc>
                <a:tc>
                  <a:txBody>
                    <a:bodyPr/>
                    <a:lstStyle/>
                    <a:p>
                      <a:r>
                        <a:rPr lang="fr-FR" sz="2100" cap="none" spc="0" dirty="0">
                          <a:solidFill>
                            <a:schemeClr val="tx1"/>
                          </a:solidFill>
                          <a:latin typeface="Arial" panose="020B0604020202020204" pitchFamily="34" charset="0"/>
                          <a:cs typeface="Arial" panose="020B0604020202020204" pitchFamily="34" charset="0"/>
                        </a:rPr>
                        <a:t>7</a:t>
                      </a:r>
                    </a:p>
                  </a:txBody>
                  <a:tcPr marL="158415" marR="158415" marT="110890" marB="110890"/>
                </a:tc>
                <a:extLst>
                  <a:ext uri="{0D108BD9-81ED-4DB2-BD59-A6C34878D82A}">
                    <a16:rowId xmlns:a16="http://schemas.microsoft.com/office/drawing/2014/main" val="163911071"/>
                  </a:ext>
                </a:extLst>
              </a:tr>
            </a:tbl>
          </a:graphicData>
        </a:graphic>
      </p:graphicFrame>
    </p:spTree>
    <p:extLst>
      <p:ext uri="{BB962C8B-B14F-4D97-AF65-F5344CB8AC3E}">
        <p14:creationId xmlns:p14="http://schemas.microsoft.com/office/powerpoint/2010/main" val="315026930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8B4FF83-AE94-4FD8-9B69-1BDA51CC8942}"/>
              </a:ext>
            </a:extLst>
          </p:cNvPr>
          <p:cNvSpPr>
            <a:spLocks noGrp="1"/>
          </p:cNvSpPr>
          <p:nvPr>
            <p:ph type="title"/>
          </p:nvPr>
        </p:nvSpPr>
        <p:spPr/>
        <p:txBody>
          <a:bodyPr>
            <a:normAutofit/>
          </a:bodyPr>
          <a:lstStyle/>
          <a:p>
            <a:r>
              <a:rPr lang="en-US" b="1" dirty="0">
                <a:latin typeface="Arial" panose="020B0604020202020204" pitchFamily="34" charset="0"/>
                <a:ea typeface="Cambria" panose="02040503050406030204" pitchFamily="18" charset="0"/>
                <a:cs typeface="Arial" panose="020B0604020202020204" pitchFamily="34" charset="0"/>
              </a:rPr>
              <a:t>Cas des classes ouvertes</a:t>
            </a:r>
            <a:endParaRPr lang="fr-FR" b="1" dirty="0">
              <a:latin typeface="Arial" panose="020B0604020202020204" pitchFamily="34" charset="0"/>
              <a:ea typeface="Cambria" panose="02040503050406030204" pitchFamily="18" charset="0"/>
              <a:cs typeface="Arial" panose="020B0604020202020204" pitchFamily="34" charset="0"/>
            </a:endParaRPr>
          </a:p>
        </p:txBody>
      </p:sp>
      <p:sp>
        <p:nvSpPr>
          <p:cNvPr id="3" name="Espace réservé du contenu 2">
            <a:extLst>
              <a:ext uri="{FF2B5EF4-FFF2-40B4-BE49-F238E27FC236}">
                <a16:creationId xmlns:a16="http://schemas.microsoft.com/office/drawing/2014/main" id="{0817E1FF-F479-4E32-A837-DEDBEA21A5E7}"/>
              </a:ext>
            </a:extLst>
          </p:cNvPr>
          <p:cNvSpPr>
            <a:spLocks noGrp="1"/>
          </p:cNvSpPr>
          <p:nvPr>
            <p:ph idx="1"/>
          </p:nvPr>
        </p:nvSpPr>
        <p:spPr>
          <a:xfrm>
            <a:off x="395536" y="1556792"/>
            <a:ext cx="4464496" cy="2592288"/>
          </a:xfrm>
        </p:spPr>
        <p:txBody>
          <a:bodyPr/>
          <a:lstStyle/>
          <a:p>
            <a:pPr>
              <a:buFont typeface="Wingdings" panose="05000000000000000000" pitchFamily="2" charset="2"/>
              <a:buChar char="q"/>
            </a:pPr>
            <a:r>
              <a:rPr lang="fr-FR" dirty="0">
                <a:latin typeface="Arial" panose="020B0604020202020204" pitchFamily="34" charset="0"/>
                <a:cs typeface="Arial" panose="020B0604020202020204" pitchFamily="34" charset="0"/>
              </a:rPr>
              <a:t> </a:t>
            </a:r>
            <a:r>
              <a:rPr lang="fr-FR" sz="2400" dirty="0">
                <a:latin typeface="Arial" panose="020B0604020202020204" pitchFamily="34" charset="0"/>
                <a:ea typeface="Cambria" panose="02040503050406030204" pitchFamily="18" charset="0"/>
                <a:cs typeface="Arial" panose="020B0604020202020204" pitchFamily="34" charset="0"/>
              </a:rPr>
              <a:t>Première classe ouverte </a:t>
            </a:r>
            <a:r>
              <a:rPr lang="fr-FR" sz="2400" dirty="0">
                <a:latin typeface="Arial" panose="020B0604020202020204" pitchFamily="34" charset="0"/>
                <a:ea typeface="Cambria" panose="02040503050406030204" pitchFamily="18" charset="0"/>
                <a:cs typeface="Arial" panose="020B0604020202020204" pitchFamily="34" charset="0"/>
                <a:sym typeface="Wingdings" panose="05000000000000000000" pitchFamily="2" charset="2"/>
              </a:rPr>
              <a:t> </a:t>
            </a:r>
            <a:r>
              <a:rPr lang="fr-FR" sz="2400" b="1" dirty="0">
                <a:latin typeface="Arial" panose="020B0604020202020204" pitchFamily="34" charset="0"/>
                <a:ea typeface="Cambria" panose="02040503050406030204" pitchFamily="18" charset="0"/>
                <a:cs typeface="Arial" panose="020B0604020202020204" pitchFamily="34" charset="0"/>
                <a:sym typeface="Wingdings" panose="05000000000000000000" pitchFamily="2" charset="2"/>
              </a:rPr>
              <a:t>« &lt; a »</a:t>
            </a:r>
            <a:endParaRPr lang="fr-FR" sz="2400" b="1" dirty="0">
              <a:latin typeface="Arial" panose="020B0604020202020204" pitchFamily="34" charset="0"/>
              <a:ea typeface="Cambria" panose="02040503050406030204" pitchFamily="18" charset="0"/>
              <a:cs typeface="Arial" panose="020B0604020202020204" pitchFamily="34" charset="0"/>
            </a:endParaRPr>
          </a:p>
          <a:p>
            <a:pPr>
              <a:buFont typeface="Wingdings" panose="05000000000000000000" pitchFamily="2" charset="2"/>
              <a:buChar char="q"/>
            </a:pPr>
            <a:endParaRPr lang="fr-FR" sz="2400" dirty="0">
              <a:latin typeface="Arial" panose="020B0604020202020204" pitchFamily="34" charset="0"/>
              <a:ea typeface="Cambria" panose="02040503050406030204" pitchFamily="18" charset="0"/>
              <a:cs typeface="Arial" panose="020B0604020202020204" pitchFamily="34" charset="0"/>
            </a:endParaRPr>
          </a:p>
          <a:p>
            <a:pPr marL="0" indent="0">
              <a:buNone/>
            </a:pPr>
            <a:r>
              <a:rPr lang="fr-FR" sz="2400" dirty="0">
                <a:latin typeface="Arial" panose="020B0604020202020204" pitchFamily="34" charset="0"/>
                <a:ea typeface="Cambria" panose="02040503050406030204" pitchFamily="18" charset="0"/>
                <a:cs typeface="Arial" panose="020B0604020202020204" pitchFamily="34" charset="0"/>
              </a:rPr>
              <a:t>Et / Ou</a:t>
            </a:r>
          </a:p>
          <a:p>
            <a:pPr marL="0" indent="0">
              <a:buNone/>
            </a:pPr>
            <a:endParaRPr lang="fr-FR" sz="2400" dirty="0">
              <a:latin typeface="Arial" panose="020B0604020202020204" pitchFamily="34" charset="0"/>
              <a:ea typeface="Cambria" panose="02040503050406030204" pitchFamily="18" charset="0"/>
              <a:cs typeface="Arial" panose="020B0604020202020204" pitchFamily="34" charset="0"/>
            </a:endParaRPr>
          </a:p>
          <a:p>
            <a:pPr>
              <a:buFont typeface="Wingdings" panose="05000000000000000000" pitchFamily="2" charset="2"/>
              <a:buChar char="q"/>
            </a:pPr>
            <a:r>
              <a:rPr lang="fr-FR" sz="2400" dirty="0">
                <a:latin typeface="Arial" panose="020B0604020202020204" pitchFamily="34" charset="0"/>
                <a:ea typeface="Cambria" panose="02040503050406030204" pitchFamily="18" charset="0"/>
                <a:cs typeface="Arial" panose="020B0604020202020204" pitchFamily="34" charset="0"/>
              </a:rPr>
              <a:t> Dernière classe ouverte </a:t>
            </a:r>
            <a:r>
              <a:rPr lang="fr-FR" sz="2400" dirty="0">
                <a:latin typeface="Arial" panose="020B0604020202020204" pitchFamily="34" charset="0"/>
                <a:ea typeface="Cambria" panose="02040503050406030204" pitchFamily="18" charset="0"/>
                <a:cs typeface="Arial" panose="020B0604020202020204" pitchFamily="34" charset="0"/>
                <a:sym typeface="Wingdings" panose="05000000000000000000" pitchFamily="2" charset="2"/>
              </a:rPr>
              <a:t> </a:t>
            </a:r>
            <a:r>
              <a:rPr lang="fr-FR" sz="2400" b="1" dirty="0">
                <a:latin typeface="Arial" panose="020B0604020202020204" pitchFamily="34" charset="0"/>
                <a:ea typeface="Cambria" panose="02040503050406030204" pitchFamily="18" charset="0"/>
                <a:cs typeface="Arial" panose="020B0604020202020204" pitchFamily="34" charset="0"/>
                <a:sym typeface="Wingdings" panose="05000000000000000000" pitchFamily="2" charset="2"/>
              </a:rPr>
              <a:t>« ≥ a »</a:t>
            </a:r>
            <a:endParaRPr lang="fr-FR" sz="2400" b="1" dirty="0">
              <a:latin typeface="Arial" panose="020B0604020202020204" pitchFamily="34" charset="0"/>
              <a:ea typeface="Cambria" panose="02040503050406030204" pitchFamily="18" charset="0"/>
              <a:cs typeface="Arial" panose="020B0604020202020204" pitchFamily="34" charset="0"/>
            </a:endParaRPr>
          </a:p>
          <a:p>
            <a:pPr marL="0" indent="0">
              <a:buNone/>
            </a:pPr>
            <a:endParaRPr lang="fr-FR" dirty="0">
              <a:latin typeface="Arial" panose="020B0604020202020204" pitchFamily="34" charset="0"/>
              <a:cs typeface="Arial" panose="020B0604020202020204" pitchFamily="34" charset="0"/>
            </a:endParaRPr>
          </a:p>
        </p:txBody>
      </p:sp>
      <p:sp>
        <p:nvSpPr>
          <p:cNvPr id="4" name="ZoneTexte 3">
            <a:extLst>
              <a:ext uri="{FF2B5EF4-FFF2-40B4-BE49-F238E27FC236}">
                <a16:creationId xmlns:a16="http://schemas.microsoft.com/office/drawing/2014/main" id="{BDCDC93D-76C3-4D22-8AFE-C06CEF5175FA}"/>
              </a:ext>
            </a:extLst>
          </p:cNvPr>
          <p:cNvSpPr txBox="1"/>
          <p:nvPr/>
        </p:nvSpPr>
        <p:spPr>
          <a:xfrm>
            <a:off x="5436096" y="2492896"/>
            <a:ext cx="3312368" cy="2862322"/>
          </a:xfrm>
          <a:prstGeom prst="rect">
            <a:avLst/>
          </a:prstGeom>
          <a:noFill/>
        </p:spPr>
        <p:txBody>
          <a:bodyPr wrap="square" rtlCol="0">
            <a:spAutoFit/>
          </a:bodyPr>
          <a:lstStyle/>
          <a:p>
            <a:r>
              <a:rPr lang="fr-FR" dirty="0">
                <a:latin typeface="Arial" panose="020B0604020202020204" pitchFamily="34" charset="0"/>
                <a:ea typeface="Cambria" panose="02040503050406030204" pitchFamily="18" charset="0"/>
                <a:cs typeface="Arial" panose="020B0604020202020204" pitchFamily="34" charset="0"/>
              </a:rPr>
              <a:t>Par convention 
</a:t>
            </a:r>
          </a:p>
          <a:p>
            <a:pPr marL="285750" indent="-285750">
              <a:buFont typeface="Wingdings" panose="05000000000000000000" pitchFamily="2" charset="2"/>
              <a:buChar char="q"/>
            </a:pPr>
            <a:r>
              <a:rPr lang="en-US" dirty="0">
                <a:latin typeface="Arial" panose="020B0604020202020204" pitchFamily="34" charset="0"/>
                <a:ea typeface="Cambria" panose="02040503050406030204" pitchFamily="18" charset="0"/>
                <a:cs typeface="Arial" panose="020B0604020202020204" pitchFamily="34" charset="0"/>
              </a:rPr>
              <a:t>On attribue à la première classe ouverte l’amplitude de la deuxième classe</a:t>
            </a:r>
          </a:p>
          <a:p>
            <a:endParaRPr lang="fr-FR" dirty="0">
              <a:latin typeface="Arial" panose="020B0604020202020204" pitchFamily="34" charset="0"/>
              <a:ea typeface="Cambria" panose="02040503050406030204" pitchFamily="18" charset="0"/>
              <a:cs typeface="Arial" panose="020B0604020202020204" pitchFamily="34" charset="0"/>
            </a:endParaRPr>
          </a:p>
          <a:p>
            <a:pPr marL="285750" indent="-285750">
              <a:buFont typeface="Wingdings" panose="05000000000000000000" pitchFamily="2" charset="2"/>
              <a:buChar char="q"/>
            </a:pPr>
            <a:endParaRPr lang="fr-FR" dirty="0">
              <a:latin typeface="Arial" panose="020B0604020202020204" pitchFamily="34" charset="0"/>
              <a:ea typeface="Cambria" panose="02040503050406030204" pitchFamily="18" charset="0"/>
              <a:cs typeface="Arial" panose="020B0604020202020204" pitchFamily="34" charset="0"/>
            </a:endParaRPr>
          </a:p>
          <a:p>
            <a:pPr marL="285750" indent="-285750">
              <a:buFont typeface="Wingdings" panose="05000000000000000000" pitchFamily="2" charset="2"/>
              <a:buChar char="q"/>
            </a:pPr>
            <a:r>
              <a:rPr lang="en-US" dirty="0">
                <a:latin typeface="Arial" panose="020B0604020202020204" pitchFamily="34" charset="0"/>
                <a:ea typeface="Cambria" panose="02040503050406030204" pitchFamily="18" charset="0"/>
                <a:cs typeface="Arial" panose="020B0604020202020204" pitchFamily="34" charset="0"/>
              </a:rPr>
              <a:t>On attribue à la dernière classe ouverte l’amplitude de l’avant-dernière classe</a:t>
            </a:r>
            <a:endParaRPr lang="fr-FR" dirty="0">
              <a:latin typeface="Arial" panose="020B0604020202020204" pitchFamily="34" charset="0"/>
              <a:ea typeface="Cambria" panose="02040503050406030204" pitchFamily="18" charset="0"/>
              <a:cs typeface="Arial" panose="020B0604020202020204" pitchFamily="34" charset="0"/>
            </a:endParaRPr>
          </a:p>
        </p:txBody>
      </p:sp>
      <p:sp>
        <p:nvSpPr>
          <p:cNvPr id="5" name="Flèche : bas 4">
            <a:extLst>
              <a:ext uri="{FF2B5EF4-FFF2-40B4-BE49-F238E27FC236}">
                <a16:creationId xmlns:a16="http://schemas.microsoft.com/office/drawing/2014/main" id="{3CF6EE5B-B817-443B-A293-EAFB49A4BDC1}"/>
              </a:ext>
            </a:extLst>
          </p:cNvPr>
          <p:cNvSpPr/>
          <p:nvPr/>
        </p:nvSpPr>
        <p:spPr>
          <a:xfrm rot="18801753">
            <a:off x="4671740" y="2420515"/>
            <a:ext cx="484632" cy="978408"/>
          </a:xfrm>
          <a:prstGeom prst="downArrow">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latin typeface="Arial" panose="020B0604020202020204" pitchFamily="34" charset="0"/>
              <a:cs typeface="Arial" panose="020B0604020202020204" pitchFamily="34" charset="0"/>
            </a:endParaRPr>
          </a:p>
        </p:txBody>
      </p:sp>
      <p:sp>
        <p:nvSpPr>
          <p:cNvPr id="6" name="Flèche : bas 5">
            <a:extLst>
              <a:ext uri="{FF2B5EF4-FFF2-40B4-BE49-F238E27FC236}">
                <a16:creationId xmlns:a16="http://schemas.microsoft.com/office/drawing/2014/main" id="{7D0F5BBE-16A5-4D9C-AE2C-08211A3C895D}"/>
              </a:ext>
            </a:extLst>
          </p:cNvPr>
          <p:cNvSpPr/>
          <p:nvPr/>
        </p:nvSpPr>
        <p:spPr>
          <a:xfrm rot="18801753">
            <a:off x="4617716" y="3659876"/>
            <a:ext cx="484632" cy="978408"/>
          </a:xfrm>
          <a:prstGeom prst="downArrow">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latin typeface="Arial" panose="020B0604020202020204" pitchFamily="34" charset="0"/>
              <a:cs typeface="Arial" panose="020B0604020202020204" pitchFamily="34" charset="0"/>
            </a:endParaRPr>
          </a:p>
        </p:txBody>
      </p:sp>
      <p:sp>
        <p:nvSpPr>
          <p:cNvPr id="7" name="ZoneTexte 6">
            <a:extLst>
              <a:ext uri="{FF2B5EF4-FFF2-40B4-BE49-F238E27FC236}">
                <a16:creationId xmlns:a16="http://schemas.microsoft.com/office/drawing/2014/main" id="{9C09214D-5F81-44F5-8EB6-D951A6F015A3}"/>
              </a:ext>
            </a:extLst>
          </p:cNvPr>
          <p:cNvSpPr txBox="1"/>
          <p:nvPr/>
        </p:nvSpPr>
        <p:spPr>
          <a:xfrm>
            <a:off x="611585" y="5395956"/>
            <a:ext cx="8136904" cy="1200329"/>
          </a:xfrm>
          <a:prstGeom prst="rect">
            <a:avLst/>
          </a:prstGeom>
          <a:noFill/>
        </p:spPr>
        <p:txBody>
          <a:bodyPr wrap="square" rtlCol="0">
            <a:spAutoFit/>
          </a:bodyPr>
          <a:lstStyle/>
          <a:p>
            <a:r>
              <a:rPr lang="en-US" dirty="0">
                <a:highlight>
                  <a:srgbClr val="FFFF00"/>
                </a:highlight>
                <a:latin typeface="Arial" panose="020B0604020202020204" pitchFamily="34" charset="0"/>
                <a:ea typeface="Cambria" panose="02040503050406030204" pitchFamily="18" charset="0"/>
                <a:cs typeface="Arial" panose="020B0604020202020204" pitchFamily="34" charset="0"/>
              </a:rPr>
              <a:t>Remarque :</a:t>
            </a:r>
          </a:p>
          <a:p>
            <a:r>
              <a:rPr lang="en-US" dirty="0">
                <a:latin typeface="Arial" panose="020B0604020202020204" pitchFamily="34" charset="0"/>
                <a:ea typeface="Cambria" panose="02040503050406030204" pitchFamily="18" charset="0"/>
                <a:cs typeface="Arial" panose="020B0604020202020204" pitchFamily="34" charset="0"/>
              </a:rPr>
              <a:t>Si la méthode « par convention » nous conduit en dehors du domaine de définition de la variable, nous utiliserons alors ce domaine pour fermer les classes ouvertes
</a:t>
            </a:r>
            <a:endParaRPr lang="fr-FR" dirty="0">
              <a:latin typeface="Arial" panose="020B0604020202020204" pitchFamily="34" charset="0"/>
              <a:ea typeface="Cambria" panose="02040503050406030204" pitchFamily="18" charset="0"/>
              <a:cs typeface="Arial" panose="020B0604020202020204" pitchFamily="34" charset="0"/>
            </a:endParaRPr>
          </a:p>
        </p:txBody>
      </p:sp>
    </p:spTree>
    <p:extLst>
      <p:ext uri="{BB962C8B-B14F-4D97-AF65-F5344CB8AC3E}">
        <p14:creationId xmlns:p14="http://schemas.microsoft.com/office/powerpoint/2010/main" val="82895035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EB492CD-616E-47F8-933B-5E2D952A05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1" name="Arc 10">
            <a:extLst>
              <a:ext uri="{FF2B5EF4-FFF2-40B4-BE49-F238E27FC236}">
                <a16:creationId xmlns:a16="http://schemas.microsoft.com/office/drawing/2014/main" id="{59383CF9-23B5-4335-9B21-1791C4CF1C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3967198" flipH="1">
            <a:off x="6100024" y="863980"/>
            <a:ext cx="2987899" cy="2240924"/>
          </a:xfrm>
          <a:prstGeom prst="arc">
            <a:avLst>
              <a:gd name="adj1" fmla="val 14441841"/>
              <a:gd name="adj2" fmla="val 0"/>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2" name="Titre 1">
            <a:extLst>
              <a:ext uri="{FF2B5EF4-FFF2-40B4-BE49-F238E27FC236}">
                <a16:creationId xmlns:a16="http://schemas.microsoft.com/office/drawing/2014/main" id="{CEE488D6-B935-439A-AE4C-BD2197A92933}"/>
              </a:ext>
            </a:extLst>
          </p:cNvPr>
          <p:cNvSpPr>
            <a:spLocks noGrp="1"/>
          </p:cNvSpPr>
          <p:nvPr>
            <p:ph type="title"/>
          </p:nvPr>
        </p:nvSpPr>
        <p:spPr>
          <a:xfrm>
            <a:off x="4421221" y="479493"/>
            <a:ext cx="4094129" cy="1325563"/>
          </a:xfrm>
        </p:spPr>
        <p:txBody>
          <a:bodyPr>
            <a:normAutofit/>
          </a:bodyPr>
          <a:lstStyle/>
          <a:p>
            <a:r>
              <a:rPr lang="fr-FR" b="1" dirty="0" err="1">
                <a:latin typeface="Arial" panose="020B0604020202020204" pitchFamily="34" charset="0"/>
                <a:ea typeface="Cambria" panose="02040503050406030204" pitchFamily="18" charset="0"/>
                <a:cs typeface="Arial" panose="020B0604020202020204" pitchFamily="34" charset="0"/>
              </a:rPr>
              <a:t>Exercice</a:t>
            </a:r>
            <a:endParaRPr lang="fr-FR" b="1" dirty="0">
              <a:latin typeface="Arial" panose="020B0604020202020204" pitchFamily="34" charset="0"/>
              <a:ea typeface="Cambria" panose="02040503050406030204" pitchFamily="18" charset="0"/>
              <a:cs typeface="Arial" panose="020B0604020202020204" pitchFamily="34" charset="0"/>
            </a:endParaRPr>
          </a:p>
        </p:txBody>
      </p:sp>
      <p:sp>
        <p:nvSpPr>
          <p:cNvPr id="13" name="Freeform: Shape 12">
            <a:extLst>
              <a:ext uri="{FF2B5EF4-FFF2-40B4-BE49-F238E27FC236}">
                <a16:creationId xmlns:a16="http://schemas.microsoft.com/office/drawing/2014/main" id="{0007FE00-9498-4706-B255-6437B0252C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5486400"/>
            <a:ext cx="2004647" cy="1371600"/>
          </a:xfrm>
          <a:custGeom>
            <a:avLst/>
            <a:gdLst>
              <a:gd name="connsiteX0" fmla="*/ 1721734 w 2672863"/>
              <a:gd name="connsiteY0" fmla="*/ 0 h 1371600"/>
              <a:gd name="connsiteX1" fmla="*/ 2564444 w 2672863"/>
              <a:gd name="connsiteY1" fmla="*/ 213382 h 1371600"/>
              <a:gd name="connsiteX2" fmla="*/ 2672863 w 2672863"/>
              <a:gd name="connsiteY2" fmla="*/ 279248 h 1371600"/>
              <a:gd name="connsiteX3" fmla="*/ 2672863 w 2672863"/>
              <a:gd name="connsiteY3" fmla="*/ 1371600 h 1371600"/>
              <a:gd name="connsiteX4" fmla="*/ 0 w 2672863"/>
              <a:gd name="connsiteY4" fmla="*/ 1371600 h 1371600"/>
              <a:gd name="connsiteX5" fmla="*/ 33268 w 2672863"/>
              <a:gd name="connsiteY5" fmla="*/ 1242216 h 1371600"/>
              <a:gd name="connsiteX6" fmla="*/ 1721734 w 2672863"/>
              <a:gd name="connsiteY6" fmla="*/ 0 h 1371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72863" h="1371600">
                <a:moveTo>
                  <a:pt x="1721734" y="0"/>
                </a:moveTo>
                <a:cubicBezTo>
                  <a:pt x="2026863" y="0"/>
                  <a:pt x="2313937" y="77299"/>
                  <a:pt x="2564444" y="213382"/>
                </a:cubicBezTo>
                <a:lnTo>
                  <a:pt x="2672863" y="279248"/>
                </a:lnTo>
                <a:lnTo>
                  <a:pt x="2672863" y="1371600"/>
                </a:lnTo>
                <a:lnTo>
                  <a:pt x="0" y="1371600"/>
                </a:lnTo>
                <a:lnTo>
                  <a:pt x="33268" y="1242216"/>
                </a:lnTo>
                <a:cubicBezTo>
                  <a:pt x="257110" y="522539"/>
                  <a:pt x="928399" y="0"/>
                  <a:pt x="1721734" y="0"/>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 name="Espace réservé du contenu 2">
            <a:extLst>
              <a:ext uri="{FF2B5EF4-FFF2-40B4-BE49-F238E27FC236}">
                <a16:creationId xmlns:a16="http://schemas.microsoft.com/office/drawing/2014/main" id="{171C30B0-2A3D-414C-9A6C-1032A52CE08C}"/>
              </a:ext>
            </a:extLst>
          </p:cNvPr>
          <p:cNvSpPr>
            <a:spLocks noGrp="1"/>
          </p:cNvSpPr>
          <p:nvPr>
            <p:ph idx="1"/>
          </p:nvPr>
        </p:nvSpPr>
        <p:spPr>
          <a:xfrm>
            <a:off x="4421221" y="1984443"/>
            <a:ext cx="4094129" cy="4192520"/>
          </a:xfrm>
        </p:spPr>
        <p:txBody>
          <a:bodyPr>
            <a:normAutofit/>
          </a:bodyPr>
          <a:lstStyle/>
          <a:p>
            <a:pPr marL="0" indent="0">
              <a:lnSpc>
                <a:spcPct val="90000"/>
              </a:lnSpc>
              <a:buNone/>
            </a:pPr>
            <a:endParaRPr lang="fr-FR" sz="1000" dirty="0">
              <a:latin typeface="Arial" panose="020B0604020202020204" pitchFamily="34" charset="0"/>
              <a:ea typeface="Cambria" panose="02040503050406030204" pitchFamily="18" charset="0"/>
              <a:cs typeface="Arial" panose="020B0604020202020204" pitchFamily="34" charset="0"/>
            </a:endParaRPr>
          </a:p>
          <a:p>
            <a:pPr marL="0" indent="0">
              <a:lnSpc>
                <a:spcPct val="90000"/>
              </a:lnSpc>
              <a:buNone/>
            </a:pPr>
            <a:r>
              <a:rPr lang="en-US" sz="1800" dirty="0">
                <a:latin typeface="Arial" panose="020B0604020202020204" pitchFamily="34" charset="0"/>
                <a:cs typeface="Arial" panose="020B0604020202020204" pitchFamily="34" charset="0"/>
              </a:rPr>
              <a:t>Les données ci-dessous représentent l’âge des visiteurs d’un site web :
Identifiez la proposition correcte (parmi les quatre propositions ci-dessous) :
</a:t>
            </a:r>
            <a:endParaRPr lang="fr-FR" sz="1800" dirty="0">
              <a:latin typeface="Arial" panose="020B0604020202020204" pitchFamily="34" charset="0"/>
              <a:cs typeface="Arial" panose="020B0604020202020204" pitchFamily="34" charset="0"/>
            </a:endParaRPr>
          </a:p>
          <a:p>
            <a:pPr>
              <a:lnSpc>
                <a:spcPct val="90000"/>
              </a:lnSpc>
              <a:buFont typeface="Wingdings" pitchFamily="2" charset="2"/>
              <a:buChar char="§"/>
            </a:pPr>
            <a:r>
              <a:rPr lang="en-US" sz="1800" dirty="0">
                <a:latin typeface="Arial" panose="020B0604020202020204" pitchFamily="34" charset="0"/>
                <a:cs typeface="Arial" panose="020B0604020202020204" pitchFamily="34" charset="0"/>
              </a:rPr>
              <a:t>La variable étudiée est quantitative discrète 
Le diagramme en barres est l’outil graphique approprié pour représenter les données 
La courbe des fréquences cumulées croissantes est continue
La dernière classe peut être remplacée (par convention) par [50 ; 70]</a:t>
            </a:r>
            <a:endParaRPr lang="fr-FR" sz="1800" dirty="0">
              <a:latin typeface="Arial" panose="020B0604020202020204" pitchFamily="34" charset="0"/>
              <a:cs typeface="Arial" panose="020B0604020202020204" pitchFamily="34" charset="0"/>
            </a:endParaRPr>
          </a:p>
          <a:p>
            <a:pPr marL="0" indent="0">
              <a:lnSpc>
                <a:spcPct val="90000"/>
              </a:lnSpc>
              <a:buNone/>
            </a:pPr>
            <a:endParaRPr lang="fr-FR" sz="1000" dirty="0">
              <a:latin typeface="Arial" panose="020B0604020202020204" pitchFamily="34" charset="0"/>
              <a:ea typeface="Cambria" panose="02040503050406030204" pitchFamily="18" charset="0"/>
              <a:cs typeface="Arial" panose="020B0604020202020204" pitchFamily="34" charset="0"/>
            </a:endParaRPr>
          </a:p>
          <a:p>
            <a:pPr marL="0" indent="0">
              <a:lnSpc>
                <a:spcPct val="90000"/>
              </a:lnSpc>
              <a:buNone/>
            </a:pPr>
            <a:endParaRPr lang="fr-FR" sz="1000" dirty="0">
              <a:latin typeface="Arial" panose="020B0604020202020204" pitchFamily="34" charset="0"/>
              <a:ea typeface="Cambria" panose="02040503050406030204" pitchFamily="18" charset="0"/>
              <a:cs typeface="Arial" panose="020B0604020202020204" pitchFamily="34" charset="0"/>
            </a:endParaRPr>
          </a:p>
          <a:p>
            <a:pPr marL="0" indent="0">
              <a:lnSpc>
                <a:spcPct val="90000"/>
              </a:lnSpc>
              <a:buNone/>
            </a:pPr>
            <a:endParaRPr lang="fr-FR" sz="1000" dirty="0">
              <a:latin typeface="Arial" panose="020B0604020202020204" pitchFamily="34" charset="0"/>
              <a:cs typeface="Arial" panose="020B0604020202020204" pitchFamily="34" charset="0"/>
            </a:endParaRPr>
          </a:p>
        </p:txBody>
      </p:sp>
      <p:graphicFrame>
        <p:nvGraphicFramePr>
          <p:cNvPr id="4" name="Tableau 5">
            <a:extLst>
              <a:ext uri="{FF2B5EF4-FFF2-40B4-BE49-F238E27FC236}">
                <a16:creationId xmlns:a16="http://schemas.microsoft.com/office/drawing/2014/main" id="{0F705BA6-628B-48F4-AD31-BBB7A843D82D}"/>
              </a:ext>
            </a:extLst>
          </p:cNvPr>
          <p:cNvGraphicFramePr>
            <a:graphicFrameLocks noGrp="1"/>
          </p:cNvGraphicFramePr>
          <p:nvPr>
            <p:extLst>
              <p:ext uri="{D42A27DB-BD31-4B8C-83A1-F6EECF244321}">
                <p14:modId xmlns:p14="http://schemas.microsoft.com/office/powerpoint/2010/main" val="256489971"/>
              </p:ext>
            </p:extLst>
          </p:nvPr>
        </p:nvGraphicFramePr>
        <p:xfrm>
          <a:off x="527386" y="1056700"/>
          <a:ext cx="3583036" cy="4574860"/>
        </p:xfrm>
        <a:graphic>
          <a:graphicData uri="http://schemas.openxmlformats.org/drawingml/2006/table">
            <a:tbl>
              <a:tblPr firstRow="1" bandRow="1">
                <a:tableStyleId>{EB9631B5-78F2-41C9-869B-9F39066F8104}</a:tableStyleId>
              </a:tblPr>
              <a:tblGrid>
                <a:gridCol w="1688125">
                  <a:extLst>
                    <a:ext uri="{9D8B030D-6E8A-4147-A177-3AD203B41FA5}">
                      <a16:colId xmlns:a16="http://schemas.microsoft.com/office/drawing/2014/main" val="644592904"/>
                    </a:ext>
                  </a:extLst>
                </a:gridCol>
                <a:gridCol w="1894911">
                  <a:extLst>
                    <a:ext uri="{9D8B030D-6E8A-4147-A177-3AD203B41FA5}">
                      <a16:colId xmlns:a16="http://schemas.microsoft.com/office/drawing/2014/main" val="382991047"/>
                    </a:ext>
                  </a:extLst>
                </a:gridCol>
              </a:tblGrid>
              <a:tr h="1001596">
                <a:tc>
                  <a:txBody>
                    <a:bodyPr/>
                    <a:lstStyle/>
                    <a:p>
                      <a:pPr algn="ctr"/>
                      <a:r>
                        <a:rPr lang="fr-FR" sz="2700"/>
                        <a:t>Âge</a:t>
                      </a:r>
                    </a:p>
                  </a:txBody>
                  <a:tcPr marL="135351" marR="135351" marT="67675" marB="67675" anchor="ctr"/>
                </a:tc>
                <a:tc>
                  <a:txBody>
                    <a:bodyPr/>
                    <a:lstStyle/>
                    <a:p>
                      <a:pPr algn="ctr"/>
                      <a:r>
                        <a:rPr lang="fr-FR" sz="2700"/>
                        <a:t>Nombre de visiteurs</a:t>
                      </a:r>
                    </a:p>
                  </a:txBody>
                  <a:tcPr marL="135351" marR="135351" marT="67675" marB="67675" anchor="ctr"/>
                </a:tc>
                <a:extLst>
                  <a:ext uri="{0D108BD9-81ED-4DB2-BD59-A6C34878D82A}">
                    <a16:rowId xmlns:a16="http://schemas.microsoft.com/office/drawing/2014/main" val="1283284218"/>
                  </a:ext>
                </a:extLst>
              </a:tr>
              <a:tr h="595544">
                <a:tc>
                  <a:txBody>
                    <a:bodyPr/>
                    <a:lstStyle/>
                    <a:p>
                      <a:pPr algn="ctr"/>
                      <a:r>
                        <a:rPr lang="fr-FR" sz="2700"/>
                        <a:t>&lt; 18</a:t>
                      </a:r>
                    </a:p>
                  </a:txBody>
                  <a:tcPr marL="135351" marR="135351" marT="67675" marB="67675"/>
                </a:tc>
                <a:tc>
                  <a:txBody>
                    <a:bodyPr/>
                    <a:lstStyle/>
                    <a:p>
                      <a:pPr algn="ctr"/>
                      <a:r>
                        <a:rPr lang="fr-FR" sz="2700"/>
                        <a:t>5</a:t>
                      </a:r>
                    </a:p>
                  </a:txBody>
                  <a:tcPr marL="135351" marR="135351" marT="67675" marB="67675"/>
                </a:tc>
                <a:extLst>
                  <a:ext uri="{0D108BD9-81ED-4DB2-BD59-A6C34878D82A}">
                    <a16:rowId xmlns:a16="http://schemas.microsoft.com/office/drawing/2014/main" val="882198753"/>
                  </a:ext>
                </a:extLst>
              </a:tr>
              <a:tr h="595544">
                <a:tc>
                  <a:txBody>
                    <a:bodyPr/>
                    <a:lstStyle/>
                    <a:p>
                      <a:pPr algn="ctr"/>
                      <a:r>
                        <a:rPr lang="fr-FR" sz="2700" dirty="0"/>
                        <a:t>[18 ; 20]</a:t>
                      </a:r>
                    </a:p>
                  </a:txBody>
                  <a:tcPr marL="135351" marR="135351" marT="67675" marB="67675"/>
                </a:tc>
                <a:tc>
                  <a:txBody>
                    <a:bodyPr/>
                    <a:lstStyle/>
                    <a:p>
                      <a:pPr algn="ctr"/>
                      <a:r>
                        <a:rPr lang="fr-FR" sz="2700"/>
                        <a:t>15</a:t>
                      </a:r>
                    </a:p>
                  </a:txBody>
                  <a:tcPr marL="135351" marR="135351" marT="67675" marB="67675"/>
                </a:tc>
                <a:extLst>
                  <a:ext uri="{0D108BD9-81ED-4DB2-BD59-A6C34878D82A}">
                    <a16:rowId xmlns:a16="http://schemas.microsoft.com/office/drawing/2014/main" val="1755262945"/>
                  </a:ext>
                </a:extLst>
              </a:tr>
              <a:tr h="595544">
                <a:tc>
                  <a:txBody>
                    <a:bodyPr/>
                    <a:lstStyle/>
                    <a:p>
                      <a:pPr algn="ctr"/>
                      <a:r>
                        <a:rPr lang="fr-FR" sz="2700" dirty="0"/>
                        <a:t>[20 ; 30]</a:t>
                      </a:r>
                    </a:p>
                  </a:txBody>
                  <a:tcPr marL="135351" marR="135351" marT="67675" marB="67675"/>
                </a:tc>
                <a:tc>
                  <a:txBody>
                    <a:bodyPr/>
                    <a:lstStyle/>
                    <a:p>
                      <a:pPr algn="ctr"/>
                      <a:r>
                        <a:rPr lang="fr-FR" sz="2700"/>
                        <a:t>20</a:t>
                      </a:r>
                    </a:p>
                  </a:txBody>
                  <a:tcPr marL="135351" marR="135351" marT="67675" marB="67675"/>
                </a:tc>
                <a:extLst>
                  <a:ext uri="{0D108BD9-81ED-4DB2-BD59-A6C34878D82A}">
                    <a16:rowId xmlns:a16="http://schemas.microsoft.com/office/drawing/2014/main" val="3070569742"/>
                  </a:ext>
                </a:extLst>
              </a:tr>
              <a:tr h="595544">
                <a:tc>
                  <a:txBody>
                    <a:bodyPr/>
                    <a:lstStyle/>
                    <a:p>
                      <a:pPr algn="ctr"/>
                      <a:r>
                        <a:rPr lang="fr-FR" sz="2700" dirty="0"/>
                        <a:t>[30 ; 35]</a:t>
                      </a:r>
                    </a:p>
                  </a:txBody>
                  <a:tcPr marL="135351" marR="135351" marT="67675" marB="67675"/>
                </a:tc>
                <a:tc>
                  <a:txBody>
                    <a:bodyPr/>
                    <a:lstStyle/>
                    <a:p>
                      <a:pPr algn="ctr"/>
                      <a:r>
                        <a:rPr lang="fr-FR" sz="2700"/>
                        <a:t>30</a:t>
                      </a:r>
                    </a:p>
                  </a:txBody>
                  <a:tcPr marL="135351" marR="135351" marT="67675" marB="67675"/>
                </a:tc>
                <a:extLst>
                  <a:ext uri="{0D108BD9-81ED-4DB2-BD59-A6C34878D82A}">
                    <a16:rowId xmlns:a16="http://schemas.microsoft.com/office/drawing/2014/main" val="3248883628"/>
                  </a:ext>
                </a:extLst>
              </a:tr>
              <a:tr h="595544">
                <a:tc>
                  <a:txBody>
                    <a:bodyPr/>
                    <a:lstStyle/>
                    <a:p>
                      <a:pPr algn="ctr"/>
                      <a:r>
                        <a:rPr lang="fr-FR" sz="2700" dirty="0"/>
                        <a:t>[35 ; 50]</a:t>
                      </a:r>
                    </a:p>
                  </a:txBody>
                  <a:tcPr marL="135351" marR="135351" marT="67675" marB="67675"/>
                </a:tc>
                <a:tc>
                  <a:txBody>
                    <a:bodyPr/>
                    <a:lstStyle/>
                    <a:p>
                      <a:pPr algn="ctr"/>
                      <a:r>
                        <a:rPr lang="fr-FR" sz="2700"/>
                        <a:t>23</a:t>
                      </a:r>
                    </a:p>
                  </a:txBody>
                  <a:tcPr marL="135351" marR="135351" marT="67675" marB="67675"/>
                </a:tc>
                <a:extLst>
                  <a:ext uri="{0D108BD9-81ED-4DB2-BD59-A6C34878D82A}">
                    <a16:rowId xmlns:a16="http://schemas.microsoft.com/office/drawing/2014/main" val="979531004"/>
                  </a:ext>
                </a:extLst>
              </a:tr>
              <a:tr h="595544">
                <a:tc>
                  <a:txBody>
                    <a:bodyPr/>
                    <a:lstStyle/>
                    <a:p>
                      <a:pPr algn="ctr"/>
                      <a:r>
                        <a:rPr lang="fr-FR" sz="2700"/>
                        <a:t>≥ 50</a:t>
                      </a:r>
                    </a:p>
                  </a:txBody>
                  <a:tcPr marL="135351" marR="135351" marT="67675" marB="67675"/>
                </a:tc>
                <a:tc>
                  <a:txBody>
                    <a:bodyPr/>
                    <a:lstStyle/>
                    <a:p>
                      <a:pPr algn="ctr"/>
                      <a:r>
                        <a:rPr lang="fr-FR" sz="2700" dirty="0"/>
                        <a:t>7</a:t>
                      </a:r>
                    </a:p>
                  </a:txBody>
                  <a:tcPr marL="135351" marR="135351" marT="67675" marB="67675"/>
                </a:tc>
                <a:extLst>
                  <a:ext uri="{0D108BD9-81ED-4DB2-BD59-A6C34878D82A}">
                    <a16:rowId xmlns:a16="http://schemas.microsoft.com/office/drawing/2014/main" val="517406404"/>
                  </a:ext>
                </a:extLst>
              </a:tr>
            </a:tbl>
          </a:graphicData>
        </a:graphic>
      </p:graphicFrame>
    </p:spTree>
    <p:extLst>
      <p:ext uri="{BB962C8B-B14F-4D97-AF65-F5344CB8AC3E}">
        <p14:creationId xmlns:p14="http://schemas.microsoft.com/office/powerpoint/2010/main" val="159666896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4AC6B390-BC59-4F1D-A0EE-D71A92F0A0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2" name="Freeform: Shape 11">
            <a:extLst>
              <a:ext uri="{FF2B5EF4-FFF2-40B4-BE49-F238E27FC236}">
                <a16:creationId xmlns:a16="http://schemas.microsoft.com/office/drawing/2014/main" id="{B6C60D79-16F1-4C4B-B7E3-7634E7069C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139352" y="5486400"/>
            <a:ext cx="2004648" cy="1371600"/>
          </a:xfrm>
          <a:custGeom>
            <a:avLst/>
            <a:gdLst>
              <a:gd name="connsiteX0" fmla="*/ 1721734 w 2672863"/>
              <a:gd name="connsiteY0" fmla="*/ 0 h 1371600"/>
              <a:gd name="connsiteX1" fmla="*/ 2564444 w 2672863"/>
              <a:gd name="connsiteY1" fmla="*/ 213382 h 1371600"/>
              <a:gd name="connsiteX2" fmla="*/ 2672863 w 2672863"/>
              <a:gd name="connsiteY2" fmla="*/ 279248 h 1371600"/>
              <a:gd name="connsiteX3" fmla="*/ 2672863 w 2672863"/>
              <a:gd name="connsiteY3" fmla="*/ 1371600 h 1371600"/>
              <a:gd name="connsiteX4" fmla="*/ 0 w 2672863"/>
              <a:gd name="connsiteY4" fmla="*/ 1371600 h 1371600"/>
              <a:gd name="connsiteX5" fmla="*/ 33268 w 2672863"/>
              <a:gd name="connsiteY5" fmla="*/ 1242216 h 1371600"/>
              <a:gd name="connsiteX6" fmla="*/ 1721734 w 2672863"/>
              <a:gd name="connsiteY6" fmla="*/ 0 h 1371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72863" h="1371600">
                <a:moveTo>
                  <a:pt x="1721734" y="0"/>
                </a:moveTo>
                <a:cubicBezTo>
                  <a:pt x="2026863" y="0"/>
                  <a:pt x="2313937" y="77299"/>
                  <a:pt x="2564444" y="213382"/>
                </a:cubicBezTo>
                <a:lnTo>
                  <a:pt x="2672863" y="279248"/>
                </a:lnTo>
                <a:lnTo>
                  <a:pt x="2672863" y="1371600"/>
                </a:lnTo>
                <a:lnTo>
                  <a:pt x="0" y="1371600"/>
                </a:lnTo>
                <a:lnTo>
                  <a:pt x="33268" y="1242216"/>
                </a:lnTo>
                <a:cubicBezTo>
                  <a:pt x="257110" y="522539"/>
                  <a:pt x="928399" y="0"/>
                  <a:pt x="1721734" y="0"/>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4" name="Arc 13">
            <a:extLst>
              <a:ext uri="{FF2B5EF4-FFF2-40B4-BE49-F238E27FC236}">
                <a16:creationId xmlns:a16="http://schemas.microsoft.com/office/drawing/2014/main" id="{426B127E-6498-4C77-9C9D-4553A5113B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51537" y="650160"/>
            <a:ext cx="2240924" cy="2987899"/>
          </a:xfrm>
          <a:prstGeom prst="arc">
            <a:avLst>
              <a:gd name="adj1" fmla="val 14441841"/>
              <a:gd name="adj2" fmla="val 0"/>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2" name="Titre 1">
            <a:extLst>
              <a:ext uri="{FF2B5EF4-FFF2-40B4-BE49-F238E27FC236}">
                <a16:creationId xmlns:a16="http://schemas.microsoft.com/office/drawing/2014/main" id="{CEE488D6-B935-439A-AE4C-BD2197A92933}"/>
              </a:ext>
            </a:extLst>
          </p:cNvPr>
          <p:cNvSpPr>
            <a:spLocks noGrp="1"/>
          </p:cNvSpPr>
          <p:nvPr>
            <p:ph type="title"/>
          </p:nvPr>
        </p:nvSpPr>
        <p:spPr>
          <a:xfrm>
            <a:off x="628650" y="479493"/>
            <a:ext cx="3943350" cy="1325563"/>
          </a:xfrm>
        </p:spPr>
        <p:txBody>
          <a:bodyPr>
            <a:normAutofit/>
          </a:bodyPr>
          <a:lstStyle/>
          <a:p>
            <a:r>
              <a:rPr lang="fr-FR" b="1" dirty="0" err="1">
                <a:latin typeface="Arial" panose="020B0604020202020204" pitchFamily="34" charset="0"/>
                <a:ea typeface="Cambria" panose="02040503050406030204" pitchFamily="18" charset="0"/>
                <a:cs typeface="Arial" panose="020B0604020202020204" pitchFamily="34" charset="0"/>
              </a:rPr>
              <a:t>Exercice</a:t>
            </a:r>
            <a:endParaRPr lang="fr-FR" b="1" dirty="0">
              <a:latin typeface="Arial" panose="020B0604020202020204" pitchFamily="34" charset="0"/>
              <a:ea typeface="Cambria" panose="02040503050406030204" pitchFamily="18" charset="0"/>
              <a:cs typeface="Arial" panose="020B0604020202020204" pitchFamily="34" charset="0"/>
            </a:endParaRPr>
          </a:p>
        </p:txBody>
      </p:sp>
      <p:sp>
        <p:nvSpPr>
          <p:cNvPr id="3" name="Espace réservé du contenu 2">
            <a:extLst>
              <a:ext uri="{FF2B5EF4-FFF2-40B4-BE49-F238E27FC236}">
                <a16:creationId xmlns:a16="http://schemas.microsoft.com/office/drawing/2014/main" id="{171C30B0-2A3D-414C-9A6C-1032A52CE08C}"/>
              </a:ext>
            </a:extLst>
          </p:cNvPr>
          <p:cNvSpPr>
            <a:spLocks noGrp="1"/>
          </p:cNvSpPr>
          <p:nvPr>
            <p:ph idx="1"/>
          </p:nvPr>
        </p:nvSpPr>
        <p:spPr>
          <a:xfrm>
            <a:off x="628650" y="1984443"/>
            <a:ext cx="3943350" cy="4192520"/>
          </a:xfrm>
        </p:spPr>
        <p:txBody>
          <a:bodyPr>
            <a:normAutofit fontScale="92500" lnSpcReduction="10000"/>
          </a:bodyPr>
          <a:lstStyle/>
          <a:p>
            <a:pPr marL="0" indent="0">
              <a:lnSpc>
                <a:spcPct val="90000"/>
              </a:lnSpc>
              <a:buNone/>
            </a:pPr>
            <a:endParaRPr lang="fr-FR" sz="1000" dirty="0">
              <a:latin typeface="Arial" panose="020B0604020202020204" pitchFamily="34" charset="0"/>
              <a:ea typeface="Cambria" panose="02040503050406030204" pitchFamily="18" charset="0"/>
              <a:cs typeface="Arial" panose="020B0604020202020204" pitchFamily="34" charset="0"/>
            </a:endParaRPr>
          </a:p>
          <a:p>
            <a:pPr marL="0" indent="0">
              <a:lnSpc>
                <a:spcPct val="90000"/>
              </a:lnSpc>
              <a:buNone/>
            </a:pPr>
            <a:r>
              <a:rPr lang="en-US" sz="1800" dirty="0">
                <a:latin typeface="Arial" panose="020B0604020202020204" pitchFamily="34" charset="0"/>
                <a:cs typeface="Arial" panose="020B0604020202020204" pitchFamily="34" charset="0"/>
              </a:rPr>
              <a:t>Les données ci-dessous représentent le nombre de produits achetés lors de la visite de 100 clients dans un centre commercial :
</a:t>
            </a:r>
            <a:endParaRPr lang="fr-FR" sz="1800" dirty="0">
              <a:latin typeface="Arial" panose="020B0604020202020204" pitchFamily="34" charset="0"/>
              <a:cs typeface="Arial" panose="020B0604020202020204" pitchFamily="34" charset="0"/>
            </a:endParaRPr>
          </a:p>
          <a:p>
            <a:pPr marL="0" indent="0">
              <a:lnSpc>
                <a:spcPct val="90000"/>
              </a:lnSpc>
              <a:buNone/>
            </a:pPr>
            <a:r>
              <a:rPr lang="en-US" sz="1800" dirty="0">
                <a:latin typeface="Arial" panose="020B0604020202020204" pitchFamily="34" charset="0"/>
                <a:cs typeface="Arial" panose="020B0604020202020204" pitchFamily="34" charset="0"/>
              </a:rPr>
              <a:t>Identifiez la proposition correcte (parmi les quatre propositions ci-dessous) :
</a:t>
            </a:r>
            <a:endParaRPr lang="fr-FR" sz="1800" dirty="0">
              <a:latin typeface="Arial" panose="020B0604020202020204" pitchFamily="34" charset="0"/>
              <a:cs typeface="Arial" panose="020B0604020202020204" pitchFamily="34" charset="0"/>
            </a:endParaRPr>
          </a:p>
          <a:p>
            <a:pPr>
              <a:lnSpc>
                <a:spcPct val="90000"/>
              </a:lnSpc>
              <a:buFont typeface="Wingdings" pitchFamily="2" charset="2"/>
              <a:buChar char="§"/>
            </a:pPr>
            <a:r>
              <a:rPr lang="en-US" sz="1800" dirty="0">
                <a:latin typeface="Arial" panose="020B0604020202020204" pitchFamily="34" charset="0"/>
                <a:cs typeface="Arial" panose="020B0604020202020204" pitchFamily="34" charset="0"/>
              </a:rPr>
              <a:t>La variable étudiée est qualitative ordinale 
Le diagramme en barres est l’outil graphique approprié pour représenter les données 
La courbe des fréquences cumulées croissantes est discontinue</a:t>
            </a:r>
            <a:endParaRPr lang="fr-FR" sz="1800" dirty="0">
              <a:latin typeface="Arial" panose="020B0604020202020204" pitchFamily="34" charset="0"/>
              <a:cs typeface="Arial" panose="020B0604020202020204" pitchFamily="34" charset="0"/>
            </a:endParaRPr>
          </a:p>
          <a:p>
            <a:pPr>
              <a:lnSpc>
                <a:spcPct val="90000"/>
              </a:lnSpc>
              <a:buFont typeface="Wingdings" pitchFamily="2" charset="2"/>
              <a:buChar char="§"/>
            </a:pPr>
            <a:r>
              <a:rPr lang="en-US" sz="1800" dirty="0">
                <a:latin typeface="Arial" panose="020B0604020202020204" pitchFamily="34" charset="0"/>
                <a:cs typeface="Arial" panose="020B0604020202020204" pitchFamily="34" charset="0"/>
              </a:rPr>
              <a:t>80 % des visiteurs ont acheté un nombre de produits inférieur ou égal à 2</a:t>
            </a:r>
            <a:endParaRPr lang="fr-FR" sz="1800" dirty="0">
              <a:latin typeface="Arial" panose="020B0604020202020204" pitchFamily="34" charset="0"/>
              <a:cs typeface="Arial" panose="020B0604020202020204" pitchFamily="34" charset="0"/>
            </a:endParaRPr>
          </a:p>
          <a:p>
            <a:pPr marL="0" indent="0">
              <a:lnSpc>
                <a:spcPct val="90000"/>
              </a:lnSpc>
              <a:buNone/>
            </a:pPr>
            <a:endParaRPr lang="fr-FR" sz="1000" dirty="0">
              <a:latin typeface="Arial" panose="020B0604020202020204" pitchFamily="34" charset="0"/>
              <a:ea typeface="Cambria" panose="02040503050406030204" pitchFamily="18" charset="0"/>
              <a:cs typeface="Arial" panose="020B0604020202020204" pitchFamily="34" charset="0"/>
            </a:endParaRPr>
          </a:p>
          <a:p>
            <a:pPr marL="0" indent="0">
              <a:lnSpc>
                <a:spcPct val="90000"/>
              </a:lnSpc>
              <a:buNone/>
            </a:pPr>
            <a:endParaRPr lang="fr-FR" sz="1000" dirty="0">
              <a:latin typeface="Arial" panose="020B0604020202020204" pitchFamily="34" charset="0"/>
              <a:ea typeface="Cambria" panose="02040503050406030204" pitchFamily="18" charset="0"/>
              <a:cs typeface="Arial" panose="020B0604020202020204" pitchFamily="34" charset="0"/>
            </a:endParaRPr>
          </a:p>
          <a:p>
            <a:pPr marL="0" indent="0">
              <a:lnSpc>
                <a:spcPct val="90000"/>
              </a:lnSpc>
              <a:buNone/>
            </a:pPr>
            <a:endParaRPr lang="fr-FR" sz="1000" dirty="0">
              <a:latin typeface="Arial" panose="020B0604020202020204" pitchFamily="34" charset="0"/>
              <a:cs typeface="Arial" panose="020B0604020202020204" pitchFamily="34" charset="0"/>
            </a:endParaRPr>
          </a:p>
        </p:txBody>
      </p:sp>
      <p:graphicFrame>
        <p:nvGraphicFramePr>
          <p:cNvPr id="5" name="Tableau 5">
            <a:extLst>
              <a:ext uri="{FF2B5EF4-FFF2-40B4-BE49-F238E27FC236}">
                <a16:creationId xmlns:a16="http://schemas.microsoft.com/office/drawing/2014/main" id="{8BCD3DEE-DC7F-421E-840F-40D853695856}"/>
              </a:ext>
            </a:extLst>
          </p:cNvPr>
          <p:cNvGraphicFramePr>
            <a:graphicFrameLocks noGrp="1"/>
          </p:cNvGraphicFramePr>
          <p:nvPr>
            <p:extLst>
              <p:ext uri="{D42A27DB-BD31-4B8C-83A1-F6EECF244321}">
                <p14:modId xmlns:p14="http://schemas.microsoft.com/office/powerpoint/2010/main" val="2248480741"/>
              </p:ext>
            </p:extLst>
          </p:nvPr>
        </p:nvGraphicFramePr>
        <p:xfrm>
          <a:off x="4905789" y="1348727"/>
          <a:ext cx="3583037" cy="3987842"/>
        </p:xfrm>
        <a:graphic>
          <a:graphicData uri="http://schemas.openxmlformats.org/drawingml/2006/table">
            <a:tbl>
              <a:tblPr firstRow="1" bandRow="1">
                <a:tableStyleId>{2A488322-F2BA-4B5B-9748-0D474271808F}</a:tableStyleId>
              </a:tblPr>
              <a:tblGrid>
                <a:gridCol w="1859897">
                  <a:extLst>
                    <a:ext uri="{9D8B030D-6E8A-4147-A177-3AD203B41FA5}">
                      <a16:colId xmlns:a16="http://schemas.microsoft.com/office/drawing/2014/main" val="644592904"/>
                    </a:ext>
                  </a:extLst>
                </a:gridCol>
                <a:gridCol w="1723140">
                  <a:extLst>
                    <a:ext uri="{9D8B030D-6E8A-4147-A177-3AD203B41FA5}">
                      <a16:colId xmlns:a16="http://schemas.microsoft.com/office/drawing/2014/main" val="382991047"/>
                    </a:ext>
                  </a:extLst>
                </a:gridCol>
              </a:tblGrid>
              <a:tr h="1280047">
                <a:tc>
                  <a:txBody>
                    <a:bodyPr/>
                    <a:lstStyle/>
                    <a:p>
                      <a:pPr algn="ctr"/>
                      <a:r>
                        <a:rPr lang="fr-FR" sz="2400"/>
                        <a:t>Nb de produits achetés</a:t>
                      </a:r>
                    </a:p>
                  </a:txBody>
                  <a:tcPr marL="123081" marR="123081" marT="61541" marB="61541" anchor="ctr"/>
                </a:tc>
                <a:tc>
                  <a:txBody>
                    <a:bodyPr/>
                    <a:lstStyle/>
                    <a:p>
                      <a:pPr algn="ctr"/>
                      <a:r>
                        <a:rPr lang="fr-FR" sz="2400"/>
                        <a:t>Nombre de visiteurs</a:t>
                      </a:r>
                    </a:p>
                  </a:txBody>
                  <a:tcPr marL="123081" marR="123081" marT="61541" marB="61541" anchor="ctr"/>
                </a:tc>
                <a:extLst>
                  <a:ext uri="{0D108BD9-81ED-4DB2-BD59-A6C34878D82A}">
                    <a16:rowId xmlns:a16="http://schemas.microsoft.com/office/drawing/2014/main" val="1283284218"/>
                  </a:ext>
                </a:extLst>
              </a:tr>
              <a:tr h="541559">
                <a:tc>
                  <a:txBody>
                    <a:bodyPr/>
                    <a:lstStyle/>
                    <a:p>
                      <a:pPr algn="ctr"/>
                      <a:r>
                        <a:rPr lang="fr-FR" sz="2400"/>
                        <a:t>0</a:t>
                      </a:r>
                    </a:p>
                  </a:txBody>
                  <a:tcPr marL="123081" marR="123081" marT="61541" marB="61541"/>
                </a:tc>
                <a:tc>
                  <a:txBody>
                    <a:bodyPr/>
                    <a:lstStyle/>
                    <a:p>
                      <a:pPr algn="ctr"/>
                      <a:r>
                        <a:rPr lang="fr-FR" sz="2400"/>
                        <a:t>20</a:t>
                      </a:r>
                    </a:p>
                  </a:txBody>
                  <a:tcPr marL="123081" marR="123081" marT="61541" marB="61541"/>
                </a:tc>
                <a:extLst>
                  <a:ext uri="{0D108BD9-81ED-4DB2-BD59-A6C34878D82A}">
                    <a16:rowId xmlns:a16="http://schemas.microsoft.com/office/drawing/2014/main" val="882198753"/>
                  </a:ext>
                </a:extLst>
              </a:tr>
              <a:tr h="541559">
                <a:tc>
                  <a:txBody>
                    <a:bodyPr/>
                    <a:lstStyle/>
                    <a:p>
                      <a:pPr algn="ctr"/>
                      <a:r>
                        <a:rPr lang="fr-FR" sz="2400"/>
                        <a:t>1</a:t>
                      </a:r>
                    </a:p>
                  </a:txBody>
                  <a:tcPr marL="123081" marR="123081" marT="61541" marB="61541"/>
                </a:tc>
                <a:tc>
                  <a:txBody>
                    <a:bodyPr/>
                    <a:lstStyle/>
                    <a:p>
                      <a:pPr algn="ctr"/>
                      <a:r>
                        <a:rPr lang="fr-FR" sz="2400"/>
                        <a:t>35</a:t>
                      </a:r>
                    </a:p>
                  </a:txBody>
                  <a:tcPr marL="123081" marR="123081" marT="61541" marB="61541"/>
                </a:tc>
                <a:extLst>
                  <a:ext uri="{0D108BD9-81ED-4DB2-BD59-A6C34878D82A}">
                    <a16:rowId xmlns:a16="http://schemas.microsoft.com/office/drawing/2014/main" val="1755262945"/>
                  </a:ext>
                </a:extLst>
              </a:tr>
              <a:tr h="541559">
                <a:tc>
                  <a:txBody>
                    <a:bodyPr/>
                    <a:lstStyle/>
                    <a:p>
                      <a:pPr algn="ctr"/>
                      <a:r>
                        <a:rPr lang="fr-FR" sz="2400"/>
                        <a:t>2</a:t>
                      </a:r>
                    </a:p>
                  </a:txBody>
                  <a:tcPr marL="123081" marR="123081" marT="61541" marB="61541"/>
                </a:tc>
                <a:tc>
                  <a:txBody>
                    <a:bodyPr/>
                    <a:lstStyle/>
                    <a:p>
                      <a:pPr algn="ctr"/>
                      <a:r>
                        <a:rPr lang="fr-FR" sz="2400"/>
                        <a:t>24</a:t>
                      </a:r>
                    </a:p>
                  </a:txBody>
                  <a:tcPr marL="123081" marR="123081" marT="61541" marB="61541"/>
                </a:tc>
                <a:extLst>
                  <a:ext uri="{0D108BD9-81ED-4DB2-BD59-A6C34878D82A}">
                    <a16:rowId xmlns:a16="http://schemas.microsoft.com/office/drawing/2014/main" val="3070569742"/>
                  </a:ext>
                </a:extLst>
              </a:tr>
              <a:tr h="541559">
                <a:tc>
                  <a:txBody>
                    <a:bodyPr/>
                    <a:lstStyle/>
                    <a:p>
                      <a:pPr algn="ctr"/>
                      <a:r>
                        <a:rPr lang="fr-FR" sz="2400"/>
                        <a:t>4</a:t>
                      </a:r>
                    </a:p>
                  </a:txBody>
                  <a:tcPr marL="123081" marR="123081" marT="61541" marB="61541"/>
                </a:tc>
                <a:tc>
                  <a:txBody>
                    <a:bodyPr/>
                    <a:lstStyle/>
                    <a:p>
                      <a:pPr algn="ctr"/>
                      <a:r>
                        <a:rPr lang="fr-FR" sz="2400"/>
                        <a:t>16</a:t>
                      </a:r>
                    </a:p>
                  </a:txBody>
                  <a:tcPr marL="123081" marR="123081" marT="61541" marB="61541"/>
                </a:tc>
                <a:extLst>
                  <a:ext uri="{0D108BD9-81ED-4DB2-BD59-A6C34878D82A}">
                    <a16:rowId xmlns:a16="http://schemas.microsoft.com/office/drawing/2014/main" val="3248883628"/>
                  </a:ext>
                </a:extLst>
              </a:tr>
              <a:tr h="541559">
                <a:tc>
                  <a:txBody>
                    <a:bodyPr/>
                    <a:lstStyle/>
                    <a:p>
                      <a:pPr algn="ctr"/>
                      <a:r>
                        <a:rPr lang="fr-FR" sz="2400"/>
                        <a:t>5</a:t>
                      </a:r>
                    </a:p>
                  </a:txBody>
                  <a:tcPr marL="123081" marR="123081" marT="61541" marB="61541"/>
                </a:tc>
                <a:tc>
                  <a:txBody>
                    <a:bodyPr/>
                    <a:lstStyle/>
                    <a:p>
                      <a:pPr algn="ctr"/>
                      <a:r>
                        <a:rPr lang="fr-FR" sz="2400" dirty="0"/>
                        <a:t>5</a:t>
                      </a:r>
                    </a:p>
                  </a:txBody>
                  <a:tcPr marL="123081" marR="123081" marT="61541" marB="61541"/>
                </a:tc>
                <a:extLst>
                  <a:ext uri="{0D108BD9-81ED-4DB2-BD59-A6C34878D82A}">
                    <a16:rowId xmlns:a16="http://schemas.microsoft.com/office/drawing/2014/main" val="979531004"/>
                  </a:ext>
                </a:extLst>
              </a:tr>
            </a:tbl>
          </a:graphicData>
        </a:graphic>
      </p:graphicFrame>
    </p:spTree>
    <p:extLst>
      <p:ext uri="{BB962C8B-B14F-4D97-AF65-F5344CB8AC3E}">
        <p14:creationId xmlns:p14="http://schemas.microsoft.com/office/powerpoint/2010/main" val="3804648842"/>
      </p:ext>
    </p:extLst>
  </p:cSld>
  <p:clrMapOvr>
    <a:masterClrMapping/>
  </p:clrMapOvr>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82CBBB177BCECA4BA07D6B8F331069E6" ma:contentTypeVersion="8" ma:contentTypeDescription="Crée un document." ma:contentTypeScope="" ma:versionID="a1792ed5d19ee5ab252c33350085386f">
  <xsd:schema xmlns:xsd="http://www.w3.org/2001/XMLSchema" xmlns:xs="http://www.w3.org/2001/XMLSchema" xmlns:p="http://schemas.microsoft.com/office/2006/metadata/properties" xmlns:ns2="9e182b23-170a-47e8-a965-13b876d21b7d" targetNamespace="http://schemas.microsoft.com/office/2006/metadata/properties" ma:root="true" ma:fieldsID="f2f4ce115f52bc9505b5498e049d5905" ns2:_="">
    <xsd:import namespace="9e182b23-170a-47e8-a965-13b876d21b7d"/>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OCR" minOccurs="0"/>
                <xsd:element ref="ns2:MediaServiceGenerationTime" minOccurs="0"/>
                <xsd:element ref="ns2:MediaServiceEventHashCode" minOccurs="0"/>
                <xsd:element ref="ns2:MediaServiceDateTaken"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e182b23-170a-47e8-a965-13b876d21b7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OCR" ma:index="11" nillable="true" ma:displayName="Extracted Text" ma:internalName="MediaServiceOCR" ma:readOnly="true">
      <xsd:simpleType>
        <xsd:restriction base="dms:Note">
          <xsd:maxLength value="255"/>
        </xsd:restriction>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DateTaken" ma:index="14" nillable="true" ma:displayName="MediaServiceDateTaken" ma:hidden="true" ma:internalName="MediaServiceDateTaken" ma:readOnly="true">
      <xsd:simpleType>
        <xsd:restriction base="dms:Text"/>
      </xsd:simpleType>
    </xsd:element>
    <xsd:element name="MediaServiceLocation" ma:index="15" nillable="true" ma:displayName="Location" ma:internalName="MediaServiceLocation"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ype de contenu"/>
        <xsd:element ref="dc:title" minOccurs="0" maxOccurs="1" ma:index="4" ma:displayName="Titr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1F5BCDA5-BE8C-4408-8722-20FDB8CD0C94}">
  <ds:schemaRefs>
    <ds:schemaRef ds:uri="http://schemas.microsoft.com/sharepoint/v3/contenttype/forms"/>
  </ds:schemaRefs>
</ds:datastoreItem>
</file>

<file path=customXml/itemProps2.xml><?xml version="1.0" encoding="utf-8"?>
<ds:datastoreItem xmlns:ds="http://schemas.openxmlformats.org/officeDocument/2006/customXml" ds:itemID="{224DAEB6-EAD5-4579-98FF-0534BDF948F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9e182b23-170a-47e8-a965-13b876d21b7d"/>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51AC1EBE-977F-480B-B90F-A9F24D28C013}">
  <ds:schemaRefs>
    <ds:schemaRef ds:uri="64acb2c5-0a2b-4bda-bd34-58e36cbb80d2"/>
    <ds:schemaRef ds:uri="http://schemas.microsoft.com/office/2006/documentManagement/types"/>
    <ds:schemaRef ds:uri="http://purl.org/dc/elements/1.1/"/>
    <ds:schemaRef ds:uri="http://schemas.microsoft.com/office/2006/metadata/properties"/>
    <ds:schemaRef ds:uri="6d93d202-47fc-4405-873a-cab67cc5f1b2"/>
    <ds:schemaRef ds:uri="http://schemas.microsoft.com/office/infopath/2007/PartnerControls"/>
    <ds:schemaRef ds:uri="http://purl.org/dc/terms/"/>
    <ds:schemaRef ds:uri="http://schemas.openxmlformats.org/package/2006/metadata/core-properties"/>
    <ds:schemaRef ds:uri="http://www.w3.org/XML/1998/namespace"/>
    <ds:schemaRef ds:uri="http://purl.org/dc/dcmitype/"/>
  </ds:schemaRefs>
</ds:datastoreItem>
</file>

<file path=docProps/app.xml><?xml version="1.0" encoding="utf-8"?>
<Properties xmlns="http://schemas.openxmlformats.org/officeDocument/2006/extended-properties" xmlns:vt="http://schemas.openxmlformats.org/officeDocument/2006/docPropsVTypes">
  <TotalTime>411</TotalTime>
  <Words>563</Words>
  <Application>Microsoft Macintosh PowerPoint</Application>
  <PresentationFormat>On-screen Show (4:3)</PresentationFormat>
  <Paragraphs>119</Paragraphs>
  <Slides>11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Arial</vt:lpstr>
      <vt:lpstr>Calibri</vt:lpstr>
      <vt:lpstr>Wingdings</vt:lpstr>
      <vt:lpstr>Thème Office</vt:lpstr>
      <vt:lpstr>Data Description </vt:lpstr>
      <vt:lpstr>Graphical representation of data</vt:lpstr>
      <vt:lpstr>Example </vt:lpstr>
      <vt:lpstr>Graphical representation of data</vt:lpstr>
      <vt:lpstr>Example </vt:lpstr>
      <vt:lpstr>Graphical representation of data</vt:lpstr>
      <vt:lpstr>Graphical representation of data</vt:lpstr>
      <vt:lpstr>Example</vt:lpstr>
      <vt:lpstr>The case of open classes</vt:lpstr>
      <vt:lpstr>Exercise</vt:lpstr>
      <vt:lpstr>Exercise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 Analytics </dc:title>
  <dc:creator>KACHOUR Maher</dc:creator>
  <cp:lastModifiedBy>Mercede Erfanianghasab</cp:lastModifiedBy>
  <cp:revision>22</cp:revision>
  <dcterms:created xsi:type="dcterms:W3CDTF">2021-02-02T16:40:54Z</dcterms:created>
  <dcterms:modified xsi:type="dcterms:W3CDTF">2026-07-17T22:19:16Z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0x01010082CBBB177BCECA4BA07D6B8F331069E6</vt:lpwstr>
  </property>
</Properties>
</file>